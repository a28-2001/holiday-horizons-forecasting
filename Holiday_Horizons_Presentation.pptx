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webextensions/webextension1.xml" ContentType="application/vnd.ms-office.webextension+xml"/>
  <Override PartName="/ppt/notesSlides/notesSlide5.xml" ContentType="application/vnd.openxmlformats-officedocument.presentationml.notesSlide+xml"/>
  <Override PartName="/ppt/webextensions/webextension2.xml" ContentType="application/vnd.ms-office.webextension+xml"/>
  <Override PartName="/ppt/notesSlides/notesSlide6.xml" ContentType="application/vnd.openxmlformats-officedocument.presentationml.notesSlide+xml"/>
  <Override PartName="/ppt/notesSlides/notesSlide7.xml" ContentType="application/vnd.openxmlformats-officedocument.presentationml.notesSlide+xml"/>
  <Override PartName="/ppt/webextensions/webextension3.xml" ContentType="application/vnd.ms-office.webextension+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3"/>
  </p:notesMasterIdLst>
  <p:sldIdLst>
    <p:sldId id="256" r:id="rId2"/>
    <p:sldId id="258" r:id="rId3"/>
    <p:sldId id="261" r:id="rId4"/>
    <p:sldId id="317" r:id="rId5"/>
    <p:sldId id="315" r:id="rId6"/>
    <p:sldId id="313" r:id="rId7"/>
    <p:sldId id="316" r:id="rId8"/>
    <p:sldId id="318" r:id="rId9"/>
    <p:sldId id="319" r:id="rId10"/>
    <p:sldId id="289" r:id="rId11"/>
    <p:sldId id="290" r:id="rId12"/>
  </p:sldIdLst>
  <p:sldSz cx="9144000" cy="5143500" type="screen16x9"/>
  <p:notesSz cx="6858000" cy="9144000"/>
  <p:embeddedFontLst>
    <p:embeddedFont>
      <p:font typeface="Anaheim" pitchFamily="2" charset="77"/>
      <p:regular r:id="rId14"/>
      <p:bold r:id="rId15"/>
    </p:embeddedFont>
    <p:embeddedFont>
      <p:font typeface="Barlow" pitchFamily="2" charset="77"/>
      <p:regular r:id="rId16"/>
      <p:bold r:id="rId17"/>
      <p:italic r:id="rId18"/>
      <p:boldItalic r:id="rId19"/>
    </p:embeddedFont>
    <p:embeddedFont>
      <p:font typeface="Barlow Semi Condensed" panose="020F0502020204030204" pitchFamily="34" charset="0"/>
      <p:regular r:id="rId20"/>
      <p:bold r:id="rId21"/>
      <p:italic r:id="rId22"/>
      <p:boldItalic r:id="rId23"/>
    </p:embeddedFont>
    <p:embeddedFont>
      <p:font typeface="Bebas Neue" panose="020B0606020202050201" pitchFamily="34" charset="77"/>
      <p:regular r:id="rId24"/>
    </p:embeddedFont>
    <p:embeddedFont>
      <p:font typeface="Pacifico" pitchFamily="2" charset="77"/>
      <p:regular r:id="rId25"/>
    </p:embeddedFont>
    <p:embeddedFont>
      <p:font typeface="Poppins" pitchFamily="2" charset="77"/>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6E4DC"/>
    <a:srgbClr val="6AAD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784B06-0EA7-4337-82A8-27A24BBE02F9}" v="26" dt="2025-04-14T17:46:46.847"/>
    <p1510:client id="{231C63C7-A4BC-7AE3-F005-E372558C6709}" v="632" dt="2025-04-14T17:45:21.748"/>
    <p1510:client id="{2357E697-9D55-AFB6-BFE0-C1E02C2B1AEF}" v="30" dt="2025-04-14T17:39:53.976"/>
    <p1510:client id="{86683FEA-BC9D-B340-9988-0CE9B27B603A}" v="1245" dt="2025-04-14T17:52:55.465"/>
    <p1510:client id="{8B4B5915-81AB-8E3D-E3C4-DEADF3C8A57D}" v="250" dt="2025-04-13T23:37:06.308"/>
    <p1510:client id="{9718AFE2-1397-BDA0-FB69-8C96028F5B4F}" v="46" dt="2025-04-14T00:56:40.243"/>
    <p1510:client id="{BAAEF878-9F69-87E1-1EAB-8D847269A14D}" v="57" dt="2025-04-14T17:29:00.228"/>
    <p1510:client id="{BE687AC4-BD34-209A-3AD4-F37E44EC10B2}" v="434" dt="2025-04-14T00:16:33.750"/>
  </p1510:revLst>
</p1510:revInfo>
</file>

<file path=ppt/tableStyles.xml><?xml version="1.0" encoding="utf-8"?>
<a:tblStyleLst xmlns:a="http://schemas.openxmlformats.org/drawingml/2006/main" def="{35FD21DD-47C1-4ACB-8031-AE257149AA30}">
  <a:tblStyle styleId="{35FD21DD-47C1-4ACB-8031-AE257149AA3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27911E3-282B-483F-8F05-AC414EA408DF}"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5"/>
    <p:restoredTop sz="94726"/>
  </p:normalViewPr>
  <p:slideViewPr>
    <p:cSldViewPr snapToGrid="0">
      <p:cViewPr>
        <p:scale>
          <a:sx n="117" d="100"/>
          <a:sy n="117" d="100"/>
        </p:scale>
        <p:origin x="208" y="9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9"/>
        <p:cNvGrpSpPr/>
        <p:nvPr/>
      </p:nvGrpSpPr>
      <p:grpSpPr>
        <a:xfrm>
          <a:off x="0" y="0"/>
          <a:ext cx="0" cy="0"/>
          <a:chOff x="0" y="0"/>
          <a:chExt cx="0" cy="0"/>
        </a:xfrm>
      </p:grpSpPr>
      <p:sp>
        <p:nvSpPr>
          <p:cNvPr id="1930" name="Google Shape;1930;g25aae201c5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1" name="Google Shape;1931;g25aae201c5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7"/>
        <p:cNvGrpSpPr/>
        <p:nvPr/>
      </p:nvGrpSpPr>
      <p:grpSpPr>
        <a:xfrm>
          <a:off x="0" y="0"/>
          <a:ext cx="0" cy="0"/>
          <a:chOff x="0" y="0"/>
          <a:chExt cx="0" cy="0"/>
        </a:xfrm>
      </p:grpSpPr>
      <p:sp>
        <p:nvSpPr>
          <p:cNvPr id="2368" name="Google Shape;236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9" name="Google Shape;236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1"/>
        <p:cNvGrpSpPr/>
        <p:nvPr/>
      </p:nvGrpSpPr>
      <p:grpSpPr>
        <a:xfrm>
          <a:off x="0" y="0"/>
          <a:ext cx="0" cy="0"/>
          <a:chOff x="0" y="0"/>
          <a:chExt cx="0" cy="0"/>
        </a:xfrm>
      </p:grpSpPr>
      <p:sp>
        <p:nvSpPr>
          <p:cNvPr id="2962" name="Google Shape;2962;g25aa8a95290_0_29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3" name="Google Shape;2963;g25aa8a95290_0_29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1">
          <a:extLst>
            <a:ext uri="{FF2B5EF4-FFF2-40B4-BE49-F238E27FC236}">
              <a16:creationId xmlns:a16="http://schemas.microsoft.com/office/drawing/2014/main" id="{2B76E479-0B80-B6A0-BA43-66083390DDCE}"/>
            </a:ext>
          </a:extLst>
        </p:cNvPr>
        <p:cNvGrpSpPr/>
        <p:nvPr/>
      </p:nvGrpSpPr>
      <p:grpSpPr>
        <a:xfrm>
          <a:off x="0" y="0"/>
          <a:ext cx="0" cy="0"/>
          <a:chOff x="0" y="0"/>
          <a:chExt cx="0" cy="0"/>
        </a:xfrm>
      </p:grpSpPr>
      <p:sp>
        <p:nvSpPr>
          <p:cNvPr id="2962" name="Google Shape;2962;g25aa8a95290_0_2961:notes">
            <a:extLst>
              <a:ext uri="{FF2B5EF4-FFF2-40B4-BE49-F238E27FC236}">
                <a16:creationId xmlns:a16="http://schemas.microsoft.com/office/drawing/2014/main" id="{59766248-C135-5951-736E-A099C6631E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3" name="Google Shape;2963;g25aa8a95290_0_2961:notes">
            <a:extLst>
              <a:ext uri="{FF2B5EF4-FFF2-40B4-BE49-F238E27FC236}">
                <a16:creationId xmlns:a16="http://schemas.microsoft.com/office/drawing/2014/main" id="{43A57A31-1FF5-CB0D-F3FF-3C539EF13A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12831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463285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1">
          <a:extLst>
            <a:ext uri="{FF2B5EF4-FFF2-40B4-BE49-F238E27FC236}">
              <a16:creationId xmlns:a16="http://schemas.microsoft.com/office/drawing/2014/main" id="{659D4FF3-0576-544B-8635-326ACBB53C90}"/>
            </a:ext>
          </a:extLst>
        </p:cNvPr>
        <p:cNvGrpSpPr/>
        <p:nvPr/>
      </p:nvGrpSpPr>
      <p:grpSpPr>
        <a:xfrm>
          <a:off x="0" y="0"/>
          <a:ext cx="0" cy="0"/>
          <a:chOff x="0" y="0"/>
          <a:chExt cx="0" cy="0"/>
        </a:xfrm>
      </p:grpSpPr>
      <p:sp>
        <p:nvSpPr>
          <p:cNvPr id="2962" name="Google Shape;2962;g25aa8a95290_0_2961:notes">
            <a:extLst>
              <a:ext uri="{FF2B5EF4-FFF2-40B4-BE49-F238E27FC236}">
                <a16:creationId xmlns:a16="http://schemas.microsoft.com/office/drawing/2014/main" id="{4E615CED-62AF-8A62-E2C0-C33D236305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3" name="Google Shape;2963;g25aa8a95290_0_2961:notes">
            <a:extLst>
              <a:ext uri="{FF2B5EF4-FFF2-40B4-BE49-F238E27FC236}">
                <a16:creationId xmlns:a16="http://schemas.microsoft.com/office/drawing/2014/main" id="{DED9E219-DBB3-3DCD-73A3-A265AF2BA2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2782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0">
          <a:extLst>
            <a:ext uri="{FF2B5EF4-FFF2-40B4-BE49-F238E27FC236}">
              <a16:creationId xmlns:a16="http://schemas.microsoft.com/office/drawing/2014/main" id="{F5DBB7E4-CD1D-FFE6-0F32-28D16EA2072B}"/>
            </a:ext>
          </a:extLst>
        </p:cNvPr>
        <p:cNvGrpSpPr/>
        <p:nvPr/>
      </p:nvGrpSpPr>
      <p:grpSpPr>
        <a:xfrm>
          <a:off x="0" y="0"/>
          <a:ext cx="0" cy="0"/>
          <a:chOff x="0" y="0"/>
          <a:chExt cx="0" cy="0"/>
        </a:xfrm>
      </p:grpSpPr>
      <p:sp>
        <p:nvSpPr>
          <p:cNvPr id="3181" name="Google Shape;3181;g25aa8a95290_0_3043:notes">
            <a:extLst>
              <a:ext uri="{FF2B5EF4-FFF2-40B4-BE49-F238E27FC236}">
                <a16:creationId xmlns:a16="http://schemas.microsoft.com/office/drawing/2014/main" id="{8AA88807-3141-4E2C-2B9B-4B7505F363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2" name="Google Shape;3182;g25aa8a95290_0_3043:notes">
            <a:extLst>
              <a:ext uri="{FF2B5EF4-FFF2-40B4-BE49-F238E27FC236}">
                <a16:creationId xmlns:a16="http://schemas.microsoft.com/office/drawing/2014/main" id="{1960C82D-31C3-AC57-2492-0E174AD242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723544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0">
          <a:extLst>
            <a:ext uri="{FF2B5EF4-FFF2-40B4-BE49-F238E27FC236}">
              <a16:creationId xmlns:a16="http://schemas.microsoft.com/office/drawing/2014/main" id="{C1558A0F-E59B-930A-8E57-FAF2990FCCA5}"/>
            </a:ext>
          </a:extLst>
        </p:cNvPr>
        <p:cNvGrpSpPr/>
        <p:nvPr/>
      </p:nvGrpSpPr>
      <p:grpSpPr>
        <a:xfrm>
          <a:off x="0" y="0"/>
          <a:ext cx="0" cy="0"/>
          <a:chOff x="0" y="0"/>
          <a:chExt cx="0" cy="0"/>
        </a:xfrm>
      </p:grpSpPr>
      <p:sp>
        <p:nvSpPr>
          <p:cNvPr id="3181" name="Google Shape;3181;g25aa8a95290_0_3043:notes">
            <a:extLst>
              <a:ext uri="{FF2B5EF4-FFF2-40B4-BE49-F238E27FC236}">
                <a16:creationId xmlns:a16="http://schemas.microsoft.com/office/drawing/2014/main" id="{E0D981A7-9563-56C0-4301-AD289076BF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2" name="Google Shape;3182;g25aa8a95290_0_3043:notes">
            <a:extLst>
              <a:ext uri="{FF2B5EF4-FFF2-40B4-BE49-F238E27FC236}">
                <a16:creationId xmlns:a16="http://schemas.microsoft.com/office/drawing/2014/main" id="{17FCD74F-4906-D779-4E89-DF0785B12B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19581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0">
          <a:extLst>
            <a:ext uri="{FF2B5EF4-FFF2-40B4-BE49-F238E27FC236}">
              <a16:creationId xmlns:a16="http://schemas.microsoft.com/office/drawing/2014/main" id="{8549F1F0-7B70-BA30-3379-8A3BFA826771}"/>
            </a:ext>
          </a:extLst>
        </p:cNvPr>
        <p:cNvGrpSpPr/>
        <p:nvPr/>
      </p:nvGrpSpPr>
      <p:grpSpPr>
        <a:xfrm>
          <a:off x="0" y="0"/>
          <a:ext cx="0" cy="0"/>
          <a:chOff x="0" y="0"/>
          <a:chExt cx="0" cy="0"/>
        </a:xfrm>
      </p:grpSpPr>
      <p:sp>
        <p:nvSpPr>
          <p:cNvPr id="3181" name="Google Shape;3181;g25aa8a95290_0_3043:notes">
            <a:extLst>
              <a:ext uri="{FF2B5EF4-FFF2-40B4-BE49-F238E27FC236}">
                <a16:creationId xmlns:a16="http://schemas.microsoft.com/office/drawing/2014/main" id="{F10487E9-66C6-B501-074C-52F3A3C85E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2" name="Google Shape;3182;g25aa8a95290_0_3043:notes">
            <a:extLst>
              <a:ext uri="{FF2B5EF4-FFF2-40B4-BE49-F238E27FC236}">
                <a16:creationId xmlns:a16="http://schemas.microsoft.com/office/drawing/2014/main" id="{34A96C74-F3F6-D646-7C1E-E737736DF4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59835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9"/>
        <p:cNvGrpSpPr/>
        <p:nvPr/>
      </p:nvGrpSpPr>
      <p:grpSpPr>
        <a:xfrm>
          <a:off x="0" y="0"/>
          <a:ext cx="0" cy="0"/>
          <a:chOff x="0" y="0"/>
          <a:chExt cx="0" cy="0"/>
        </a:xfrm>
      </p:grpSpPr>
      <p:sp>
        <p:nvSpPr>
          <p:cNvPr id="4700" name="Google Shape;4700;g25b0d0cef85_0_9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1" name="Google Shape;4701;g25b0d0cef85_0_9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8"/>
        <p:cNvGrpSpPr/>
        <p:nvPr/>
      </p:nvGrpSpPr>
      <p:grpSpPr>
        <a:xfrm>
          <a:off x="0" y="0"/>
          <a:ext cx="0" cy="0"/>
          <a:chOff x="0" y="0"/>
          <a:chExt cx="0" cy="0"/>
        </a:xfrm>
      </p:grpSpPr>
      <p:sp>
        <p:nvSpPr>
          <p:cNvPr id="4789" name="Google Shape;4789;g25aa8a95290_0_3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0" name="Google Shape;4790;g25aa8a95290_0_3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a:stretch/>
        </p:blipFill>
        <p:spPr>
          <a:xfrm>
            <a:off x="0" y="0"/>
            <a:ext cx="9144000" cy="5143500"/>
          </a:xfrm>
          <a:prstGeom prst="rect">
            <a:avLst/>
          </a:prstGeom>
          <a:noFill/>
          <a:ln>
            <a:noFill/>
          </a:ln>
        </p:spPr>
      </p:pic>
      <p:grpSp>
        <p:nvGrpSpPr>
          <p:cNvPr id="10" name="Google Shape;10;p2"/>
          <p:cNvGrpSpPr/>
          <p:nvPr/>
        </p:nvGrpSpPr>
        <p:grpSpPr>
          <a:xfrm>
            <a:off x="-3" y="-2"/>
            <a:ext cx="9191660" cy="5652631"/>
            <a:chOff x="-3" y="-2"/>
            <a:chExt cx="9191660" cy="5652631"/>
          </a:xfrm>
        </p:grpSpPr>
        <p:sp>
          <p:nvSpPr>
            <p:cNvPr id="11" name="Google Shape;11;p2"/>
            <p:cNvSpPr/>
            <p:nvPr/>
          </p:nvSpPr>
          <p:spPr>
            <a:xfrm>
              <a:off x="-3" y="3976971"/>
              <a:ext cx="4303454" cy="1621040"/>
            </a:xfrm>
            <a:custGeom>
              <a:avLst/>
              <a:gdLst/>
              <a:ahLst/>
              <a:cxnLst/>
              <a:rect l="l" t="t" r="r" b="b"/>
              <a:pathLst>
                <a:path w="177462" h="66847" extrusionOk="0">
                  <a:moveTo>
                    <a:pt x="1" y="0"/>
                  </a:moveTo>
                  <a:cubicBezTo>
                    <a:pt x="11" y="1"/>
                    <a:pt x="21" y="2"/>
                    <a:pt x="32" y="4"/>
                  </a:cubicBezTo>
                  <a:lnTo>
                    <a:pt x="32" y="4"/>
                  </a:lnTo>
                  <a:lnTo>
                    <a:pt x="32" y="0"/>
                  </a:lnTo>
                  <a:close/>
                  <a:moveTo>
                    <a:pt x="32" y="4"/>
                  </a:moveTo>
                  <a:lnTo>
                    <a:pt x="32" y="66846"/>
                  </a:lnTo>
                  <a:lnTo>
                    <a:pt x="117889" y="66846"/>
                  </a:lnTo>
                  <a:cubicBezTo>
                    <a:pt x="138765" y="66846"/>
                    <a:pt x="161114" y="63248"/>
                    <a:pt x="177461" y="50220"/>
                  </a:cubicBezTo>
                  <a:lnTo>
                    <a:pt x="177461" y="50220"/>
                  </a:lnTo>
                  <a:cubicBezTo>
                    <a:pt x="165394" y="55022"/>
                    <a:pt x="152469" y="56792"/>
                    <a:pt x="139457" y="56792"/>
                  </a:cubicBezTo>
                  <a:cubicBezTo>
                    <a:pt x="131329" y="56792"/>
                    <a:pt x="123167" y="56101"/>
                    <a:pt x="115159" y="55028"/>
                  </a:cubicBezTo>
                  <a:cubicBezTo>
                    <a:pt x="88374" y="51430"/>
                    <a:pt x="61418" y="43365"/>
                    <a:pt x="40605" y="26180"/>
                  </a:cubicBezTo>
                  <a:cubicBezTo>
                    <a:pt x="34370" y="21031"/>
                    <a:pt x="28786" y="15137"/>
                    <a:pt x="22427" y="10128"/>
                  </a:cubicBezTo>
                  <a:cubicBezTo>
                    <a:pt x="16092" y="5109"/>
                    <a:pt x="8040" y="926"/>
                    <a:pt x="32" y="4"/>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 y="-2"/>
              <a:ext cx="1916260" cy="1964466"/>
            </a:xfrm>
            <a:custGeom>
              <a:avLst/>
              <a:gdLst/>
              <a:ahLst/>
              <a:cxnLst/>
              <a:rect l="l" t="t" r="r" b="b"/>
              <a:pathLst>
                <a:path w="135353" h="138758" extrusionOk="0">
                  <a:moveTo>
                    <a:pt x="69551" y="0"/>
                  </a:moveTo>
                  <a:cubicBezTo>
                    <a:pt x="63704" y="0"/>
                    <a:pt x="57794" y="2012"/>
                    <a:pt x="52733" y="5220"/>
                  </a:cubicBezTo>
                  <a:cubicBezTo>
                    <a:pt x="45475" y="9810"/>
                    <a:pt x="39783" y="16619"/>
                    <a:pt x="34696" y="23738"/>
                  </a:cubicBezTo>
                  <a:cubicBezTo>
                    <a:pt x="11478" y="56417"/>
                    <a:pt x="1" y="98060"/>
                    <a:pt x="2870" y="138757"/>
                  </a:cubicBezTo>
                  <a:lnTo>
                    <a:pt x="135353" y="138757"/>
                  </a:lnTo>
                  <a:lnTo>
                    <a:pt x="135353" y="39124"/>
                  </a:lnTo>
                  <a:cubicBezTo>
                    <a:pt x="132719" y="40848"/>
                    <a:pt x="129655" y="41615"/>
                    <a:pt x="126507" y="41615"/>
                  </a:cubicBezTo>
                  <a:cubicBezTo>
                    <a:pt x="121927" y="41615"/>
                    <a:pt x="117168" y="39990"/>
                    <a:pt x="113298" y="37324"/>
                  </a:cubicBezTo>
                  <a:cubicBezTo>
                    <a:pt x="106257" y="32454"/>
                    <a:pt x="101387" y="24901"/>
                    <a:pt x="96238" y="17844"/>
                  </a:cubicBezTo>
                  <a:cubicBezTo>
                    <a:pt x="91073" y="10803"/>
                    <a:pt x="85055" y="3839"/>
                    <a:pt x="77006" y="1187"/>
                  </a:cubicBezTo>
                  <a:cubicBezTo>
                    <a:pt x="74581" y="374"/>
                    <a:pt x="72072" y="0"/>
                    <a:pt x="695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a:off x="4754381" y="2314127"/>
              <a:ext cx="4437276" cy="3338502"/>
            </a:xfrm>
            <a:custGeom>
              <a:avLst/>
              <a:gdLst/>
              <a:ahLst/>
              <a:cxnLst/>
              <a:rect l="l" t="t" r="r" b="b"/>
              <a:pathLst>
                <a:path w="201237" h="151406" extrusionOk="0">
                  <a:moveTo>
                    <a:pt x="0" y="1"/>
                  </a:moveTo>
                  <a:lnTo>
                    <a:pt x="0" y="151405"/>
                  </a:lnTo>
                  <a:cubicBezTo>
                    <a:pt x="6064" y="134314"/>
                    <a:pt x="13447" y="116927"/>
                    <a:pt x="27948" y="106334"/>
                  </a:cubicBezTo>
                  <a:cubicBezTo>
                    <a:pt x="31934" y="103450"/>
                    <a:pt x="36401" y="101108"/>
                    <a:pt x="41224" y="100100"/>
                  </a:cubicBezTo>
                  <a:cubicBezTo>
                    <a:pt x="44033" y="99514"/>
                    <a:pt x="46893" y="99389"/>
                    <a:pt x="49768" y="99389"/>
                  </a:cubicBezTo>
                  <a:cubicBezTo>
                    <a:pt x="51903" y="99389"/>
                    <a:pt x="54046" y="99458"/>
                    <a:pt x="56181" y="99458"/>
                  </a:cubicBezTo>
                  <a:cubicBezTo>
                    <a:pt x="58553" y="99458"/>
                    <a:pt x="60916" y="99373"/>
                    <a:pt x="63248" y="99014"/>
                  </a:cubicBezTo>
                  <a:cubicBezTo>
                    <a:pt x="77052" y="96796"/>
                    <a:pt x="87598" y="85319"/>
                    <a:pt x="94407" y="73128"/>
                  </a:cubicBezTo>
                  <a:cubicBezTo>
                    <a:pt x="101247" y="60938"/>
                    <a:pt x="105589" y="47320"/>
                    <a:pt x="113515" y="35828"/>
                  </a:cubicBezTo>
                  <a:cubicBezTo>
                    <a:pt x="126619" y="16753"/>
                    <a:pt x="149552" y="4917"/>
                    <a:pt x="172677" y="4917"/>
                  </a:cubicBezTo>
                  <a:cubicBezTo>
                    <a:pt x="174541" y="4917"/>
                    <a:pt x="176406" y="4994"/>
                    <a:pt x="178267" y="5150"/>
                  </a:cubicBezTo>
                  <a:cubicBezTo>
                    <a:pt x="183509" y="5600"/>
                    <a:pt x="188891" y="6732"/>
                    <a:pt x="193156" y="9834"/>
                  </a:cubicBezTo>
                  <a:cubicBezTo>
                    <a:pt x="196863" y="12517"/>
                    <a:pt x="199314" y="16425"/>
                    <a:pt x="201237" y="20706"/>
                  </a:cubicBezTo>
                  <a:lnTo>
                    <a:pt x="201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3544391" y="374271"/>
            <a:ext cx="247303" cy="235552"/>
            <a:chOff x="8295343" y="649654"/>
            <a:chExt cx="143606" cy="136782"/>
          </a:xfrm>
        </p:grpSpPr>
        <p:sp>
          <p:nvSpPr>
            <p:cNvPr id="15" name="Google Shape;15;p2"/>
            <p:cNvSpPr/>
            <p:nvPr/>
          </p:nvSpPr>
          <p:spPr>
            <a:xfrm>
              <a:off x="8295343" y="651412"/>
              <a:ext cx="117098" cy="135024"/>
            </a:xfrm>
            <a:custGeom>
              <a:avLst/>
              <a:gdLst/>
              <a:ahLst/>
              <a:cxnLst/>
              <a:rect l="l" t="t" r="r" b="b"/>
              <a:pathLst>
                <a:path w="9524" h="10982" extrusionOk="0">
                  <a:moveTo>
                    <a:pt x="7981" y="0"/>
                  </a:moveTo>
                  <a:cubicBezTo>
                    <a:pt x="7707" y="0"/>
                    <a:pt x="7407" y="185"/>
                    <a:pt x="7181" y="351"/>
                  </a:cubicBezTo>
                  <a:cubicBezTo>
                    <a:pt x="6879" y="582"/>
                    <a:pt x="6483" y="853"/>
                    <a:pt x="6104" y="853"/>
                  </a:cubicBezTo>
                  <a:cubicBezTo>
                    <a:pt x="6076" y="853"/>
                    <a:pt x="6047" y="851"/>
                    <a:pt x="6018" y="848"/>
                  </a:cubicBezTo>
                  <a:cubicBezTo>
                    <a:pt x="5801" y="817"/>
                    <a:pt x="5615" y="739"/>
                    <a:pt x="5398" y="677"/>
                  </a:cubicBezTo>
                  <a:cubicBezTo>
                    <a:pt x="5325" y="660"/>
                    <a:pt x="5250" y="652"/>
                    <a:pt x="5172" y="652"/>
                  </a:cubicBezTo>
                  <a:cubicBezTo>
                    <a:pt x="4902" y="652"/>
                    <a:pt x="4608" y="750"/>
                    <a:pt x="4343" y="894"/>
                  </a:cubicBezTo>
                  <a:cubicBezTo>
                    <a:pt x="4064" y="1096"/>
                    <a:pt x="3800" y="1360"/>
                    <a:pt x="3552" y="1639"/>
                  </a:cubicBezTo>
                  <a:cubicBezTo>
                    <a:pt x="3257" y="2011"/>
                    <a:pt x="2932" y="2476"/>
                    <a:pt x="2466" y="2523"/>
                  </a:cubicBezTo>
                  <a:cubicBezTo>
                    <a:pt x="2322" y="2523"/>
                    <a:pt x="2204" y="2502"/>
                    <a:pt x="2083" y="2502"/>
                  </a:cubicBezTo>
                  <a:cubicBezTo>
                    <a:pt x="2022" y="2502"/>
                    <a:pt x="1960" y="2507"/>
                    <a:pt x="1893" y="2523"/>
                  </a:cubicBezTo>
                  <a:cubicBezTo>
                    <a:pt x="1706" y="2554"/>
                    <a:pt x="1598" y="2631"/>
                    <a:pt x="1474" y="2724"/>
                  </a:cubicBezTo>
                  <a:cubicBezTo>
                    <a:pt x="822" y="3190"/>
                    <a:pt x="357" y="3934"/>
                    <a:pt x="171" y="4725"/>
                  </a:cubicBezTo>
                  <a:cubicBezTo>
                    <a:pt x="0" y="5516"/>
                    <a:pt x="218" y="6400"/>
                    <a:pt x="683" y="7052"/>
                  </a:cubicBezTo>
                  <a:cubicBezTo>
                    <a:pt x="978" y="7517"/>
                    <a:pt x="1443" y="7889"/>
                    <a:pt x="1846" y="8215"/>
                  </a:cubicBezTo>
                  <a:cubicBezTo>
                    <a:pt x="2848" y="8947"/>
                    <a:pt x="4053" y="9499"/>
                    <a:pt x="5283" y="9499"/>
                  </a:cubicBezTo>
                  <a:cubicBezTo>
                    <a:pt x="5538" y="9499"/>
                    <a:pt x="5794" y="9475"/>
                    <a:pt x="6049" y="9425"/>
                  </a:cubicBezTo>
                  <a:lnTo>
                    <a:pt x="6049" y="9425"/>
                  </a:lnTo>
                  <a:cubicBezTo>
                    <a:pt x="6018" y="9921"/>
                    <a:pt x="6018" y="10510"/>
                    <a:pt x="6390" y="10789"/>
                  </a:cubicBezTo>
                  <a:cubicBezTo>
                    <a:pt x="6538" y="10929"/>
                    <a:pt x="6739" y="10982"/>
                    <a:pt x="6950" y="10982"/>
                  </a:cubicBezTo>
                  <a:cubicBezTo>
                    <a:pt x="7137" y="10982"/>
                    <a:pt x="7332" y="10941"/>
                    <a:pt x="7507" y="10883"/>
                  </a:cubicBezTo>
                  <a:cubicBezTo>
                    <a:pt x="8019" y="10758"/>
                    <a:pt x="8453" y="10510"/>
                    <a:pt x="8841" y="10216"/>
                  </a:cubicBezTo>
                  <a:cubicBezTo>
                    <a:pt x="9136" y="9998"/>
                    <a:pt x="9430" y="9673"/>
                    <a:pt x="9461" y="9301"/>
                  </a:cubicBezTo>
                  <a:cubicBezTo>
                    <a:pt x="9508" y="8897"/>
                    <a:pt x="9213" y="8510"/>
                    <a:pt x="9058" y="8137"/>
                  </a:cubicBezTo>
                  <a:cubicBezTo>
                    <a:pt x="8655" y="7269"/>
                    <a:pt x="8763" y="6261"/>
                    <a:pt x="8980" y="5315"/>
                  </a:cubicBezTo>
                  <a:cubicBezTo>
                    <a:pt x="9198" y="4400"/>
                    <a:pt x="9523" y="3469"/>
                    <a:pt x="9523" y="2523"/>
                  </a:cubicBezTo>
                  <a:cubicBezTo>
                    <a:pt x="9523" y="1856"/>
                    <a:pt x="9353" y="1174"/>
                    <a:pt x="8949" y="646"/>
                  </a:cubicBezTo>
                  <a:cubicBezTo>
                    <a:pt x="8763" y="429"/>
                    <a:pt x="8484" y="134"/>
                    <a:pt x="8220" y="57"/>
                  </a:cubicBezTo>
                  <a:cubicBezTo>
                    <a:pt x="8145" y="17"/>
                    <a:pt x="8064" y="0"/>
                    <a:pt x="79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301060" y="649654"/>
              <a:ext cx="137888" cy="128925"/>
            </a:xfrm>
            <a:custGeom>
              <a:avLst/>
              <a:gdLst/>
              <a:ahLst/>
              <a:cxnLst/>
              <a:rect l="l" t="t" r="r" b="b"/>
              <a:pathLst>
                <a:path w="11215" h="10486" extrusionOk="0">
                  <a:moveTo>
                    <a:pt x="8256" y="0"/>
                  </a:moveTo>
                  <a:cubicBezTo>
                    <a:pt x="7935" y="0"/>
                    <a:pt x="7617" y="80"/>
                    <a:pt x="7337" y="262"/>
                  </a:cubicBezTo>
                  <a:cubicBezTo>
                    <a:pt x="6907" y="520"/>
                    <a:pt x="6529" y="1017"/>
                    <a:pt x="6046" y="1017"/>
                  </a:cubicBezTo>
                  <a:cubicBezTo>
                    <a:pt x="6007" y="1017"/>
                    <a:pt x="5966" y="1013"/>
                    <a:pt x="5925" y="1006"/>
                  </a:cubicBezTo>
                  <a:cubicBezTo>
                    <a:pt x="5553" y="913"/>
                    <a:pt x="5305" y="588"/>
                    <a:pt x="4964" y="510"/>
                  </a:cubicBezTo>
                  <a:cubicBezTo>
                    <a:pt x="4903" y="494"/>
                    <a:pt x="4843" y="486"/>
                    <a:pt x="4785" y="486"/>
                  </a:cubicBezTo>
                  <a:cubicBezTo>
                    <a:pt x="4293" y="486"/>
                    <a:pt x="3893" y="1033"/>
                    <a:pt x="3630" y="1518"/>
                  </a:cubicBezTo>
                  <a:cubicBezTo>
                    <a:pt x="3361" y="2013"/>
                    <a:pt x="2950" y="2573"/>
                    <a:pt x="2444" y="2573"/>
                  </a:cubicBezTo>
                  <a:cubicBezTo>
                    <a:pt x="2396" y="2573"/>
                    <a:pt x="2346" y="2568"/>
                    <a:pt x="2296" y="2557"/>
                  </a:cubicBezTo>
                  <a:cubicBezTo>
                    <a:pt x="2125" y="2557"/>
                    <a:pt x="2001" y="2480"/>
                    <a:pt x="1831" y="2449"/>
                  </a:cubicBezTo>
                  <a:cubicBezTo>
                    <a:pt x="1776" y="2433"/>
                    <a:pt x="1720" y="2426"/>
                    <a:pt x="1665" y="2426"/>
                  </a:cubicBezTo>
                  <a:cubicBezTo>
                    <a:pt x="1392" y="2426"/>
                    <a:pt x="1122" y="2602"/>
                    <a:pt x="916" y="2821"/>
                  </a:cubicBezTo>
                  <a:cubicBezTo>
                    <a:pt x="1" y="3767"/>
                    <a:pt x="78" y="5365"/>
                    <a:pt x="807" y="6450"/>
                  </a:cubicBezTo>
                  <a:cubicBezTo>
                    <a:pt x="1893" y="8110"/>
                    <a:pt x="4219" y="9056"/>
                    <a:pt x="6034" y="9428"/>
                  </a:cubicBezTo>
                  <a:cubicBezTo>
                    <a:pt x="5879" y="9754"/>
                    <a:pt x="5925" y="10157"/>
                    <a:pt x="6282" y="10374"/>
                  </a:cubicBezTo>
                  <a:cubicBezTo>
                    <a:pt x="6439" y="10453"/>
                    <a:pt x="6613" y="10485"/>
                    <a:pt x="6792" y="10485"/>
                  </a:cubicBezTo>
                  <a:cubicBezTo>
                    <a:pt x="7000" y="10485"/>
                    <a:pt x="7214" y="10441"/>
                    <a:pt x="7414" y="10374"/>
                  </a:cubicBezTo>
                  <a:cubicBezTo>
                    <a:pt x="7880" y="10235"/>
                    <a:pt x="8345" y="10048"/>
                    <a:pt x="8748" y="9831"/>
                  </a:cubicBezTo>
                  <a:cubicBezTo>
                    <a:pt x="9074" y="9661"/>
                    <a:pt x="9415" y="9444"/>
                    <a:pt x="9586" y="9118"/>
                  </a:cubicBezTo>
                  <a:cubicBezTo>
                    <a:pt x="9741" y="8792"/>
                    <a:pt x="9694" y="8342"/>
                    <a:pt x="9368" y="8172"/>
                  </a:cubicBezTo>
                  <a:cubicBezTo>
                    <a:pt x="10919" y="7117"/>
                    <a:pt x="11214" y="4961"/>
                    <a:pt x="10919" y="3131"/>
                  </a:cubicBezTo>
                  <a:cubicBezTo>
                    <a:pt x="10780" y="2247"/>
                    <a:pt x="10485" y="1317"/>
                    <a:pt x="9834" y="665"/>
                  </a:cubicBezTo>
                  <a:cubicBezTo>
                    <a:pt x="9434" y="265"/>
                    <a:pt x="8840" y="0"/>
                    <a:pt x="82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388785" y="674601"/>
              <a:ext cx="21369" cy="65422"/>
            </a:xfrm>
            <a:custGeom>
              <a:avLst/>
              <a:gdLst/>
              <a:ahLst/>
              <a:cxnLst/>
              <a:rect l="l" t="t" r="r" b="b"/>
              <a:pathLst>
                <a:path w="1738" h="5321" extrusionOk="0">
                  <a:moveTo>
                    <a:pt x="0" y="1"/>
                  </a:moveTo>
                  <a:lnTo>
                    <a:pt x="434" y="1319"/>
                  </a:lnTo>
                  <a:cubicBezTo>
                    <a:pt x="589" y="1738"/>
                    <a:pt x="683" y="2203"/>
                    <a:pt x="807" y="2607"/>
                  </a:cubicBezTo>
                  <a:cubicBezTo>
                    <a:pt x="915" y="3072"/>
                    <a:pt x="1008" y="3491"/>
                    <a:pt x="1086" y="3956"/>
                  </a:cubicBezTo>
                  <a:lnTo>
                    <a:pt x="1303" y="5321"/>
                  </a:lnTo>
                  <a:cubicBezTo>
                    <a:pt x="1551" y="4855"/>
                    <a:pt x="1613" y="4421"/>
                    <a:pt x="1675" y="3909"/>
                  </a:cubicBezTo>
                  <a:cubicBezTo>
                    <a:pt x="1737" y="3413"/>
                    <a:pt x="1675" y="2963"/>
                    <a:pt x="1551" y="2451"/>
                  </a:cubicBezTo>
                  <a:cubicBezTo>
                    <a:pt x="1474" y="1955"/>
                    <a:pt x="1272" y="1490"/>
                    <a:pt x="1008" y="1087"/>
                  </a:cubicBezTo>
                  <a:cubicBezTo>
                    <a:pt x="729" y="652"/>
                    <a:pt x="419" y="280"/>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341683" y="692342"/>
              <a:ext cx="38533" cy="60073"/>
            </a:xfrm>
            <a:custGeom>
              <a:avLst/>
              <a:gdLst/>
              <a:ahLst/>
              <a:cxnLst/>
              <a:rect l="l" t="t" r="r" b="b"/>
              <a:pathLst>
                <a:path w="3134" h="4886" extrusionOk="0">
                  <a:moveTo>
                    <a:pt x="0" y="0"/>
                  </a:moveTo>
                  <a:lnTo>
                    <a:pt x="0" y="0"/>
                  </a:lnTo>
                  <a:cubicBezTo>
                    <a:pt x="78" y="512"/>
                    <a:pt x="217" y="1008"/>
                    <a:pt x="372" y="1443"/>
                  </a:cubicBezTo>
                  <a:cubicBezTo>
                    <a:pt x="528" y="1939"/>
                    <a:pt x="729" y="2404"/>
                    <a:pt x="993" y="2823"/>
                  </a:cubicBezTo>
                  <a:cubicBezTo>
                    <a:pt x="1241" y="3257"/>
                    <a:pt x="1536" y="3645"/>
                    <a:pt x="1892" y="4017"/>
                  </a:cubicBezTo>
                  <a:cubicBezTo>
                    <a:pt x="2265" y="4390"/>
                    <a:pt x="2668" y="4684"/>
                    <a:pt x="3133" y="4886"/>
                  </a:cubicBezTo>
                  <a:lnTo>
                    <a:pt x="2342" y="3645"/>
                  </a:lnTo>
                  <a:cubicBezTo>
                    <a:pt x="2094" y="3242"/>
                    <a:pt x="1877" y="2854"/>
                    <a:pt x="1629" y="2451"/>
                  </a:cubicBezTo>
                  <a:cubicBezTo>
                    <a:pt x="1381" y="2048"/>
                    <a:pt x="1117" y="1613"/>
                    <a:pt x="869" y="1210"/>
                  </a:cubicBezTo>
                  <a:cubicBezTo>
                    <a:pt x="621" y="807"/>
                    <a:pt x="326" y="37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367613" y="650011"/>
              <a:ext cx="31672" cy="12602"/>
            </a:xfrm>
            <a:custGeom>
              <a:avLst/>
              <a:gdLst/>
              <a:ahLst/>
              <a:cxnLst/>
              <a:rect l="l" t="t" r="r" b="b"/>
              <a:pathLst>
                <a:path w="2576" h="1025" extrusionOk="0">
                  <a:moveTo>
                    <a:pt x="1" y="729"/>
                  </a:moveTo>
                  <a:lnTo>
                    <a:pt x="1" y="729"/>
                  </a:lnTo>
                  <a:cubicBezTo>
                    <a:pt x="119" y="847"/>
                    <a:pt x="248" y="921"/>
                    <a:pt x="389" y="960"/>
                  </a:cubicBezTo>
                  <a:lnTo>
                    <a:pt x="389" y="960"/>
                  </a:lnTo>
                  <a:cubicBezTo>
                    <a:pt x="341" y="943"/>
                    <a:pt x="294" y="923"/>
                    <a:pt x="249" y="900"/>
                  </a:cubicBezTo>
                  <a:cubicBezTo>
                    <a:pt x="171" y="853"/>
                    <a:pt x="78" y="776"/>
                    <a:pt x="1" y="729"/>
                  </a:cubicBezTo>
                  <a:close/>
                  <a:moveTo>
                    <a:pt x="2575" y="0"/>
                  </a:moveTo>
                  <a:cubicBezTo>
                    <a:pt x="2327" y="31"/>
                    <a:pt x="2079" y="78"/>
                    <a:pt x="1862" y="248"/>
                  </a:cubicBezTo>
                  <a:cubicBezTo>
                    <a:pt x="1487" y="512"/>
                    <a:pt x="1100" y="999"/>
                    <a:pt x="634" y="999"/>
                  </a:cubicBezTo>
                  <a:cubicBezTo>
                    <a:pt x="579" y="999"/>
                    <a:pt x="523" y="992"/>
                    <a:pt x="466" y="977"/>
                  </a:cubicBezTo>
                  <a:cubicBezTo>
                    <a:pt x="440" y="973"/>
                    <a:pt x="414" y="967"/>
                    <a:pt x="389" y="960"/>
                  </a:cubicBezTo>
                  <a:lnTo>
                    <a:pt x="389" y="960"/>
                  </a:lnTo>
                  <a:cubicBezTo>
                    <a:pt x="518" y="1005"/>
                    <a:pt x="655" y="1024"/>
                    <a:pt x="794" y="1024"/>
                  </a:cubicBezTo>
                  <a:cubicBezTo>
                    <a:pt x="1077" y="1024"/>
                    <a:pt x="1370" y="943"/>
                    <a:pt x="1629" y="822"/>
                  </a:cubicBezTo>
                  <a:cubicBezTo>
                    <a:pt x="2001" y="621"/>
                    <a:pt x="2342" y="326"/>
                    <a:pt x="2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300875" y="658974"/>
              <a:ext cx="85819" cy="119003"/>
            </a:xfrm>
            <a:custGeom>
              <a:avLst/>
              <a:gdLst/>
              <a:ahLst/>
              <a:cxnLst/>
              <a:rect l="l" t="t" r="r" b="b"/>
              <a:pathLst>
                <a:path w="6980" h="9679" extrusionOk="0">
                  <a:moveTo>
                    <a:pt x="4172" y="0"/>
                  </a:moveTo>
                  <a:cubicBezTo>
                    <a:pt x="3955" y="217"/>
                    <a:pt x="3753" y="512"/>
                    <a:pt x="3629" y="760"/>
                  </a:cubicBezTo>
                  <a:cubicBezTo>
                    <a:pt x="3358" y="1261"/>
                    <a:pt x="2941" y="1827"/>
                    <a:pt x="2428" y="1827"/>
                  </a:cubicBezTo>
                  <a:cubicBezTo>
                    <a:pt x="2384" y="1827"/>
                    <a:pt x="2340" y="1823"/>
                    <a:pt x="2296" y="1815"/>
                  </a:cubicBezTo>
                  <a:cubicBezTo>
                    <a:pt x="2109" y="1768"/>
                    <a:pt x="2001" y="1691"/>
                    <a:pt x="1830" y="1691"/>
                  </a:cubicBezTo>
                  <a:cubicBezTo>
                    <a:pt x="1780" y="1679"/>
                    <a:pt x="1730" y="1674"/>
                    <a:pt x="1680" y="1674"/>
                  </a:cubicBezTo>
                  <a:cubicBezTo>
                    <a:pt x="1394" y="1674"/>
                    <a:pt x="1127" y="1852"/>
                    <a:pt x="915" y="2063"/>
                  </a:cubicBezTo>
                  <a:cubicBezTo>
                    <a:pt x="0" y="3009"/>
                    <a:pt x="78" y="4607"/>
                    <a:pt x="791" y="5692"/>
                  </a:cubicBezTo>
                  <a:cubicBezTo>
                    <a:pt x="1877" y="7321"/>
                    <a:pt x="4203" y="8298"/>
                    <a:pt x="6049" y="8732"/>
                  </a:cubicBezTo>
                  <a:cubicBezTo>
                    <a:pt x="5878" y="9058"/>
                    <a:pt x="5925" y="9492"/>
                    <a:pt x="6297" y="9678"/>
                  </a:cubicBezTo>
                  <a:lnTo>
                    <a:pt x="6220" y="9601"/>
                  </a:lnTo>
                  <a:cubicBezTo>
                    <a:pt x="6111" y="9352"/>
                    <a:pt x="6142" y="9058"/>
                    <a:pt x="6328" y="8810"/>
                  </a:cubicBezTo>
                  <a:cubicBezTo>
                    <a:pt x="6499" y="8592"/>
                    <a:pt x="6731" y="8437"/>
                    <a:pt x="6979" y="8344"/>
                  </a:cubicBezTo>
                  <a:lnTo>
                    <a:pt x="6979" y="8344"/>
                  </a:lnTo>
                  <a:cubicBezTo>
                    <a:pt x="6795" y="8384"/>
                    <a:pt x="6610" y="8402"/>
                    <a:pt x="6425" y="8402"/>
                  </a:cubicBezTo>
                  <a:cubicBezTo>
                    <a:pt x="5600" y="8402"/>
                    <a:pt x="4777" y="8045"/>
                    <a:pt x="4017" y="7677"/>
                  </a:cubicBezTo>
                  <a:cubicBezTo>
                    <a:pt x="2963" y="7181"/>
                    <a:pt x="1939" y="6638"/>
                    <a:pt x="1256" y="5692"/>
                  </a:cubicBezTo>
                  <a:cubicBezTo>
                    <a:pt x="714" y="4932"/>
                    <a:pt x="543" y="3940"/>
                    <a:pt x="760" y="3009"/>
                  </a:cubicBezTo>
                  <a:cubicBezTo>
                    <a:pt x="838" y="2714"/>
                    <a:pt x="1008" y="2172"/>
                    <a:pt x="1303" y="2001"/>
                  </a:cubicBezTo>
                  <a:cubicBezTo>
                    <a:pt x="1435" y="1921"/>
                    <a:pt x="1594" y="1900"/>
                    <a:pt x="1764" y="1900"/>
                  </a:cubicBezTo>
                  <a:cubicBezTo>
                    <a:pt x="1949" y="1900"/>
                    <a:pt x="2147" y="1925"/>
                    <a:pt x="2335" y="1925"/>
                  </a:cubicBezTo>
                  <a:cubicBezTo>
                    <a:pt x="2440" y="1925"/>
                    <a:pt x="2542" y="1917"/>
                    <a:pt x="2637" y="1892"/>
                  </a:cubicBezTo>
                  <a:cubicBezTo>
                    <a:pt x="2854" y="1846"/>
                    <a:pt x="3040" y="1675"/>
                    <a:pt x="3211" y="1551"/>
                  </a:cubicBezTo>
                  <a:cubicBezTo>
                    <a:pt x="3629" y="1225"/>
                    <a:pt x="3940" y="760"/>
                    <a:pt x="4095" y="264"/>
                  </a:cubicBezTo>
                  <a:cubicBezTo>
                    <a:pt x="4126" y="186"/>
                    <a:pt x="4126" y="78"/>
                    <a:pt x="41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a:off x="-21743" y="78434"/>
            <a:ext cx="7072787" cy="4163477"/>
            <a:chOff x="-21743" y="78434"/>
            <a:chExt cx="7072787" cy="4163477"/>
          </a:xfrm>
        </p:grpSpPr>
        <p:grpSp>
          <p:nvGrpSpPr>
            <p:cNvPr id="22" name="Google Shape;22;p2"/>
            <p:cNvGrpSpPr/>
            <p:nvPr/>
          </p:nvGrpSpPr>
          <p:grpSpPr>
            <a:xfrm>
              <a:off x="449611" y="270128"/>
              <a:ext cx="777485" cy="420627"/>
              <a:chOff x="3418236" y="595953"/>
              <a:chExt cx="777485" cy="420627"/>
            </a:xfrm>
          </p:grpSpPr>
          <p:sp>
            <p:nvSpPr>
              <p:cNvPr id="23" name="Google Shape;23;p2"/>
              <p:cNvSpPr/>
              <p:nvPr/>
            </p:nvSpPr>
            <p:spPr>
              <a:xfrm>
                <a:off x="3673589" y="648137"/>
                <a:ext cx="46875" cy="47058"/>
              </a:xfrm>
              <a:custGeom>
                <a:avLst/>
                <a:gdLst/>
                <a:ahLst/>
                <a:cxnLst/>
                <a:rect l="l" t="t" r="r" b="b"/>
                <a:pathLst>
                  <a:path w="3832" h="3847" extrusionOk="0">
                    <a:moveTo>
                      <a:pt x="1924" y="0"/>
                    </a:moveTo>
                    <a:cubicBezTo>
                      <a:pt x="870" y="0"/>
                      <a:pt x="1" y="869"/>
                      <a:pt x="1" y="1923"/>
                    </a:cubicBezTo>
                    <a:cubicBezTo>
                      <a:pt x="1" y="2962"/>
                      <a:pt x="870" y="3846"/>
                      <a:pt x="1924" y="3846"/>
                    </a:cubicBezTo>
                    <a:cubicBezTo>
                      <a:pt x="2963" y="3846"/>
                      <a:pt x="3832" y="2962"/>
                      <a:pt x="3832" y="1923"/>
                    </a:cubicBezTo>
                    <a:cubicBezTo>
                      <a:pt x="3832" y="869"/>
                      <a:pt x="2963" y="0"/>
                      <a:pt x="19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567729" y="634277"/>
                <a:ext cx="27523" cy="27719"/>
              </a:xfrm>
              <a:custGeom>
                <a:avLst/>
                <a:gdLst/>
                <a:ahLst/>
                <a:cxnLst/>
                <a:rect l="l" t="t" r="r" b="b"/>
                <a:pathLst>
                  <a:path w="2250" h="2266" extrusionOk="0">
                    <a:moveTo>
                      <a:pt x="1133" y="1"/>
                    </a:moveTo>
                    <a:cubicBezTo>
                      <a:pt x="512" y="1"/>
                      <a:pt x="1" y="513"/>
                      <a:pt x="1" y="1133"/>
                    </a:cubicBezTo>
                    <a:cubicBezTo>
                      <a:pt x="1" y="1754"/>
                      <a:pt x="512" y="2265"/>
                      <a:pt x="1133" y="2265"/>
                    </a:cubicBezTo>
                    <a:cubicBezTo>
                      <a:pt x="1753" y="2265"/>
                      <a:pt x="2250" y="1754"/>
                      <a:pt x="2250" y="1133"/>
                    </a:cubicBezTo>
                    <a:cubicBezTo>
                      <a:pt x="2250" y="513"/>
                      <a:pt x="1753" y="1"/>
                      <a:pt x="11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3595436" y="710926"/>
                <a:ext cx="35670" cy="35682"/>
              </a:xfrm>
              <a:custGeom>
                <a:avLst/>
                <a:gdLst/>
                <a:ahLst/>
                <a:cxnLst/>
                <a:rect l="l" t="t" r="r" b="b"/>
                <a:pathLst>
                  <a:path w="2916" h="2917" extrusionOk="0">
                    <a:moveTo>
                      <a:pt x="1458" y="1"/>
                    </a:moveTo>
                    <a:cubicBezTo>
                      <a:pt x="667" y="1"/>
                      <a:pt x="0" y="668"/>
                      <a:pt x="0" y="1459"/>
                    </a:cubicBezTo>
                    <a:cubicBezTo>
                      <a:pt x="0" y="2250"/>
                      <a:pt x="667" y="2917"/>
                      <a:pt x="1458" y="2917"/>
                    </a:cubicBezTo>
                    <a:cubicBezTo>
                      <a:pt x="2264" y="2870"/>
                      <a:pt x="2916" y="2250"/>
                      <a:pt x="2916" y="1459"/>
                    </a:cubicBezTo>
                    <a:cubicBezTo>
                      <a:pt x="2916" y="668"/>
                      <a:pt x="2249" y="1"/>
                      <a:pt x="14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3606249" y="794596"/>
                <a:ext cx="33590" cy="33786"/>
              </a:xfrm>
              <a:custGeom>
                <a:avLst/>
                <a:gdLst/>
                <a:ahLst/>
                <a:cxnLst/>
                <a:rect l="l" t="t" r="r" b="b"/>
                <a:pathLst>
                  <a:path w="2746" h="2762" extrusionOk="0">
                    <a:moveTo>
                      <a:pt x="1380" y="1"/>
                    </a:moveTo>
                    <a:cubicBezTo>
                      <a:pt x="605" y="1"/>
                      <a:pt x="0" y="621"/>
                      <a:pt x="0" y="1381"/>
                    </a:cubicBezTo>
                    <a:cubicBezTo>
                      <a:pt x="0" y="2141"/>
                      <a:pt x="605" y="2761"/>
                      <a:pt x="1380" y="2761"/>
                    </a:cubicBezTo>
                    <a:cubicBezTo>
                      <a:pt x="2140" y="2761"/>
                      <a:pt x="2745" y="2141"/>
                      <a:pt x="2745" y="1381"/>
                    </a:cubicBezTo>
                    <a:cubicBezTo>
                      <a:pt x="2745" y="621"/>
                      <a:pt x="2140" y="1"/>
                      <a:pt x="13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3738482" y="770315"/>
                <a:ext cx="55034" cy="55034"/>
              </a:xfrm>
              <a:custGeom>
                <a:avLst/>
                <a:gdLst/>
                <a:ahLst/>
                <a:cxnLst/>
                <a:rect l="l" t="t" r="r" b="b"/>
                <a:pathLst>
                  <a:path w="4499" h="4499" extrusionOk="0">
                    <a:moveTo>
                      <a:pt x="2249" y="0"/>
                    </a:moveTo>
                    <a:cubicBezTo>
                      <a:pt x="1008" y="0"/>
                      <a:pt x="0" y="1008"/>
                      <a:pt x="0" y="2249"/>
                    </a:cubicBezTo>
                    <a:cubicBezTo>
                      <a:pt x="0" y="3490"/>
                      <a:pt x="1008" y="4498"/>
                      <a:pt x="2249" y="4498"/>
                    </a:cubicBezTo>
                    <a:cubicBezTo>
                      <a:pt x="3490" y="4498"/>
                      <a:pt x="4498" y="3490"/>
                      <a:pt x="4498" y="2249"/>
                    </a:cubicBezTo>
                    <a:cubicBezTo>
                      <a:pt x="4498" y="1008"/>
                      <a:pt x="3490" y="0"/>
                      <a:pt x="22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3789137" y="647757"/>
                <a:ext cx="60147" cy="60147"/>
              </a:xfrm>
              <a:custGeom>
                <a:avLst/>
                <a:gdLst/>
                <a:ahLst/>
                <a:cxnLst/>
                <a:rect l="l" t="t" r="r" b="b"/>
                <a:pathLst>
                  <a:path w="4917" h="4917" extrusionOk="0">
                    <a:moveTo>
                      <a:pt x="2451" y="0"/>
                    </a:moveTo>
                    <a:cubicBezTo>
                      <a:pt x="1117" y="0"/>
                      <a:pt x="0" y="1086"/>
                      <a:pt x="0" y="2451"/>
                    </a:cubicBezTo>
                    <a:cubicBezTo>
                      <a:pt x="0" y="3800"/>
                      <a:pt x="1086" y="4917"/>
                      <a:pt x="2451" y="4917"/>
                    </a:cubicBezTo>
                    <a:cubicBezTo>
                      <a:pt x="3831" y="4917"/>
                      <a:pt x="4917" y="3831"/>
                      <a:pt x="4917" y="2451"/>
                    </a:cubicBezTo>
                    <a:cubicBezTo>
                      <a:pt x="4917" y="1117"/>
                      <a:pt x="3831" y="0"/>
                      <a:pt x="24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3842446" y="748871"/>
                <a:ext cx="28465" cy="28477"/>
              </a:xfrm>
              <a:custGeom>
                <a:avLst/>
                <a:gdLst/>
                <a:ahLst/>
                <a:cxnLst/>
                <a:rect l="l" t="t" r="r" b="b"/>
                <a:pathLst>
                  <a:path w="2327" h="2328" extrusionOk="0">
                    <a:moveTo>
                      <a:pt x="1164" y="1"/>
                    </a:moveTo>
                    <a:cubicBezTo>
                      <a:pt x="543" y="1"/>
                      <a:pt x="0" y="544"/>
                      <a:pt x="0" y="1164"/>
                    </a:cubicBezTo>
                    <a:cubicBezTo>
                      <a:pt x="0" y="1784"/>
                      <a:pt x="543" y="2327"/>
                      <a:pt x="1164" y="2327"/>
                    </a:cubicBezTo>
                    <a:cubicBezTo>
                      <a:pt x="1815" y="2327"/>
                      <a:pt x="2327" y="1784"/>
                      <a:pt x="2327" y="1164"/>
                    </a:cubicBezTo>
                    <a:cubicBezTo>
                      <a:pt x="2327" y="544"/>
                      <a:pt x="1784" y="1"/>
                      <a:pt x="11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3707742" y="846768"/>
                <a:ext cx="17468" cy="17664"/>
              </a:xfrm>
              <a:custGeom>
                <a:avLst/>
                <a:gdLst/>
                <a:ahLst/>
                <a:cxnLst/>
                <a:rect l="l" t="t" r="r" b="b"/>
                <a:pathLst>
                  <a:path w="1428" h="1444" extrusionOk="0">
                    <a:moveTo>
                      <a:pt x="714" y="1"/>
                    </a:moveTo>
                    <a:cubicBezTo>
                      <a:pt x="311" y="1"/>
                      <a:pt x="1" y="326"/>
                      <a:pt x="1" y="730"/>
                    </a:cubicBezTo>
                    <a:cubicBezTo>
                      <a:pt x="1" y="1117"/>
                      <a:pt x="311" y="1443"/>
                      <a:pt x="714" y="1443"/>
                    </a:cubicBezTo>
                    <a:cubicBezTo>
                      <a:pt x="1117" y="1443"/>
                      <a:pt x="1428" y="1117"/>
                      <a:pt x="1428" y="730"/>
                    </a:cubicBezTo>
                    <a:cubicBezTo>
                      <a:pt x="1428" y="326"/>
                      <a:pt x="1117" y="1"/>
                      <a:pt x="7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489563" y="685311"/>
                <a:ext cx="19364" cy="19560"/>
              </a:xfrm>
              <a:custGeom>
                <a:avLst/>
                <a:gdLst/>
                <a:ahLst/>
                <a:cxnLst/>
                <a:rect l="l" t="t" r="r" b="b"/>
                <a:pathLst>
                  <a:path w="1583" h="1599" extrusionOk="0">
                    <a:moveTo>
                      <a:pt x="792" y="1"/>
                    </a:moveTo>
                    <a:cubicBezTo>
                      <a:pt x="326" y="1"/>
                      <a:pt x="1" y="373"/>
                      <a:pt x="1" y="807"/>
                    </a:cubicBezTo>
                    <a:cubicBezTo>
                      <a:pt x="1" y="1273"/>
                      <a:pt x="373" y="1598"/>
                      <a:pt x="792" y="1598"/>
                    </a:cubicBezTo>
                    <a:cubicBezTo>
                      <a:pt x="1226" y="1598"/>
                      <a:pt x="1583" y="1211"/>
                      <a:pt x="1583" y="807"/>
                    </a:cubicBezTo>
                    <a:cubicBezTo>
                      <a:pt x="1583" y="342"/>
                      <a:pt x="1226" y="1"/>
                      <a:pt x="7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418236" y="604112"/>
                <a:ext cx="46863" cy="46875"/>
              </a:xfrm>
              <a:custGeom>
                <a:avLst/>
                <a:gdLst/>
                <a:ahLst/>
                <a:cxnLst/>
                <a:rect l="l" t="t" r="r" b="b"/>
                <a:pathLst>
                  <a:path w="3831" h="3832" extrusionOk="0">
                    <a:moveTo>
                      <a:pt x="1908" y="1"/>
                    </a:moveTo>
                    <a:cubicBezTo>
                      <a:pt x="853" y="1"/>
                      <a:pt x="0" y="854"/>
                      <a:pt x="0" y="1909"/>
                    </a:cubicBezTo>
                    <a:cubicBezTo>
                      <a:pt x="0" y="2979"/>
                      <a:pt x="853" y="3832"/>
                      <a:pt x="1908" y="3832"/>
                    </a:cubicBezTo>
                    <a:cubicBezTo>
                      <a:pt x="2978" y="3832"/>
                      <a:pt x="3831" y="2979"/>
                      <a:pt x="3831" y="1909"/>
                    </a:cubicBezTo>
                    <a:cubicBezTo>
                      <a:pt x="3831" y="854"/>
                      <a:pt x="2978" y="1"/>
                      <a:pt x="19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3947169" y="595953"/>
                <a:ext cx="35682" cy="35682"/>
              </a:xfrm>
              <a:custGeom>
                <a:avLst/>
                <a:gdLst/>
                <a:ahLst/>
                <a:cxnLst/>
                <a:rect l="l" t="t" r="r" b="b"/>
                <a:pathLst>
                  <a:path w="2917" h="2917" extrusionOk="0">
                    <a:moveTo>
                      <a:pt x="1459" y="1"/>
                    </a:moveTo>
                    <a:cubicBezTo>
                      <a:pt x="652" y="1"/>
                      <a:pt x="1" y="652"/>
                      <a:pt x="1" y="1459"/>
                    </a:cubicBezTo>
                    <a:cubicBezTo>
                      <a:pt x="1" y="2265"/>
                      <a:pt x="652" y="2917"/>
                      <a:pt x="1459" y="2917"/>
                    </a:cubicBezTo>
                    <a:cubicBezTo>
                      <a:pt x="2265" y="2917"/>
                      <a:pt x="2917" y="2265"/>
                      <a:pt x="2917" y="1459"/>
                    </a:cubicBezTo>
                    <a:cubicBezTo>
                      <a:pt x="2917" y="652"/>
                      <a:pt x="2265" y="1"/>
                      <a:pt x="14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4059671" y="671660"/>
                <a:ext cx="27523" cy="27523"/>
              </a:xfrm>
              <a:custGeom>
                <a:avLst/>
                <a:gdLst/>
                <a:ahLst/>
                <a:cxnLst/>
                <a:rect l="l" t="t" r="r" b="b"/>
                <a:pathLst>
                  <a:path w="2250" h="2250" extrusionOk="0">
                    <a:moveTo>
                      <a:pt x="1118" y="0"/>
                    </a:moveTo>
                    <a:cubicBezTo>
                      <a:pt x="497" y="0"/>
                      <a:pt x="1" y="497"/>
                      <a:pt x="1" y="1117"/>
                    </a:cubicBezTo>
                    <a:cubicBezTo>
                      <a:pt x="1" y="1737"/>
                      <a:pt x="497" y="2249"/>
                      <a:pt x="1118" y="2249"/>
                    </a:cubicBezTo>
                    <a:cubicBezTo>
                      <a:pt x="1738" y="2249"/>
                      <a:pt x="2250" y="1737"/>
                      <a:pt x="2250" y="1117"/>
                    </a:cubicBezTo>
                    <a:cubicBezTo>
                      <a:pt x="2250" y="497"/>
                      <a:pt x="1738" y="0"/>
                      <a:pt x="11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4173507" y="651170"/>
                <a:ext cx="22214" cy="22398"/>
              </a:xfrm>
              <a:custGeom>
                <a:avLst/>
                <a:gdLst/>
                <a:ahLst/>
                <a:cxnLst/>
                <a:rect l="l" t="t" r="r" b="b"/>
                <a:pathLst>
                  <a:path w="1816" h="1831" extrusionOk="0">
                    <a:moveTo>
                      <a:pt x="916" y="0"/>
                    </a:moveTo>
                    <a:cubicBezTo>
                      <a:pt x="404" y="0"/>
                      <a:pt x="1" y="419"/>
                      <a:pt x="1" y="915"/>
                    </a:cubicBezTo>
                    <a:cubicBezTo>
                      <a:pt x="1" y="1412"/>
                      <a:pt x="404" y="1830"/>
                      <a:pt x="916" y="1830"/>
                    </a:cubicBezTo>
                    <a:cubicBezTo>
                      <a:pt x="1412" y="1830"/>
                      <a:pt x="1815" y="1412"/>
                      <a:pt x="1815" y="915"/>
                    </a:cubicBezTo>
                    <a:cubicBezTo>
                      <a:pt x="1815" y="419"/>
                      <a:pt x="1412" y="0"/>
                      <a:pt x="91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3545918" y="960408"/>
                <a:ext cx="16135" cy="16147"/>
              </a:xfrm>
              <a:custGeom>
                <a:avLst/>
                <a:gdLst/>
                <a:ahLst/>
                <a:cxnLst/>
                <a:rect l="l" t="t" r="r" b="b"/>
                <a:pathLst>
                  <a:path w="1319" h="1320" extrusionOk="0">
                    <a:moveTo>
                      <a:pt x="667" y="1"/>
                    </a:moveTo>
                    <a:cubicBezTo>
                      <a:pt x="295" y="1"/>
                      <a:pt x="0" y="296"/>
                      <a:pt x="0" y="668"/>
                    </a:cubicBezTo>
                    <a:cubicBezTo>
                      <a:pt x="0" y="1025"/>
                      <a:pt x="295" y="1319"/>
                      <a:pt x="667" y="1319"/>
                    </a:cubicBezTo>
                    <a:cubicBezTo>
                      <a:pt x="1024" y="1319"/>
                      <a:pt x="1318" y="1025"/>
                      <a:pt x="1318" y="668"/>
                    </a:cubicBezTo>
                    <a:cubicBezTo>
                      <a:pt x="1318" y="296"/>
                      <a:pt x="1024" y="1"/>
                      <a:pt x="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3611179" y="960224"/>
                <a:ext cx="56355" cy="56355"/>
              </a:xfrm>
              <a:custGeom>
                <a:avLst/>
                <a:gdLst/>
                <a:ahLst/>
                <a:cxnLst/>
                <a:rect l="l" t="t" r="r" b="b"/>
                <a:pathLst>
                  <a:path w="4607" h="4607" extrusionOk="0">
                    <a:moveTo>
                      <a:pt x="2311" y="0"/>
                    </a:moveTo>
                    <a:cubicBezTo>
                      <a:pt x="1039" y="0"/>
                      <a:pt x="0" y="1040"/>
                      <a:pt x="0" y="2311"/>
                    </a:cubicBezTo>
                    <a:cubicBezTo>
                      <a:pt x="0" y="3583"/>
                      <a:pt x="1039" y="4607"/>
                      <a:pt x="2311" y="4607"/>
                    </a:cubicBezTo>
                    <a:cubicBezTo>
                      <a:pt x="3583" y="4607"/>
                      <a:pt x="4607" y="3583"/>
                      <a:pt x="4607" y="2311"/>
                    </a:cubicBezTo>
                    <a:cubicBezTo>
                      <a:pt x="4607" y="1040"/>
                      <a:pt x="3583" y="0"/>
                      <a:pt x="23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3540218" y="859294"/>
                <a:ext cx="27523" cy="27523"/>
              </a:xfrm>
              <a:custGeom>
                <a:avLst/>
                <a:gdLst/>
                <a:ahLst/>
                <a:cxnLst/>
                <a:rect l="l" t="t" r="r" b="b"/>
                <a:pathLst>
                  <a:path w="2250" h="2250" extrusionOk="0">
                    <a:moveTo>
                      <a:pt x="1133" y="0"/>
                    </a:moveTo>
                    <a:cubicBezTo>
                      <a:pt x="513" y="0"/>
                      <a:pt x="1" y="497"/>
                      <a:pt x="1" y="1117"/>
                    </a:cubicBezTo>
                    <a:cubicBezTo>
                      <a:pt x="1" y="1737"/>
                      <a:pt x="513" y="2249"/>
                      <a:pt x="1133" y="2249"/>
                    </a:cubicBezTo>
                    <a:cubicBezTo>
                      <a:pt x="1753" y="2249"/>
                      <a:pt x="2250" y="1737"/>
                      <a:pt x="2250" y="1117"/>
                    </a:cubicBezTo>
                    <a:cubicBezTo>
                      <a:pt x="2250" y="497"/>
                      <a:pt x="1753" y="0"/>
                      <a:pt x="11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21743" y="78434"/>
              <a:ext cx="7072787" cy="4163477"/>
              <a:chOff x="-21743" y="78434"/>
              <a:chExt cx="7072787" cy="4163477"/>
            </a:xfrm>
          </p:grpSpPr>
          <p:grpSp>
            <p:nvGrpSpPr>
              <p:cNvPr id="40" name="Google Shape;40;p2"/>
              <p:cNvGrpSpPr/>
              <p:nvPr/>
            </p:nvGrpSpPr>
            <p:grpSpPr>
              <a:xfrm>
                <a:off x="6180334" y="78434"/>
                <a:ext cx="870711" cy="827216"/>
                <a:chOff x="9980459" y="2165834"/>
                <a:chExt cx="870711" cy="827216"/>
              </a:xfrm>
            </p:grpSpPr>
            <p:sp>
              <p:nvSpPr>
                <p:cNvPr id="41" name="Google Shape;41;p2"/>
                <p:cNvSpPr/>
                <p:nvPr/>
              </p:nvSpPr>
              <p:spPr>
                <a:xfrm rot="10800000">
                  <a:off x="10213460" y="2343701"/>
                  <a:ext cx="134624" cy="134624"/>
                </a:xfrm>
                <a:custGeom>
                  <a:avLst/>
                  <a:gdLst/>
                  <a:ahLst/>
                  <a:cxnLst/>
                  <a:rect l="l" t="t" r="r" b="b"/>
                  <a:pathLst>
                    <a:path w="9509" h="9509" extrusionOk="0">
                      <a:moveTo>
                        <a:pt x="4747" y="1"/>
                      </a:moveTo>
                      <a:cubicBezTo>
                        <a:pt x="2141" y="1"/>
                        <a:pt x="1" y="2141"/>
                        <a:pt x="1" y="4747"/>
                      </a:cubicBezTo>
                      <a:cubicBezTo>
                        <a:pt x="1" y="7368"/>
                        <a:pt x="2141" y="9508"/>
                        <a:pt x="4747" y="9508"/>
                      </a:cubicBezTo>
                      <a:cubicBezTo>
                        <a:pt x="7368" y="9508"/>
                        <a:pt x="9508" y="7368"/>
                        <a:pt x="9508" y="4747"/>
                      </a:cubicBezTo>
                      <a:cubicBezTo>
                        <a:pt x="9508" y="2141"/>
                        <a:pt x="7368" y="1"/>
                        <a:pt x="47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rot="10800000">
                  <a:off x="10777154" y="2288576"/>
                  <a:ext cx="74015" cy="74242"/>
                </a:xfrm>
                <a:custGeom>
                  <a:avLst/>
                  <a:gdLst/>
                  <a:ahLst/>
                  <a:cxnLst/>
                  <a:rect l="l" t="t" r="r" b="b"/>
                  <a:pathLst>
                    <a:path w="5228" h="5244" extrusionOk="0">
                      <a:moveTo>
                        <a:pt x="2622" y="1"/>
                      </a:moveTo>
                      <a:cubicBezTo>
                        <a:pt x="1164" y="1"/>
                        <a:pt x="1" y="1164"/>
                        <a:pt x="1" y="2622"/>
                      </a:cubicBezTo>
                      <a:cubicBezTo>
                        <a:pt x="1" y="4080"/>
                        <a:pt x="1164" y="5243"/>
                        <a:pt x="2622" y="5243"/>
                      </a:cubicBezTo>
                      <a:cubicBezTo>
                        <a:pt x="4064" y="5243"/>
                        <a:pt x="5227" y="4080"/>
                        <a:pt x="5227" y="2622"/>
                      </a:cubicBezTo>
                      <a:cubicBezTo>
                        <a:pt x="5227" y="1164"/>
                        <a:pt x="4064" y="1"/>
                        <a:pt x="26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10800000">
                  <a:off x="10495198" y="2600634"/>
                  <a:ext cx="74015" cy="74228"/>
                </a:xfrm>
                <a:custGeom>
                  <a:avLst/>
                  <a:gdLst/>
                  <a:ahLst/>
                  <a:cxnLst/>
                  <a:rect l="l" t="t" r="r" b="b"/>
                  <a:pathLst>
                    <a:path w="5228" h="5243" extrusionOk="0">
                      <a:moveTo>
                        <a:pt x="2606" y="1"/>
                      </a:moveTo>
                      <a:cubicBezTo>
                        <a:pt x="1164" y="1"/>
                        <a:pt x="1" y="1164"/>
                        <a:pt x="1" y="2622"/>
                      </a:cubicBezTo>
                      <a:cubicBezTo>
                        <a:pt x="1" y="4080"/>
                        <a:pt x="1164" y="5243"/>
                        <a:pt x="2606" y="5243"/>
                      </a:cubicBezTo>
                      <a:cubicBezTo>
                        <a:pt x="4064" y="5196"/>
                        <a:pt x="5228" y="4018"/>
                        <a:pt x="5228" y="2622"/>
                      </a:cubicBezTo>
                      <a:cubicBezTo>
                        <a:pt x="5228" y="1164"/>
                        <a:pt x="4064" y="1"/>
                        <a:pt x="26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rot="10800000">
                  <a:off x="10489491" y="2202505"/>
                  <a:ext cx="61486" cy="61486"/>
                </a:xfrm>
                <a:custGeom>
                  <a:avLst/>
                  <a:gdLst/>
                  <a:ahLst/>
                  <a:cxnLst/>
                  <a:rect l="l" t="t" r="r" b="b"/>
                  <a:pathLst>
                    <a:path w="4343" h="4343" extrusionOk="0">
                      <a:moveTo>
                        <a:pt x="2171" y="0"/>
                      </a:moveTo>
                      <a:cubicBezTo>
                        <a:pt x="977" y="0"/>
                        <a:pt x="0" y="977"/>
                        <a:pt x="0" y="2172"/>
                      </a:cubicBezTo>
                      <a:cubicBezTo>
                        <a:pt x="0" y="3381"/>
                        <a:pt x="977" y="4343"/>
                        <a:pt x="2171" y="4343"/>
                      </a:cubicBezTo>
                      <a:cubicBezTo>
                        <a:pt x="3381" y="4312"/>
                        <a:pt x="4343" y="3335"/>
                        <a:pt x="4343" y="2172"/>
                      </a:cubicBezTo>
                      <a:cubicBezTo>
                        <a:pt x="4343" y="977"/>
                        <a:pt x="3381" y="0"/>
                        <a:pt x="21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10800000">
                  <a:off x="9980459" y="2165834"/>
                  <a:ext cx="61500" cy="61486"/>
                </a:xfrm>
                <a:custGeom>
                  <a:avLst/>
                  <a:gdLst/>
                  <a:ahLst/>
                  <a:cxnLst/>
                  <a:rect l="l" t="t" r="r" b="b"/>
                  <a:pathLst>
                    <a:path w="4344" h="4343" extrusionOk="0">
                      <a:moveTo>
                        <a:pt x="2172" y="0"/>
                      </a:moveTo>
                      <a:cubicBezTo>
                        <a:pt x="962" y="0"/>
                        <a:pt x="0" y="962"/>
                        <a:pt x="0" y="2172"/>
                      </a:cubicBezTo>
                      <a:cubicBezTo>
                        <a:pt x="0" y="3366"/>
                        <a:pt x="962" y="4343"/>
                        <a:pt x="2172" y="4343"/>
                      </a:cubicBezTo>
                      <a:cubicBezTo>
                        <a:pt x="3366" y="4343"/>
                        <a:pt x="4343" y="3366"/>
                        <a:pt x="4343" y="2172"/>
                      </a:cubicBezTo>
                      <a:cubicBezTo>
                        <a:pt x="4343" y="962"/>
                        <a:pt x="3366" y="0"/>
                        <a:pt x="21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rot="10800000">
                  <a:off x="10821069" y="2980308"/>
                  <a:ext cx="12529" cy="12742"/>
                </a:xfrm>
                <a:custGeom>
                  <a:avLst/>
                  <a:gdLst/>
                  <a:ahLst/>
                  <a:cxnLst/>
                  <a:rect l="l" t="t" r="r" b="b"/>
                  <a:pathLst>
                    <a:path w="885" h="900" extrusionOk="0">
                      <a:moveTo>
                        <a:pt x="435" y="0"/>
                      </a:moveTo>
                      <a:cubicBezTo>
                        <a:pt x="186" y="0"/>
                        <a:pt x="0" y="218"/>
                        <a:pt x="0" y="450"/>
                      </a:cubicBezTo>
                      <a:cubicBezTo>
                        <a:pt x="0" y="698"/>
                        <a:pt x="171" y="853"/>
                        <a:pt x="435" y="900"/>
                      </a:cubicBezTo>
                      <a:cubicBezTo>
                        <a:pt x="698" y="900"/>
                        <a:pt x="884" y="698"/>
                        <a:pt x="884" y="450"/>
                      </a:cubicBezTo>
                      <a:cubicBezTo>
                        <a:pt x="884" y="202"/>
                        <a:pt x="667" y="0"/>
                        <a:pt x="4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2"/>
              <p:cNvGrpSpPr/>
              <p:nvPr/>
            </p:nvGrpSpPr>
            <p:grpSpPr>
              <a:xfrm>
                <a:off x="-21743" y="2646981"/>
                <a:ext cx="416358" cy="1594930"/>
                <a:chOff x="10512770" y="3179919"/>
                <a:chExt cx="416358" cy="1594930"/>
              </a:xfrm>
            </p:grpSpPr>
            <p:sp>
              <p:nvSpPr>
                <p:cNvPr id="48" name="Google Shape;48;p2"/>
                <p:cNvSpPr/>
                <p:nvPr/>
              </p:nvSpPr>
              <p:spPr>
                <a:xfrm rot="10800000">
                  <a:off x="10694807" y="4461480"/>
                  <a:ext cx="64785" cy="64785"/>
                </a:xfrm>
                <a:custGeom>
                  <a:avLst/>
                  <a:gdLst/>
                  <a:ahLst/>
                  <a:cxnLst/>
                  <a:rect l="l" t="t" r="r" b="b"/>
                  <a:pathLst>
                    <a:path w="4576" h="4576" extrusionOk="0">
                      <a:moveTo>
                        <a:pt x="2295" y="0"/>
                      </a:moveTo>
                      <a:cubicBezTo>
                        <a:pt x="1008" y="0"/>
                        <a:pt x="0" y="1040"/>
                        <a:pt x="0" y="2280"/>
                      </a:cubicBezTo>
                      <a:cubicBezTo>
                        <a:pt x="0" y="3552"/>
                        <a:pt x="1008" y="4576"/>
                        <a:pt x="2295" y="4576"/>
                      </a:cubicBezTo>
                      <a:cubicBezTo>
                        <a:pt x="3567" y="4576"/>
                        <a:pt x="4575" y="3521"/>
                        <a:pt x="4575" y="2280"/>
                      </a:cubicBezTo>
                      <a:cubicBezTo>
                        <a:pt x="4575" y="1009"/>
                        <a:pt x="3567" y="0"/>
                        <a:pt x="22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rot="10800000">
                  <a:off x="10636173" y="4349482"/>
                  <a:ext cx="40193" cy="40193"/>
                </a:xfrm>
                <a:custGeom>
                  <a:avLst/>
                  <a:gdLst/>
                  <a:ahLst/>
                  <a:cxnLst/>
                  <a:rect l="l" t="t" r="r" b="b"/>
                  <a:pathLst>
                    <a:path w="2839" h="2839" extrusionOk="0">
                      <a:moveTo>
                        <a:pt x="1412" y="0"/>
                      </a:moveTo>
                      <a:cubicBezTo>
                        <a:pt x="636" y="0"/>
                        <a:pt x="0" y="667"/>
                        <a:pt x="0" y="1427"/>
                      </a:cubicBezTo>
                      <a:cubicBezTo>
                        <a:pt x="0" y="2172"/>
                        <a:pt x="636" y="2839"/>
                        <a:pt x="1412" y="2839"/>
                      </a:cubicBezTo>
                      <a:cubicBezTo>
                        <a:pt x="2187" y="2839"/>
                        <a:pt x="2838" y="2172"/>
                        <a:pt x="2838" y="1427"/>
                      </a:cubicBezTo>
                      <a:cubicBezTo>
                        <a:pt x="2838" y="652"/>
                        <a:pt x="2171" y="0"/>
                        <a:pt x="14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rot="10800000">
                  <a:off x="10739397" y="4281187"/>
                  <a:ext cx="116389" cy="116389"/>
                </a:xfrm>
                <a:custGeom>
                  <a:avLst/>
                  <a:gdLst/>
                  <a:ahLst/>
                  <a:cxnLst/>
                  <a:rect l="l" t="t" r="r" b="b"/>
                  <a:pathLst>
                    <a:path w="8221" h="8221" extrusionOk="0">
                      <a:moveTo>
                        <a:pt x="4111" y="0"/>
                      </a:moveTo>
                      <a:cubicBezTo>
                        <a:pt x="1800" y="0"/>
                        <a:pt x="1" y="1861"/>
                        <a:pt x="1" y="4110"/>
                      </a:cubicBezTo>
                      <a:cubicBezTo>
                        <a:pt x="1" y="6359"/>
                        <a:pt x="1846" y="8189"/>
                        <a:pt x="4111" y="8220"/>
                      </a:cubicBezTo>
                      <a:cubicBezTo>
                        <a:pt x="6406" y="8220"/>
                        <a:pt x="8221" y="6359"/>
                        <a:pt x="8221" y="4110"/>
                      </a:cubicBezTo>
                      <a:cubicBezTo>
                        <a:pt x="8221" y="1799"/>
                        <a:pt x="6360" y="0"/>
                        <a:pt x="41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rot="10800000">
                  <a:off x="10660117" y="4190057"/>
                  <a:ext cx="56007" cy="56007"/>
                </a:xfrm>
                <a:custGeom>
                  <a:avLst/>
                  <a:gdLst/>
                  <a:ahLst/>
                  <a:cxnLst/>
                  <a:rect l="l" t="t" r="r" b="b"/>
                  <a:pathLst>
                    <a:path w="3956" h="3956" extrusionOk="0">
                      <a:moveTo>
                        <a:pt x="1971" y="1"/>
                      </a:moveTo>
                      <a:cubicBezTo>
                        <a:pt x="885" y="1"/>
                        <a:pt x="1" y="885"/>
                        <a:pt x="1" y="1986"/>
                      </a:cubicBezTo>
                      <a:cubicBezTo>
                        <a:pt x="1" y="3072"/>
                        <a:pt x="885" y="3956"/>
                        <a:pt x="1971" y="3956"/>
                      </a:cubicBezTo>
                      <a:cubicBezTo>
                        <a:pt x="3056" y="3956"/>
                        <a:pt x="3956" y="3056"/>
                        <a:pt x="3956" y="1986"/>
                      </a:cubicBezTo>
                      <a:cubicBezTo>
                        <a:pt x="3956" y="900"/>
                        <a:pt x="3056" y="1"/>
                        <a:pt x="19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rot="10800000">
                  <a:off x="10777379" y="4127914"/>
                  <a:ext cx="52269" cy="52269"/>
                </a:xfrm>
                <a:custGeom>
                  <a:avLst/>
                  <a:gdLst/>
                  <a:ahLst/>
                  <a:cxnLst/>
                  <a:rect l="l" t="t" r="r" b="b"/>
                  <a:pathLst>
                    <a:path w="3692" h="3692" extrusionOk="0">
                      <a:moveTo>
                        <a:pt x="1846" y="1"/>
                      </a:moveTo>
                      <a:cubicBezTo>
                        <a:pt x="822" y="1"/>
                        <a:pt x="0" y="838"/>
                        <a:pt x="0" y="1846"/>
                      </a:cubicBezTo>
                      <a:cubicBezTo>
                        <a:pt x="0" y="2839"/>
                        <a:pt x="807" y="3692"/>
                        <a:pt x="1846" y="3692"/>
                      </a:cubicBezTo>
                      <a:cubicBezTo>
                        <a:pt x="2885" y="3692"/>
                        <a:pt x="3692" y="2870"/>
                        <a:pt x="3692" y="1846"/>
                      </a:cubicBezTo>
                      <a:cubicBezTo>
                        <a:pt x="3692" y="823"/>
                        <a:pt x="2854" y="1"/>
                        <a:pt x="18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rot="10800000">
                  <a:off x="10699633" y="4025801"/>
                  <a:ext cx="44596" cy="44582"/>
                </a:xfrm>
                <a:custGeom>
                  <a:avLst/>
                  <a:gdLst/>
                  <a:ahLst/>
                  <a:cxnLst/>
                  <a:rect l="l" t="t" r="r" b="b"/>
                  <a:pathLst>
                    <a:path w="3150" h="3149" extrusionOk="0">
                      <a:moveTo>
                        <a:pt x="1583" y="0"/>
                      </a:moveTo>
                      <a:cubicBezTo>
                        <a:pt x="683" y="0"/>
                        <a:pt x="1" y="714"/>
                        <a:pt x="1" y="1567"/>
                      </a:cubicBezTo>
                      <a:cubicBezTo>
                        <a:pt x="1" y="2404"/>
                        <a:pt x="699" y="3102"/>
                        <a:pt x="1583" y="3149"/>
                      </a:cubicBezTo>
                      <a:cubicBezTo>
                        <a:pt x="2467" y="3149"/>
                        <a:pt x="3149" y="2420"/>
                        <a:pt x="3149" y="1567"/>
                      </a:cubicBezTo>
                      <a:cubicBezTo>
                        <a:pt x="3149" y="683"/>
                        <a:pt x="2436" y="0"/>
                        <a:pt x="15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rot="10800000">
                  <a:off x="10512770" y="4381541"/>
                  <a:ext cx="79933" cy="79721"/>
                </a:xfrm>
                <a:custGeom>
                  <a:avLst/>
                  <a:gdLst/>
                  <a:ahLst/>
                  <a:cxnLst/>
                  <a:rect l="l" t="t" r="r" b="b"/>
                  <a:pathLst>
                    <a:path w="5646" h="5631" extrusionOk="0">
                      <a:moveTo>
                        <a:pt x="2823" y="0"/>
                      </a:moveTo>
                      <a:cubicBezTo>
                        <a:pt x="1241" y="0"/>
                        <a:pt x="0" y="1241"/>
                        <a:pt x="0" y="2808"/>
                      </a:cubicBezTo>
                      <a:cubicBezTo>
                        <a:pt x="0" y="4389"/>
                        <a:pt x="1303" y="5630"/>
                        <a:pt x="2839" y="5630"/>
                      </a:cubicBezTo>
                      <a:cubicBezTo>
                        <a:pt x="4405" y="5630"/>
                        <a:pt x="5646" y="4389"/>
                        <a:pt x="5646" y="2808"/>
                      </a:cubicBezTo>
                      <a:cubicBezTo>
                        <a:pt x="5646" y="1241"/>
                        <a:pt x="4390" y="0"/>
                        <a:pt x="28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rot="10800000">
                  <a:off x="10868731" y="4490901"/>
                  <a:ext cx="60396" cy="60396"/>
                </a:xfrm>
                <a:custGeom>
                  <a:avLst/>
                  <a:gdLst/>
                  <a:ahLst/>
                  <a:cxnLst/>
                  <a:rect l="l" t="t" r="r" b="b"/>
                  <a:pathLst>
                    <a:path w="4266" h="4266" extrusionOk="0">
                      <a:moveTo>
                        <a:pt x="2125" y="0"/>
                      </a:moveTo>
                      <a:cubicBezTo>
                        <a:pt x="962" y="0"/>
                        <a:pt x="1" y="977"/>
                        <a:pt x="1" y="2141"/>
                      </a:cubicBezTo>
                      <a:cubicBezTo>
                        <a:pt x="1" y="3304"/>
                        <a:pt x="962" y="4265"/>
                        <a:pt x="2125" y="4265"/>
                      </a:cubicBezTo>
                      <a:cubicBezTo>
                        <a:pt x="3289" y="4265"/>
                        <a:pt x="4266" y="3304"/>
                        <a:pt x="4266" y="2141"/>
                      </a:cubicBezTo>
                      <a:cubicBezTo>
                        <a:pt x="4266" y="977"/>
                        <a:pt x="3289" y="0"/>
                        <a:pt x="2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rot="10800000">
                  <a:off x="10785065" y="4626383"/>
                  <a:ext cx="28556" cy="28570"/>
                </a:xfrm>
                <a:custGeom>
                  <a:avLst/>
                  <a:gdLst/>
                  <a:ahLst/>
                  <a:cxnLst/>
                  <a:rect l="l" t="t" r="r" b="b"/>
                  <a:pathLst>
                    <a:path w="2017" h="2018" extrusionOk="0">
                      <a:moveTo>
                        <a:pt x="1009" y="1"/>
                      </a:moveTo>
                      <a:cubicBezTo>
                        <a:pt x="450" y="1"/>
                        <a:pt x="1" y="435"/>
                        <a:pt x="1" y="1009"/>
                      </a:cubicBezTo>
                      <a:cubicBezTo>
                        <a:pt x="1" y="1521"/>
                        <a:pt x="450" y="1971"/>
                        <a:pt x="1009" y="2017"/>
                      </a:cubicBezTo>
                      <a:cubicBezTo>
                        <a:pt x="1567" y="2017"/>
                        <a:pt x="2017" y="1567"/>
                        <a:pt x="2017" y="1009"/>
                      </a:cubicBezTo>
                      <a:cubicBezTo>
                        <a:pt x="2017" y="435"/>
                        <a:pt x="1567" y="1"/>
                        <a:pt x="10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rot="10800000">
                  <a:off x="10760034" y="4726968"/>
                  <a:ext cx="47881" cy="47881"/>
                </a:xfrm>
                <a:custGeom>
                  <a:avLst/>
                  <a:gdLst/>
                  <a:ahLst/>
                  <a:cxnLst/>
                  <a:rect l="l" t="t" r="r" b="b"/>
                  <a:pathLst>
                    <a:path w="3382" h="3382" extrusionOk="0">
                      <a:moveTo>
                        <a:pt x="1691" y="1"/>
                      </a:moveTo>
                      <a:cubicBezTo>
                        <a:pt x="761" y="1"/>
                        <a:pt x="1" y="761"/>
                        <a:pt x="1" y="1691"/>
                      </a:cubicBezTo>
                      <a:cubicBezTo>
                        <a:pt x="1" y="2622"/>
                        <a:pt x="761" y="3382"/>
                        <a:pt x="1691" y="3382"/>
                      </a:cubicBezTo>
                      <a:cubicBezTo>
                        <a:pt x="2622" y="3382"/>
                        <a:pt x="3382" y="2622"/>
                        <a:pt x="3382" y="1691"/>
                      </a:cubicBezTo>
                      <a:cubicBezTo>
                        <a:pt x="3382" y="761"/>
                        <a:pt x="2622" y="1"/>
                        <a:pt x="1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rot="10800000">
                  <a:off x="10751469" y="3804446"/>
                  <a:ext cx="60396" cy="60396"/>
                </a:xfrm>
                <a:custGeom>
                  <a:avLst/>
                  <a:gdLst/>
                  <a:ahLst/>
                  <a:cxnLst/>
                  <a:rect l="l" t="t" r="r" b="b"/>
                  <a:pathLst>
                    <a:path w="4266" h="4266" extrusionOk="0">
                      <a:moveTo>
                        <a:pt x="2126" y="0"/>
                      </a:moveTo>
                      <a:cubicBezTo>
                        <a:pt x="962" y="0"/>
                        <a:pt x="1" y="977"/>
                        <a:pt x="1" y="2141"/>
                      </a:cubicBezTo>
                      <a:cubicBezTo>
                        <a:pt x="1" y="3304"/>
                        <a:pt x="962" y="4234"/>
                        <a:pt x="2126" y="4265"/>
                      </a:cubicBezTo>
                      <a:cubicBezTo>
                        <a:pt x="3289" y="4265"/>
                        <a:pt x="4266" y="3304"/>
                        <a:pt x="4266" y="2141"/>
                      </a:cubicBezTo>
                      <a:cubicBezTo>
                        <a:pt x="4266" y="977"/>
                        <a:pt x="3289" y="0"/>
                        <a:pt x="21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10805710" y="3637556"/>
                  <a:ext cx="47654" cy="47654"/>
                </a:xfrm>
                <a:custGeom>
                  <a:avLst/>
                  <a:gdLst/>
                  <a:ahLst/>
                  <a:cxnLst/>
                  <a:rect l="l" t="t" r="r" b="b"/>
                  <a:pathLst>
                    <a:path w="3366" h="3366" extrusionOk="0">
                      <a:moveTo>
                        <a:pt x="1675" y="0"/>
                      </a:moveTo>
                      <a:cubicBezTo>
                        <a:pt x="745" y="0"/>
                        <a:pt x="0" y="745"/>
                        <a:pt x="0" y="1691"/>
                      </a:cubicBezTo>
                      <a:cubicBezTo>
                        <a:pt x="0" y="2621"/>
                        <a:pt x="745" y="3366"/>
                        <a:pt x="1675" y="3366"/>
                      </a:cubicBezTo>
                      <a:cubicBezTo>
                        <a:pt x="2622" y="3366"/>
                        <a:pt x="3366" y="2621"/>
                        <a:pt x="3366" y="1691"/>
                      </a:cubicBezTo>
                      <a:cubicBezTo>
                        <a:pt x="3366" y="745"/>
                        <a:pt x="2622" y="0"/>
                        <a:pt x="16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rot="10800000">
                  <a:off x="10879489" y="3471756"/>
                  <a:ext cx="20217" cy="20217"/>
                </a:xfrm>
                <a:custGeom>
                  <a:avLst/>
                  <a:gdLst/>
                  <a:ahLst/>
                  <a:cxnLst/>
                  <a:rect l="l" t="t" r="r" b="b"/>
                  <a:pathLst>
                    <a:path w="1428" h="1428" extrusionOk="0">
                      <a:moveTo>
                        <a:pt x="714" y="1"/>
                      </a:moveTo>
                      <a:cubicBezTo>
                        <a:pt x="327" y="1"/>
                        <a:pt x="1" y="311"/>
                        <a:pt x="1" y="714"/>
                      </a:cubicBezTo>
                      <a:cubicBezTo>
                        <a:pt x="1" y="1117"/>
                        <a:pt x="327" y="1427"/>
                        <a:pt x="714" y="1427"/>
                      </a:cubicBezTo>
                      <a:cubicBezTo>
                        <a:pt x="1102" y="1427"/>
                        <a:pt x="1428" y="1117"/>
                        <a:pt x="1428" y="714"/>
                      </a:cubicBezTo>
                      <a:cubicBezTo>
                        <a:pt x="1428" y="326"/>
                        <a:pt x="1102" y="1"/>
                        <a:pt x="7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rot="10800000">
                  <a:off x="10780009" y="3338239"/>
                  <a:ext cx="16040" cy="16040"/>
                </a:xfrm>
                <a:custGeom>
                  <a:avLst/>
                  <a:gdLst/>
                  <a:ahLst/>
                  <a:cxnLst/>
                  <a:rect l="l" t="t" r="r" b="b"/>
                  <a:pathLst>
                    <a:path w="1133" h="1133" extrusionOk="0">
                      <a:moveTo>
                        <a:pt x="559" y="0"/>
                      </a:moveTo>
                      <a:cubicBezTo>
                        <a:pt x="233" y="0"/>
                        <a:pt x="0" y="233"/>
                        <a:pt x="0" y="558"/>
                      </a:cubicBezTo>
                      <a:cubicBezTo>
                        <a:pt x="0" y="900"/>
                        <a:pt x="233" y="1132"/>
                        <a:pt x="559" y="1132"/>
                      </a:cubicBezTo>
                      <a:cubicBezTo>
                        <a:pt x="900" y="1132"/>
                        <a:pt x="1133" y="900"/>
                        <a:pt x="1133" y="558"/>
                      </a:cubicBezTo>
                      <a:cubicBezTo>
                        <a:pt x="1133" y="233"/>
                        <a:pt x="900" y="0"/>
                        <a:pt x="5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rot="10800000">
                  <a:off x="10831393" y="3179919"/>
                  <a:ext cx="36243" cy="36243"/>
                </a:xfrm>
                <a:custGeom>
                  <a:avLst/>
                  <a:gdLst/>
                  <a:ahLst/>
                  <a:cxnLst/>
                  <a:rect l="l" t="t" r="r" b="b"/>
                  <a:pathLst>
                    <a:path w="2560" h="2560" extrusionOk="0">
                      <a:moveTo>
                        <a:pt x="1272" y="1"/>
                      </a:moveTo>
                      <a:cubicBezTo>
                        <a:pt x="559" y="1"/>
                        <a:pt x="0" y="606"/>
                        <a:pt x="0" y="1272"/>
                      </a:cubicBezTo>
                      <a:cubicBezTo>
                        <a:pt x="0" y="1955"/>
                        <a:pt x="559" y="2529"/>
                        <a:pt x="1272" y="2560"/>
                      </a:cubicBezTo>
                      <a:cubicBezTo>
                        <a:pt x="2001" y="2560"/>
                        <a:pt x="2559" y="1955"/>
                        <a:pt x="2559" y="1272"/>
                      </a:cubicBezTo>
                      <a:cubicBezTo>
                        <a:pt x="2559" y="559"/>
                        <a:pt x="1955" y="1"/>
                        <a:pt x="12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63" name="Google Shape;63;p2"/>
          <p:cNvSpPr txBox="1">
            <a:spLocks noGrp="1"/>
          </p:cNvSpPr>
          <p:nvPr>
            <p:ph type="ctrTitle"/>
          </p:nvPr>
        </p:nvSpPr>
        <p:spPr>
          <a:xfrm>
            <a:off x="1606350" y="1170844"/>
            <a:ext cx="5931300" cy="2222400"/>
          </a:xfrm>
          <a:prstGeom prst="rect">
            <a:avLst/>
          </a:prstGeom>
          <a:effectLst>
            <a:outerShdw dist="66675" dir="1680000" algn="bl" rotWithShape="0">
              <a:schemeClr val="dk2"/>
            </a:outerShdw>
          </a:effectLst>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6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64" name="Google Shape;64;p2"/>
          <p:cNvSpPr txBox="1">
            <a:spLocks noGrp="1"/>
          </p:cNvSpPr>
          <p:nvPr>
            <p:ph type="subTitle" idx="1"/>
          </p:nvPr>
        </p:nvSpPr>
        <p:spPr>
          <a:xfrm>
            <a:off x="2264840" y="3447219"/>
            <a:ext cx="4614300" cy="475800"/>
          </a:xfrm>
          <a:prstGeom prst="rect">
            <a:avLst/>
          </a:prstGeom>
          <a:solidFill>
            <a:schemeClr val="lt1"/>
          </a:solidFill>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Main point">
  <p:cSld name="MAIN_POINT">
    <p:spTree>
      <p:nvGrpSpPr>
        <p:cNvPr id="1" name="Shape 323"/>
        <p:cNvGrpSpPr/>
        <p:nvPr/>
      </p:nvGrpSpPr>
      <p:grpSpPr>
        <a:xfrm>
          <a:off x="0" y="0"/>
          <a:ext cx="0" cy="0"/>
          <a:chOff x="0" y="0"/>
          <a:chExt cx="0" cy="0"/>
        </a:xfrm>
      </p:grpSpPr>
      <p:pic>
        <p:nvPicPr>
          <p:cNvPr id="324" name="Google Shape;324;p8"/>
          <p:cNvPicPr preferRelativeResize="0"/>
          <p:nvPr/>
        </p:nvPicPr>
        <p:blipFill rotWithShape="1">
          <a:blip r:embed="rId2">
            <a:alphaModFix/>
          </a:blip>
          <a:srcRect/>
          <a:stretch/>
        </p:blipFill>
        <p:spPr>
          <a:xfrm>
            <a:off x="0" y="0"/>
            <a:ext cx="9144000" cy="5143500"/>
          </a:xfrm>
          <a:prstGeom prst="rect">
            <a:avLst/>
          </a:prstGeom>
          <a:noFill/>
          <a:ln>
            <a:noFill/>
          </a:ln>
        </p:spPr>
      </p:pic>
      <p:grpSp>
        <p:nvGrpSpPr>
          <p:cNvPr id="325" name="Google Shape;325;p8"/>
          <p:cNvGrpSpPr/>
          <p:nvPr/>
        </p:nvGrpSpPr>
        <p:grpSpPr>
          <a:xfrm>
            <a:off x="-533642" y="-1447227"/>
            <a:ext cx="10182499" cy="7176056"/>
            <a:chOff x="-533642" y="-1447227"/>
            <a:chExt cx="10182499" cy="7176056"/>
          </a:xfrm>
        </p:grpSpPr>
        <p:sp>
          <p:nvSpPr>
            <p:cNvPr id="326" name="Google Shape;326;p8"/>
            <p:cNvSpPr/>
            <p:nvPr/>
          </p:nvSpPr>
          <p:spPr>
            <a:xfrm rot="10800000" flipH="1">
              <a:off x="-33896" y="2390327"/>
              <a:ext cx="4437276" cy="3338502"/>
            </a:xfrm>
            <a:custGeom>
              <a:avLst/>
              <a:gdLst/>
              <a:ahLst/>
              <a:cxnLst/>
              <a:rect l="l" t="t" r="r" b="b"/>
              <a:pathLst>
                <a:path w="201237" h="151406" extrusionOk="0">
                  <a:moveTo>
                    <a:pt x="0" y="1"/>
                  </a:moveTo>
                  <a:lnTo>
                    <a:pt x="0" y="151405"/>
                  </a:lnTo>
                  <a:cubicBezTo>
                    <a:pt x="6064" y="134314"/>
                    <a:pt x="13447" y="116927"/>
                    <a:pt x="27948" y="106334"/>
                  </a:cubicBezTo>
                  <a:cubicBezTo>
                    <a:pt x="31934" y="103450"/>
                    <a:pt x="36401" y="101108"/>
                    <a:pt x="41224" y="100100"/>
                  </a:cubicBezTo>
                  <a:cubicBezTo>
                    <a:pt x="44033" y="99514"/>
                    <a:pt x="46893" y="99389"/>
                    <a:pt x="49768" y="99389"/>
                  </a:cubicBezTo>
                  <a:cubicBezTo>
                    <a:pt x="51903" y="99389"/>
                    <a:pt x="54046" y="99458"/>
                    <a:pt x="56181" y="99458"/>
                  </a:cubicBezTo>
                  <a:cubicBezTo>
                    <a:pt x="58553" y="99458"/>
                    <a:pt x="60916" y="99373"/>
                    <a:pt x="63248" y="99014"/>
                  </a:cubicBezTo>
                  <a:cubicBezTo>
                    <a:pt x="77052" y="96796"/>
                    <a:pt x="87598" y="85319"/>
                    <a:pt x="94407" y="73128"/>
                  </a:cubicBezTo>
                  <a:cubicBezTo>
                    <a:pt x="101247" y="60938"/>
                    <a:pt x="105589" y="47320"/>
                    <a:pt x="113515" y="35828"/>
                  </a:cubicBezTo>
                  <a:cubicBezTo>
                    <a:pt x="126619" y="16753"/>
                    <a:pt x="149552" y="4917"/>
                    <a:pt x="172677" y="4917"/>
                  </a:cubicBezTo>
                  <a:cubicBezTo>
                    <a:pt x="174541" y="4917"/>
                    <a:pt x="176406" y="4994"/>
                    <a:pt x="178267" y="5150"/>
                  </a:cubicBezTo>
                  <a:cubicBezTo>
                    <a:pt x="183509" y="5600"/>
                    <a:pt x="188891" y="6732"/>
                    <a:pt x="193156" y="9834"/>
                  </a:cubicBezTo>
                  <a:cubicBezTo>
                    <a:pt x="196863" y="12517"/>
                    <a:pt x="199314" y="16425"/>
                    <a:pt x="201237" y="20706"/>
                  </a:cubicBezTo>
                  <a:lnTo>
                    <a:pt x="2012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8"/>
            <p:cNvSpPr/>
            <p:nvPr/>
          </p:nvSpPr>
          <p:spPr>
            <a:xfrm rot="10800000">
              <a:off x="-533642" y="-1447227"/>
              <a:ext cx="1916260" cy="1964466"/>
            </a:xfrm>
            <a:custGeom>
              <a:avLst/>
              <a:gdLst/>
              <a:ahLst/>
              <a:cxnLst/>
              <a:rect l="l" t="t" r="r" b="b"/>
              <a:pathLst>
                <a:path w="135353" h="138758" extrusionOk="0">
                  <a:moveTo>
                    <a:pt x="69551" y="0"/>
                  </a:moveTo>
                  <a:cubicBezTo>
                    <a:pt x="63704" y="0"/>
                    <a:pt x="57794" y="2012"/>
                    <a:pt x="52733" y="5220"/>
                  </a:cubicBezTo>
                  <a:cubicBezTo>
                    <a:pt x="45475" y="9810"/>
                    <a:pt x="39783" y="16619"/>
                    <a:pt x="34696" y="23738"/>
                  </a:cubicBezTo>
                  <a:cubicBezTo>
                    <a:pt x="11478" y="56417"/>
                    <a:pt x="1" y="98060"/>
                    <a:pt x="2870" y="138757"/>
                  </a:cubicBezTo>
                  <a:lnTo>
                    <a:pt x="135353" y="138757"/>
                  </a:lnTo>
                  <a:lnTo>
                    <a:pt x="135353" y="39124"/>
                  </a:lnTo>
                  <a:cubicBezTo>
                    <a:pt x="132719" y="40848"/>
                    <a:pt x="129655" y="41615"/>
                    <a:pt x="126507" y="41615"/>
                  </a:cubicBezTo>
                  <a:cubicBezTo>
                    <a:pt x="121927" y="41615"/>
                    <a:pt x="117168" y="39990"/>
                    <a:pt x="113298" y="37324"/>
                  </a:cubicBezTo>
                  <a:cubicBezTo>
                    <a:pt x="106257" y="32454"/>
                    <a:pt x="101387" y="24901"/>
                    <a:pt x="96238" y="17844"/>
                  </a:cubicBezTo>
                  <a:cubicBezTo>
                    <a:pt x="91073" y="10803"/>
                    <a:pt x="85055" y="3839"/>
                    <a:pt x="77006" y="1187"/>
                  </a:cubicBezTo>
                  <a:cubicBezTo>
                    <a:pt x="74581" y="374"/>
                    <a:pt x="72072" y="0"/>
                    <a:pt x="695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8"/>
            <p:cNvSpPr/>
            <p:nvPr/>
          </p:nvSpPr>
          <p:spPr>
            <a:xfrm rot="-5400000" flipH="1">
              <a:off x="6686610" y="1341196"/>
              <a:ext cx="4303454" cy="1621040"/>
            </a:xfrm>
            <a:custGeom>
              <a:avLst/>
              <a:gdLst/>
              <a:ahLst/>
              <a:cxnLst/>
              <a:rect l="l" t="t" r="r" b="b"/>
              <a:pathLst>
                <a:path w="177462" h="66847" extrusionOk="0">
                  <a:moveTo>
                    <a:pt x="1" y="0"/>
                  </a:moveTo>
                  <a:cubicBezTo>
                    <a:pt x="11" y="1"/>
                    <a:pt x="21" y="2"/>
                    <a:pt x="32" y="4"/>
                  </a:cubicBezTo>
                  <a:lnTo>
                    <a:pt x="32" y="4"/>
                  </a:lnTo>
                  <a:lnTo>
                    <a:pt x="32" y="0"/>
                  </a:lnTo>
                  <a:close/>
                  <a:moveTo>
                    <a:pt x="32" y="4"/>
                  </a:moveTo>
                  <a:lnTo>
                    <a:pt x="32" y="66846"/>
                  </a:lnTo>
                  <a:lnTo>
                    <a:pt x="117889" y="66846"/>
                  </a:lnTo>
                  <a:cubicBezTo>
                    <a:pt x="138765" y="66846"/>
                    <a:pt x="161114" y="63248"/>
                    <a:pt x="177461" y="50220"/>
                  </a:cubicBezTo>
                  <a:lnTo>
                    <a:pt x="177461" y="50220"/>
                  </a:lnTo>
                  <a:cubicBezTo>
                    <a:pt x="165394" y="55022"/>
                    <a:pt x="152469" y="56792"/>
                    <a:pt x="139457" y="56792"/>
                  </a:cubicBezTo>
                  <a:cubicBezTo>
                    <a:pt x="131329" y="56792"/>
                    <a:pt x="123167" y="56101"/>
                    <a:pt x="115159" y="55028"/>
                  </a:cubicBezTo>
                  <a:cubicBezTo>
                    <a:pt x="88374" y="51430"/>
                    <a:pt x="61418" y="43365"/>
                    <a:pt x="40605" y="26180"/>
                  </a:cubicBezTo>
                  <a:cubicBezTo>
                    <a:pt x="34370" y="21031"/>
                    <a:pt x="28786" y="15137"/>
                    <a:pt x="22427" y="10128"/>
                  </a:cubicBezTo>
                  <a:cubicBezTo>
                    <a:pt x="16092" y="5109"/>
                    <a:pt x="8040" y="926"/>
                    <a:pt x="32"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9" name="Google Shape;329;p8"/>
          <p:cNvGrpSpPr/>
          <p:nvPr/>
        </p:nvGrpSpPr>
        <p:grpSpPr>
          <a:xfrm>
            <a:off x="659806" y="1127073"/>
            <a:ext cx="379343" cy="2889354"/>
            <a:chOff x="659806" y="1127073"/>
            <a:chExt cx="379343" cy="2889354"/>
          </a:xfrm>
        </p:grpSpPr>
        <p:grpSp>
          <p:nvGrpSpPr>
            <p:cNvPr id="330" name="Google Shape;330;p8"/>
            <p:cNvGrpSpPr/>
            <p:nvPr/>
          </p:nvGrpSpPr>
          <p:grpSpPr>
            <a:xfrm>
              <a:off x="674855" y="3542885"/>
              <a:ext cx="206244" cy="473542"/>
              <a:chOff x="219275" y="3925975"/>
              <a:chExt cx="228525" cy="524700"/>
            </a:xfrm>
          </p:grpSpPr>
          <p:sp>
            <p:nvSpPr>
              <p:cNvPr id="331" name="Google Shape;331;p8"/>
              <p:cNvSpPr/>
              <p:nvPr/>
            </p:nvSpPr>
            <p:spPr>
              <a:xfrm>
                <a:off x="290175" y="4382200"/>
                <a:ext cx="68400" cy="68475"/>
              </a:xfrm>
              <a:custGeom>
                <a:avLst/>
                <a:gdLst/>
                <a:ahLst/>
                <a:cxnLst/>
                <a:rect l="l" t="t" r="r" b="b"/>
                <a:pathLst>
                  <a:path w="2736" h="2739" extrusionOk="0">
                    <a:moveTo>
                      <a:pt x="1393" y="1"/>
                    </a:moveTo>
                    <a:cubicBezTo>
                      <a:pt x="1373" y="1"/>
                      <a:pt x="1354" y="1"/>
                      <a:pt x="1334" y="2"/>
                    </a:cubicBezTo>
                    <a:cubicBezTo>
                      <a:pt x="567" y="69"/>
                      <a:pt x="0" y="669"/>
                      <a:pt x="33" y="1436"/>
                    </a:cubicBezTo>
                    <a:cubicBezTo>
                      <a:pt x="66" y="2151"/>
                      <a:pt x="667" y="2739"/>
                      <a:pt x="1407" y="2739"/>
                    </a:cubicBezTo>
                    <a:cubicBezTo>
                      <a:pt x="1427" y="2739"/>
                      <a:pt x="1447" y="2738"/>
                      <a:pt x="1468" y="2737"/>
                    </a:cubicBezTo>
                    <a:cubicBezTo>
                      <a:pt x="2202" y="2671"/>
                      <a:pt x="2735" y="2070"/>
                      <a:pt x="2735" y="1303"/>
                    </a:cubicBezTo>
                    <a:cubicBezTo>
                      <a:pt x="2703" y="589"/>
                      <a:pt x="2102" y="1"/>
                      <a:pt x="13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8"/>
              <p:cNvSpPr/>
              <p:nvPr/>
            </p:nvSpPr>
            <p:spPr>
              <a:xfrm>
                <a:off x="219275" y="3925975"/>
                <a:ext cx="228525" cy="224500"/>
              </a:xfrm>
              <a:custGeom>
                <a:avLst/>
                <a:gdLst/>
                <a:ahLst/>
                <a:cxnLst/>
                <a:rect l="l" t="t" r="r" b="b"/>
                <a:pathLst>
                  <a:path w="9141" h="8980" extrusionOk="0">
                    <a:moveTo>
                      <a:pt x="4554" y="1"/>
                    </a:moveTo>
                    <a:cubicBezTo>
                      <a:pt x="4493" y="1"/>
                      <a:pt x="4432" y="2"/>
                      <a:pt x="4371" y="5"/>
                    </a:cubicBezTo>
                    <a:cubicBezTo>
                      <a:pt x="1902" y="138"/>
                      <a:pt x="1" y="2206"/>
                      <a:pt x="101" y="4675"/>
                    </a:cubicBezTo>
                    <a:cubicBezTo>
                      <a:pt x="232" y="7069"/>
                      <a:pt x="2266" y="8979"/>
                      <a:pt x="4680" y="8979"/>
                    </a:cubicBezTo>
                    <a:cubicBezTo>
                      <a:pt x="4721" y="8979"/>
                      <a:pt x="4763" y="8979"/>
                      <a:pt x="4804" y="8978"/>
                    </a:cubicBezTo>
                    <a:cubicBezTo>
                      <a:pt x="7206" y="8878"/>
                      <a:pt x="9141" y="6743"/>
                      <a:pt x="9041" y="4308"/>
                    </a:cubicBezTo>
                    <a:cubicBezTo>
                      <a:pt x="8910" y="1901"/>
                      <a:pt x="6940" y="1"/>
                      <a:pt x="45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 name="Google Shape;333;p8"/>
            <p:cNvGrpSpPr/>
            <p:nvPr/>
          </p:nvGrpSpPr>
          <p:grpSpPr>
            <a:xfrm>
              <a:off x="659806" y="1127073"/>
              <a:ext cx="379343" cy="477919"/>
              <a:chOff x="659806" y="1127073"/>
              <a:chExt cx="379343" cy="477919"/>
            </a:xfrm>
          </p:grpSpPr>
          <p:sp>
            <p:nvSpPr>
              <p:cNvPr id="334" name="Google Shape;334;p8"/>
              <p:cNvSpPr/>
              <p:nvPr/>
            </p:nvSpPr>
            <p:spPr>
              <a:xfrm>
                <a:off x="675622" y="1270819"/>
                <a:ext cx="63987" cy="63987"/>
              </a:xfrm>
              <a:custGeom>
                <a:avLst/>
                <a:gdLst/>
                <a:ahLst/>
                <a:cxnLst/>
                <a:rect l="l" t="t" r="r" b="b"/>
                <a:pathLst>
                  <a:path w="2836" h="2836" extrusionOk="0">
                    <a:moveTo>
                      <a:pt x="1434" y="0"/>
                    </a:moveTo>
                    <a:cubicBezTo>
                      <a:pt x="634" y="0"/>
                      <a:pt x="0" y="634"/>
                      <a:pt x="0" y="1401"/>
                    </a:cubicBezTo>
                    <a:cubicBezTo>
                      <a:pt x="0" y="2202"/>
                      <a:pt x="634" y="2836"/>
                      <a:pt x="1434" y="2836"/>
                    </a:cubicBezTo>
                    <a:cubicBezTo>
                      <a:pt x="2202" y="2836"/>
                      <a:pt x="2835" y="2202"/>
                      <a:pt x="2835" y="1401"/>
                    </a:cubicBezTo>
                    <a:cubicBezTo>
                      <a:pt x="2835" y="634"/>
                      <a:pt x="2202" y="0"/>
                      <a:pt x="14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8"/>
              <p:cNvSpPr/>
              <p:nvPr/>
            </p:nvSpPr>
            <p:spPr>
              <a:xfrm>
                <a:off x="754636" y="1127073"/>
                <a:ext cx="63987" cy="63987"/>
              </a:xfrm>
              <a:custGeom>
                <a:avLst/>
                <a:gdLst/>
                <a:ahLst/>
                <a:cxnLst/>
                <a:rect l="l" t="t" r="r" b="b"/>
                <a:pathLst>
                  <a:path w="2836" h="2836" extrusionOk="0">
                    <a:moveTo>
                      <a:pt x="1435" y="0"/>
                    </a:moveTo>
                    <a:cubicBezTo>
                      <a:pt x="634" y="0"/>
                      <a:pt x="1" y="634"/>
                      <a:pt x="1" y="1401"/>
                    </a:cubicBezTo>
                    <a:cubicBezTo>
                      <a:pt x="1" y="2202"/>
                      <a:pt x="634" y="2835"/>
                      <a:pt x="1435" y="2835"/>
                    </a:cubicBezTo>
                    <a:cubicBezTo>
                      <a:pt x="2202" y="2835"/>
                      <a:pt x="2836" y="2202"/>
                      <a:pt x="2836" y="1401"/>
                    </a:cubicBezTo>
                    <a:cubicBezTo>
                      <a:pt x="2836" y="634"/>
                      <a:pt x="2202" y="0"/>
                      <a:pt x="14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8"/>
              <p:cNvSpPr/>
              <p:nvPr/>
            </p:nvSpPr>
            <p:spPr>
              <a:xfrm>
                <a:off x="659806" y="1552286"/>
                <a:ext cx="52706" cy="52706"/>
              </a:xfrm>
              <a:custGeom>
                <a:avLst/>
                <a:gdLst/>
                <a:ahLst/>
                <a:cxnLst/>
                <a:rect l="l" t="t" r="r" b="b"/>
                <a:pathLst>
                  <a:path w="2336" h="2336" extrusionOk="0">
                    <a:moveTo>
                      <a:pt x="1168" y="1"/>
                    </a:moveTo>
                    <a:cubicBezTo>
                      <a:pt x="501" y="1"/>
                      <a:pt x="1" y="535"/>
                      <a:pt x="1" y="1168"/>
                    </a:cubicBezTo>
                    <a:cubicBezTo>
                      <a:pt x="1" y="1836"/>
                      <a:pt x="534" y="2336"/>
                      <a:pt x="1168" y="2336"/>
                    </a:cubicBezTo>
                    <a:cubicBezTo>
                      <a:pt x="1835" y="2336"/>
                      <a:pt x="2336" y="1836"/>
                      <a:pt x="2336" y="1168"/>
                    </a:cubicBezTo>
                    <a:cubicBezTo>
                      <a:pt x="2336" y="501"/>
                      <a:pt x="1802" y="1"/>
                      <a:pt x="11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8"/>
              <p:cNvSpPr/>
              <p:nvPr/>
            </p:nvSpPr>
            <p:spPr>
              <a:xfrm>
                <a:off x="999236" y="1261771"/>
                <a:ext cx="39913" cy="39168"/>
              </a:xfrm>
              <a:custGeom>
                <a:avLst/>
                <a:gdLst/>
                <a:ahLst/>
                <a:cxnLst/>
                <a:rect l="l" t="t" r="r" b="b"/>
                <a:pathLst>
                  <a:path w="1769" h="1736" extrusionOk="0">
                    <a:moveTo>
                      <a:pt x="868" y="1"/>
                    </a:moveTo>
                    <a:cubicBezTo>
                      <a:pt x="368" y="1"/>
                      <a:pt x="1" y="368"/>
                      <a:pt x="1" y="868"/>
                    </a:cubicBezTo>
                    <a:cubicBezTo>
                      <a:pt x="1" y="1369"/>
                      <a:pt x="368" y="1736"/>
                      <a:pt x="868" y="1736"/>
                    </a:cubicBezTo>
                    <a:cubicBezTo>
                      <a:pt x="1335" y="1736"/>
                      <a:pt x="1769" y="1369"/>
                      <a:pt x="1769" y="868"/>
                    </a:cubicBezTo>
                    <a:cubicBezTo>
                      <a:pt x="1769" y="368"/>
                      <a:pt x="1368" y="1"/>
                      <a:pt x="8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8" name="Google Shape;338;p8"/>
          <p:cNvGrpSpPr/>
          <p:nvPr/>
        </p:nvGrpSpPr>
        <p:grpSpPr>
          <a:xfrm>
            <a:off x="-548300" y="2499338"/>
            <a:ext cx="1261525" cy="3056350"/>
            <a:chOff x="4683175" y="1971488"/>
            <a:chExt cx="1261525" cy="3056350"/>
          </a:xfrm>
        </p:grpSpPr>
        <p:sp>
          <p:nvSpPr>
            <p:cNvPr id="339" name="Google Shape;339;p8"/>
            <p:cNvSpPr/>
            <p:nvPr/>
          </p:nvSpPr>
          <p:spPr>
            <a:xfrm>
              <a:off x="5097050" y="4241038"/>
              <a:ext cx="87350" cy="87350"/>
            </a:xfrm>
            <a:custGeom>
              <a:avLst/>
              <a:gdLst/>
              <a:ahLst/>
              <a:cxnLst/>
              <a:rect l="l" t="t" r="r" b="b"/>
              <a:pathLst>
                <a:path w="3494" h="3494" extrusionOk="0">
                  <a:moveTo>
                    <a:pt x="1747" y="1"/>
                  </a:moveTo>
                  <a:cubicBezTo>
                    <a:pt x="787" y="1"/>
                    <a:pt x="1" y="787"/>
                    <a:pt x="1" y="1747"/>
                  </a:cubicBezTo>
                  <a:cubicBezTo>
                    <a:pt x="1" y="2716"/>
                    <a:pt x="787" y="3494"/>
                    <a:pt x="1747" y="3494"/>
                  </a:cubicBezTo>
                  <a:cubicBezTo>
                    <a:pt x="2707" y="3494"/>
                    <a:pt x="3493" y="2716"/>
                    <a:pt x="3493" y="1747"/>
                  </a:cubicBezTo>
                  <a:cubicBezTo>
                    <a:pt x="3493" y="787"/>
                    <a:pt x="2707" y="1"/>
                    <a:pt x="17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8"/>
            <p:cNvSpPr/>
            <p:nvPr/>
          </p:nvSpPr>
          <p:spPr>
            <a:xfrm>
              <a:off x="5207075" y="4446463"/>
              <a:ext cx="32100" cy="32325"/>
            </a:xfrm>
            <a:custGeom>
              <a:avLst/>
              <a:gdLst/>
              <a:ahLst/>
              <a:cxnLst/>
              <a:rect l="l" t="t" r="r" b="b"/>
              <a:pathLst>
                <a:path w="1284" h="1293" extrusionOk="0">
                  <a:moveTo>
                    <a:pt x="638" y="0"/>
                  </a:moveTo>
                  <a:cubicBezTo>
                    <a:pt x="280" y="0"/>
                    <a:pt x="0" y="289"/>
                    <a:pt x="0" y="647"/>
                  </a:cubicBezTo>
                  <a:cubicBezTo>
                    <a:pt x="0" y="996"/>
                    <a:pt x="280" y="1293"/>
                    <a:pt x="638" y="1293"/>
                  </a:cubicBezTo>
                  <a:cubicBezTo>
                    <a:pt x="1005" y="1293"/>
                    <a:pt x="1284" y="1013"/>
                    <a:pt x="1284" y="647"/>
                  </a:cubicBezTo>
                  <a:cubicBezTo>
                    <a:pt x="1284" y="297"/>
                    <a:pt x="1005" y="0"/>
                    <a:pt x="6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8"/>
            <p:cNvSpPr/>
            <p:nvPr/>
          </p:nvSpPr>
          <p:spPr>
            <a:xfrm>
              <a:off x="5021975" y="4535313"/>
              <a:ext cx="29050" cy="28850"/>
            </a:xfrm>
            <a:custGeom>
              <a:avLst/>
              <a:gdLst/>
              <a:ahLst/>
              <a:cxnLst/>
              <a:rect l="l" t="t" r="r" b="b"/>
              <a:pathLst>
                <a:path w="1162" h="1154" extrusionOk="0">
                  <a:moveTo>
                    <a:pt x="585" y="0"/>
                  </a:moveTo>
                  <a:cubicBezTo>
                    <a:pt x="262" y="0"/>
                    <a:pt x="0" y="262"/>
                    <a:pt x="0" y="576"/>
                  </a:cubicBezTo>
                  <a:cubicBezTo>
                    <a:pt x="0" y="891"/>
                    <a:pt x="262" y="1153"/>
                    <a:pt x="585" y="1153"/>
                  </a:cubicBezTo>
                  <a:cubicBezTo>
                    <a:pt x="595" y="1153"/>
                    <a:pt x="605" y="1154"/>
                    <a:pt x="615" y="1154"/>
                  </a:cubicBezTo>
                  <a:cubicBezTo>
                    <a:pt x="916" y="1154"/>
                    <a:pt x="1161" y="898"/>
                    <a:pt x="1161" y="576"/>
                  </a:cubicBezTo>
                  <a:cubicBezTo>
                    <a:pt x="1161" y="262"/>
                    <a:pt x="899" y="0"/>
                    <a:pt x="5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8"/>
            <p:cNvSpPr/>
            <p:nvPr/>
          </p:nvSpPr>
          <p:spPr>
            <a:xfrm>
              <a:off x="5079375" y="4668788"/>
              <a:ext cx="91050" cy="84725"/>
            </a:xfrm>
            <a:custGeom>
              <a:avLst/>
              <a:gdLst/>
              <a:ahLst/>
              <a:cxnLst/>
              <a:rect l="l" t="t" r="r" b="b"/>
              <a:pathLst>
                <a:path w="3642" h="3389" extrusionOk="0">
                  <a:moveTo>
                    <a:pt x="1817" y="1"/>
                  </a:moveTo>
                  <a:cubicBezTo>
                    <a:pt x="1728" y="1"/>
                    <a:pt x="1637" y="8"/>
                    <a:pt x="1546" y="22"/>
                  </a:cubicBezTo>
                  <a:cubicBezTo>
                    <a:pt x="620" y="180"/>
                    <a:pt x="0" y="1044"/>
                    <a:pt x="149" y="1969"/>
                  </a:cubicBezTo>
                  <a:cubicBezTo>
                    <a:pt x="283" y="2796"/>
                    <a:pt x="1005" y="3388"/>
                    <a:pt x="1818" y="3388"/>
                  </a:cubicBezTo>
                  <a:cubicBezTo>
                    <a:pt x="1907" y="3388"/>
                    <a:pt x="1997" y="3381"/>
                    <a:pt x="2087" y="3367"/>
                  </a:cubicBezTo>
                  <a:cubicBezTo>
                    <a:pt x="3013" y="3218"/>
                    <a:pt x="3642" y="2345"/>
                    <a:pt x="3493" y="1419"/>
                  </a:cubicBezTo>
                  <a:cubicBezTo>
                    <a:pt x="3351" y="593"/>
                    <a:pt x="2635" y="1"/>
                    <a:pt x="18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8"/>
            <p:cNvSpPr/>
            <p:nvPr/>
          </p:nvSpPr>
          <p:spPr>
            <a:xfrm>
              <a:off x="4921125" y="4404538"/>
              <a:ext cx="36475" cy="36700"/>
            </a:xfrm>
            <a:custGeom>
              <a:avLst/>
              <a:gdLst/>
              <a:ahLst/>
              <a:cxnLst/>
              <a:rect l="l" t="t" r="r" b="b"/>
              <a:pathLst>
                <a:path w="1459" h="1468" extrusionOk="0">
                  <a:moveTo>
                    <a:pt x="734" y="1"/>
                  </a:moveTo>
                  <a:cubicBezTo>
                    <a:pt x="323" y="1"/>
                    <a:pt x="0" y="333"/>
                    <a:pt x="0" y="734"/>
                  </a:cubicBezTo>
                  <a:cubicBezTo>
                    <a:pt x="0" y="1136"/>
                    <a:pt x="323" y="1468"/>
                    <a:pt x="734" y="1468"/>
                  </a:cubicBezTo>
                  <a:cubicBezTo>
                    <a:pt x="1135" y="1450"/>
                    <a:pt x="1458" y="1136"/>
                    <a:pt x="1458" y="734"/>
                  </a:cubicBezTo>
                  <a:cubicBezTo>
                    <a:pt x="1458" y="333"/>
                    <a:pt x="1135" y="1"/>
                    <a:pt x="7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8"/>
            <p:cNvSpPr/>
            <p:nvPr/>
          </p:nvSpPr>
          <p:spPr>
            <a:xfrm>
              <a:off x="5450900" y="4720413"/>
              <a:ext cx="65525" cy="65525"/>
            </a:xfrm>
            <a:custGeom>
              <a:avLst/>
              <a:gdLst/>
              <a:ahLst/>
              <a:cxnLst/>
              <a:rect l="l" t="t" r="r" b="b"/>
              <a:pathLst>
                <a:path w="2621" h="2621" extrusionOk="0">
                  <a:moveTo>
                    <a:pt x="1310" y="1"/>
                  </a:moveTo>
                  <a:cubicBezTo>
                    <a:pt x="586" y="1"/>
                    <a:pt x="1" y="594"/>
                    <a:pt x="1" y="1310"/>
                  </a:cubicBezTo>
                  <a:cubicBezTo>
                    <a:pt x="1" y="2035"/>
                    <a:pt x="586" y="2620"/>
                    <a:pt x="1310" y="2620"/>
                  </a:cubicBezTo>
                  <a:cubicBezTo>
                    <a:pt x="2035" y="2620"/>
                    <a:pt x="2620" y="2035"/>
                    <a:pt x="2620" y="1310"/>
                  </a:cubicBezTo>
                  <a:cubicBezTo>
                    <a:pt x="2620" y="594"/>
                    <a:pt x="2035" y="1"/>
                    <a:pt x="13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8"/>
            <p:cNvSpPr/>
            <p:nvPr/>
          </p:nvSpPr>
          <p:spPr>
            <a:xfrm>
              <a:off x="5002325" y="3956838"/>
              <a:ext cx="122250" cy="122275"/>
            </a:xfrm>
            <a:custGeom>
              <a:avLst/>
              <a:gdLst/>
              <a:ahLst/>
              <a:cxnLst/>
              <a:rect l="l" t="t" r="r" b="b"/>
              <a:pathLst>
                <a:path w="4890" h="4891" extrusionOk="0">
                  <a:moveTo>
                    <a:pt x="2445" y="0"/>
                  </a:moveTo>
                  <a:cubicBezTo>
                    <a:pt x="1100" y="0"/>
                    <a:pt x="0" y="1092"/>
                    <a:pt x="0" y="2445"/>
                  </a:cubicBezTo>
                  <a:cubicBezTo>
                    <a:pt x="0" y="3790"/>
                    <a:pt x="1100" y="4890"/>
                    <a:pt x="2445" y="4890"/>
                  </a:cubicBezTo>
                  <a:cubicBezTo>
                    <a:pt x="3798" y="4890"/>
                    <a:pt x="4890" y="3790"/>
                    <a:pt x="4890" y="2445"/>
                  </a:cubicBezTo>
                  <a:cubicBezTo>
                    <a:pt x="4890" y="1092"/>
                    <a:pt x="3798" y="0"/>
                    <a:pt x="24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8"/>
            <p:cNvSpPr/>
            <p:nvPr/>
          </p:nvSpPr>
          <p:spPr>
            <a:xfrm>
              <a:off x="5007550" y="3756213"/>
              <a:ext cx="29075" cy="29075"/>
            </a:xfrm>
            <a:custGeom>
              <a:avLst/>
              <a:gdLst/>
              <a:ahLst/>
              <a:cxnLst/>
              <a:rect l="l" t="t" r="r" b="b"/>
              <a:pathLst>
                <a:path w="1163" h="1163" extrusionOk="0">
                  <a:moveTo>
                    <a:pt x="577" y="1"/>
                  </a:moveTo>
                  <a:cubicBezTo>
                    <a:pt x="263" y="1"/>
                    <a:pt x="1" y="263"/>
                    <a:pt x="1" y="577"/>
                  </a:cubicBezTo>
                  <a:cubicBezTo>
                    <a:pt x="1" y="900"/>
                    <a:pt x="263" y="1162"/>
                    <a:pt x="577" y="1162"/>
                  </a:cubicBezTo>
                  <a:cubicBezTo>
                    <a:pt x="900" y="1162"/>
                    <a:pt x="1162" y="900"/>
                    <a:pt x="1162" y="577"/>
                  </a:cubicBezTo>
                  <a:cubicBezTo>
                    <a:pt x="1162" y="263"/>
                    <a:pt x="900" y="1"/>
                    <a:pt x="5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8"/>
            <p:cNvSpPr/>
            <p:nvPr/>
          </p:nvSpPr>
          <p:spPr>
            <a:xfrm>
              <a:off x="5022175" y="3590538"/>
              <a:ext cx="82550" cy="82550"/>
            </a:xfrm>
            <a:custGeom>
              <a:avLst/>
              <a:gdLst/>
              <a:ahLst/>
              <a:cxnLst/>
              <a:rect l="l" t="t" r="r" b="b"/>
              <a:pathLst>
                <a:path w="3302" h="3302" extrusionOk="0">
                  <a:moveTo>
                    <a:pt x="1651" y="1"/>
                  </a:moveTo>
                  <a:cubicBezTo>
                    <a:pt x="743" y="1"/>
                    <a:pt x="1" y="743"/>
                    <a:pt x="1" y="1651"/>
                  </a:cubicBezTo>
                  <a:cubicBezTo>
                    <a:pt x="1" y="2559"/>
                    <a:pt x="743" y="3301"/>
                    <a:pt x="1651" y="3301"/>
                  </a:cubicBezTo>
                  <a:cubicBezTo>
                    <a:pt x="2559" y="3301"/>
                    <a:pt x="3301" y="2559"/>
                    <a:pt x="3301" y="1651"/>
                  </a:cubicBezTo>
                  <a:cubicBezTo>
                    <a:pt x="3301" y="743"/>
                    <a:pt x="2559" y="1"/>
                    <a:pt x="16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8"/>
            <p:cNvSpPr/>
            <p:nvPr/>
          </p:nvSpPr>
          <p:spPr>
            <a:xfrm>
              <a:off x="4905175" y="4808588"/>
              <a:ext cx="69225" cy="62800"/>
            </a:xfrm>
            <a:custGeom>
              <a:avLst/>
              <a:gdLst/>
              <a:ahLst/>
              <a:cxnLst/>
              <a:rect l="l" t="t" r="r" b="b"/>
              <a:pathLst>
                <a:path w="2769" h="2512" extrusionOk="0">
                  <a:moveTo>
                    <a:pt x="1383" y="1"/>
                  </a:moveTo>
                  <a:cubicBezTo>
                    <a:pt x="1068" y="1"/>
                    <a:pt x="752" y="119"/>
                    <a:pt x="507" y="359"/>
                  </a:cubicBezTo>
                  <a:cubicBezTo>
                    <a:pt x="9" y="839"/>
                    <a:pt x="1" y="1634"/>
                    <a:pt x="490" y="2132"/>
                  </a:cubicBezTo>
                  <a:cubicBezTo>
                    <a:pt x="734" y="2385"/>
                    <a:pt x="1060" y="2512"/>
                    <a:pt x="1387" y="2512"/>
                  </a:cubicBezTo>
                  <a:cubicBezTo>
                    <a:pt x="1702" y="2512"/>
                    <a:pt x="2018" y="2394"/>
                    <a:pt x="2262" y="2158"/>
                  </a:cubicBezTo>
                  <a:cubicBezTo>
                    <a:pt x="2760" y="1669"/>
                    <a:pt x="2769" y="874"/>
                    <a:pt x="2280" y="377"/>
                  </a:cubicBezTo>
                  <a:cubicBezTo>
                    <a:pt x="2035" y="128"/>
                    <a:pt x="1709" y="1"/>
                    <a:pt x="13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8"/>
            <p:cNvSpPr/>
            <p:nvPr/>
          </p:nvSpPr>
          <p:spPr>
            <a:xfrm>
              <a:off x="5532550" y="4312638"/>
              <a:ext cx="27750" cy="27750"/>
            </a:xfrm>
            <a:custGeom>
              <a:avLst/>
              <a:gdLst/>
              <a:ahLst/>
              <a:cxnLst/>
              <a:rect l="l" t="t" r="r" b="b"/>
              <a:pathLst>
                <a:path w="1110" h="1110" extrusionOk="0">
                  <a:moveTo>
                    <a:pt x="559" y="1"/>
                  </a:moveTo>
                  <a:cubicBezTo>
                    <a:pt x="253" y="1"/>
                    <a:pt x="0" y="245"/>
                    <a:pt x="0" y="551"/>
                  </a:cubicBezTo>
                  <a:cubicBezTo>
                    <a:pt x="0" y="865"/>
                    <a:pt x="253" y="1110"/>
                    <a:pt x="559" y="1110"/>
                  </a:cubicBezTo>
                  <a:cubicBezTo>
                    <a:pt x="865" y="1110"/>
                    <a:pt x="1109" y="865"/>
                    <a:pt x="1109" y="551"/>
                  </a:cubicBezTo>
                  <a:cubicBezTo>
                    <a:pt x="1109" y="245"/>
                    <a:pt x="865" y="1"/>
                    <a:pt x="5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8"/>
            <p:cNvSpPr/>
            <p:nvPr/>
          </p:nvSpPr>
          <p:spPr>
            <a:xfrm>
              <a:off x="5700400" y="4814488"/>
              <a:ext cx="26650" cy="26675"/>
            </a:xfrm>
            <a:custGeom>
              <a:avLst/>
              <a:gdLst/>
              <a:ahLst/>
              <a:cxnLst/>
              <a:rect l="l" t="t" r="r" b="b"/>
              <a:pathLst>
                <a:path w="1066" h="1067" extrusionOk="0">
                  <a:moveTo>
                    <a:pt x="533" y="1"/>
                  </a:moveTo>
                  <a:cubicBezTo>
                    <a:pt x="236" y="1"/>
                    <a:pt x="1" y="237"/>
                    <a:pt x="1" y="533"/>
                  </a:cubicBezTo>
                  <a:cubicBezTo>
                    <a:pt x="1" y="830"/>
                    <a:pt x="236" y="1066"/>
                    <a:pt x="533" y="1066"/>
                  </a:cubicBezTo>
                  <a:cubicBezTo>
                    <a:pt x="830" y="1066"/>
                    <a:pt x="1066" y="830"/>
                    <a:pt x="1066" y="533"/>
                  </a:cubicBezTo>
                  <a:cubicBezTo>
                    <a:pt x="1066" y="237"/>
                    <a:pt x="830" y="1"/>
                    <a:pt x="5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8"/>
            <p:cNvSpPr/>
            <p:nvPr/>
          </p:nvSpPr>
          <p:spPr>
            <a:xfrm>
              <a:off x="4683175" y="2003563"/>
              <a:ext cx="1247775" cy="3024275"/>
            </a:xfrm>
            <a:custGeom>
              <a:avLst/>
              <a:gdLst/>
              <a:ahLst/>
              <a:cxnLst/>
              <a:rect l="l" t="t" r="r" b="b"/>
              <a:pathLst>
                <a:path w="49911" h="120971" extrusionOk="0">
                  <a:moveTo>
                    <a:pt x="13517" y="1"/>
                  </a:moveTo>
                  <a:cubicBezTo>
                    <a:pt x="13535" y="1258"/>
                    <a:pt x="13587" y="2516"/>
                    <a:pt x="13639" y="3755"/>
                  </a:cubicBezTo>
                  <a:cubicBezTo>
                    <a:pt x="13674" y="5004"/>
                    <a:pt x="13718" y="6244"/>
                    <a:pt x="13779" y="7493"/>
                  </a:cubicBezTo>
                  <a:cubicBezTo>
                    <a:pt x="13814" y="8732"/>
                    <a:pt x="13858" y="9972"/>
                    <a:pt x="13901" y="11204"/>
                  </a:cubicBezTo>
                  <a:cubicBezTo>
                    <a:pt x="13928" y="12435"/>
                    <a:pt x="13971" y="13666"/>
                    <a:pt x="14015" y="14906"/>
                  </a:cubicBezTo>
                  <a:cubicBezTo>
                    <a:pt x="14032" y="16137"/>
                    <a:pt x="14058" y="17368"/>
                    <a:pt x="14085" y="18590"/>
                  </a:cubicBezTo>
                  <a:lnTo>
                    <a:pt x="14111" y="20433"/>
                  </a:lnTo>
                  <a:cubicBezTo>
                    <a:pt x="14120" y="21044"/>
                    <a:pt x="14128" y="21673"/>
                    <a:pt x="14146" y="22284"/>
                  </a:cubicBezTo>
                  <a:cubicBezTo>
                    <a:pt x="14146" y="23515"/>
                    <a:pt x="14155" y="24738"/>
                    <a:pt x="14163" y="25960"/>
                  </a:cubicBezTo>
                  <a:cubicBezTo>
                    <a:pt x="14163" y="27182"/>
                    <a:pt x="14155" y="28405"/>
                    <a:pt x="14155" y="29627"/>
                  </a:cubicBezTo>
                  <a:cubicBezTo>
                    <a:pt x="14111" y="34517"/>
                    <a:pt x="13989" y="39398"/>
                    <a:pt x="13770" y="44261"/>
                  </a:cubicBezTo>
                  <a:cubicBezTo>
                    <a:pt x="13543" y="49134"/>
                    <a:pt x="13212" y="53988"/>
                    <a:pt x="12792" y="58834"/>
                  </a:cubicBezTo>
                  <a:cubicBezTo>
                    <a:pt x="12365" y="63681"/>
                    <a:pt x="11814" y="68527"/>
                    <a:pt x="11186" y="73346"/>
                  </a:cubicBezTo>
                  <a:cubicBezTo>
                    <a:pt x="10540" y="78184"/>
                    <a:pt x="9806" y="83012"/>
                    <a:pt x="8977" y="87823"/>
                  </a:cubicBezTo>
                  <a:cubicBezTo>
                    <a:pt x="8147" y="92643"/>
                    <a:pt x="7222" y="97463"/>
                    <a:pt x="6226" y="102292"/>
                  </a:cubicBezTo>
                  <a:cubicBezTo>
                    <a:pt x="5964" y="103497"/>
                    <a:pt x="5720" y="104710"/>
                    <a:pt x="5467" y="105915"/>
                  </a:cubicBezTo>
                  <a:cubicBezTo>
                    <a:pt x="5196" y="107120"/>
                    <a:pt x="4943" y="108334"/>
                    <a:pt x="4690" y="109556"/>
                  </a:cubicBezTo>
                  <a:cubicBezTo>
                    <a:pt x="4419" y="110761"/>
                    <a:pt x="4157" y="111975"/>
                    <a:pt x="3895" y="113198"/>
                  </a:cubicBezTo>
                  <a:cubicBezTo>
                    <a:pt x="3860" y="113363"/>
                    <a:pt x="3825" y="113512"/>
                    <a:pt x="3781" y="113678"/>
                  </a:cubicBezTo>
                  <a:cubicBezTo>
                    <a:pt x="2716" y="115494"/>
                    <a:pt x="1503" y="117223"/>
                    <a:pt x="27" y="118838"/>
                  </a:cubicBezTo>
                  <a:cubicBezTo>
                    <a:pt x="725" y="118515"/>
                    <a:pt x="1406" y="118122"/>
                    <a:pt x="2061" y="117694"/>
                  </a:cubicBezTo>
                  <a:lnTo>
                    <a:pt x="2061" y="117694"/>
                  </a:lnTo>
                  <a:lnTo>
                    <a:pt x="1834" y="117921"/>
                  </a:lnTo>
                  <a:cubicBezTo>
                    <a:pt x="1537" y="118244"/>
                    <a:pt x="1223" y="118515"/>
                    <a:pt x="918" y="118821"/>
                  </a:cubicBezTo>
                  <a:cubicBezTo>
                    <a:pt x="612" y="119118"/>
                    <a:pt x="289" y="119423"/>
                    <a:pt x="1" y="119737"/>
                  </a:cubicBezTo>
                  <a:cubicBezTo>
                    <a:pt x="411" y="119607"/>
                    <a:pt x="813" y="119467"/>
                    <a:pt x="1232" y="119318"/>
                  </a:cubicBezTo>
                  <a:cubicBezTo>
                    <a:pt x="1642" y="119179"/>
                    <a:pt x="2053" y="119030"/>
                    <a:pt x="2454" y="118864"/>
                  </a:cubicBezTo>
                  <a:cubicBezTo>
                    <a:pt x="2926" y="118664"/>
                    <a:pt x="3389" y="118471"/>
                    <a:pt x="3860" y="118262"/>
                  </a:cubicBezTo>
                  <a:cubicBezTo>
                    <a:pt x="4026" y="118253"/>
                    <a:pt x="4192" y="118244"/>
                    <a:pt x="4349" y="118244"/>
                  </a:cubicBezTo>
                  <a:lnTo>
                    <a:pt x="4375" y="118244"/>
                  </a:lnTo>
                  <a:cubicBezTo>
                    <a:pt x="4829" y="118445"/>
                    <a:pt x="5292" y="118637"/>
                    <a:pt x="5746" y="118821"/>
                  </a:cubicBezTo>
                  <a:cubicBezTo>
                    <a:pt x="6261" y="119013"/>
                    <a:pt x="6785" y="119205"/>
                    <a:pt x="7318" y="119379"/>
                  </a:cubicBezTo>
                  <a:cubicBezTo>
                    <a:pt x="7842" y="119537"/>
                    <a:pt x="8383" y="119694"/>
                    <a:pt x="8916" y="119842"/>
                  </a:cubicBezTo>
                  <a:cubicBezTo>
                    <a:pt x="11055" y="120401"/>
                    <a:pt x="13255" y="120750"/>
                    <a:pt x="15473" y="120890"/>
                  </a:cubicBezTo>
                  <a:cubicBezTo>
                    <a:pt x="16283" y="120944"/>
                    <a:pt x="17094" y="120971"/>
                    <a:pt x="17906" y="120971"/>
                  </a:cubicBezTo>
                  <a:cubicBezTo>
                    <a:pt x="19316" y="120971"/>
                    <a:pt x="20727" y="120891"/>
                    <a:pt x="22135" y="120742"/>
                  </a:cubicBezTo>
                  <a:cubicBezTo>
                    <a:pt x="24344" y="120497"/>
                    <a:pt x="26545" y="120087"/>
                    <a:pt x="28693" y="119493"/>
                  </a:cubicBezTo>
                  <a:cubicBezTo>
                    <a:pt x="30841" y="118908"/>
                    <a:pt x="32936" y="118140"/>
                    <a:pt x="34971" y="117214"/>
                  </a:cubicBezTo>
                  <a:cubicBezTo>
                    <a:pt x="36988" y="116289"/>
                    <a:pt x="38943" y="115197"/>
                    <a:pt x="40760" y="113931"/>
                  </a:cubicBezTo>
                  <a:cubicBezTo>
                    <a:pt x="41222" y="113608"/>
                    <a:pt x="41668" y="113285"/>
                    <a:pt x="42113" y="112953"/>
                  </a:cubicBezTo>
                  <a:cubicBezTo>
                    <a:pt x="42550" y="112604"/>
                    <a:pt x="42986" y="112272"/>
                    <a:pt x="43414" y="111923"/>
                  </a:cubicBezTo>
                  <a:cubicBezTo>
                    <a:pt x="43624" y="111748"/>
                    <a:pt x="43842" y="111556"/>
                    <a:pt x="44051" y="111373"/>
                  </a:cubicBezTo>
                  <a:cubicBezTo>
                    <a:pt x="44252" y="111189"/>
                    <a:pt x="44462" y="111015"/>
                    <a:pt x="44671" y="110831"/>
                  </a:cubicBezTo>
                  <a:cubicBezTo>
                    <a:pt x="45073" y="110447"/>
                    <a:pt x="45466" y="110063"/>
                    <a:pt x="45859" y="109670"/>
                  </a:cubicBezTo>
                  <a:cubicBezTo>
                    <a:pt x="46243" y="109268"/>
                    <a:pt x="46627" y="108867"/>
                    <a:pt x="46994" y="108448"/>
                  </a:cubicBezTo>
                  <a:cubicBezTo>
                    <a:pt x="47352" y="108020"/>
                    <a:pt x="47719" y="107601"/>
                    <a:pt x="48050" y="107173"/>
                  </a:cubicBezTo>
                  <a:cubicBezTo>
                    <a:pt x="48391" y="106727"/>
                    <a:pt x="48723" y="106273"/>
                    <a:pt x="49037" y="105828"/>
                  </a:cubicBezTo>
                  <a:cubicBezTo>
                    <a:pt x="49343" y="105357"/>
                    <a:pt x="49640" y="104894"/>
                    <a:pt x="49910" y="104405"/>
                  </a:cubicBezTo>
                  <a:lnTo>
                    <a:pt x="49910" y="104405"/>
                  </a:lnTo>
                  <a:cubicBezTo>
                    <a:pt x="49325" y="104536"/>
                    <a:pt x="48810" y="104719"/>
                    <a:pt x="48295" y="104911"/>
                  </a:cubicBezTo>
                  <a:cubicBezTo>
                    <a:pt x="47771" y="105103"/>
                    <a:pt x="47273" y="105287"/>
                    <a:pt x="46767" y="105479"/>
                  </a:cubicBezTo>
                  <a:cubicBezTo>
                    <a:pt x="46269" y="105671"/>
                    <a:pt x="45763" y="105854"/>
                    <a:pt x="45274" y="106046"/>
                  </a:cubicBezTo>
                  <a:cubicBezTo>
                    <a:pt x="44767" y="106238"/>
                    <a:pt x="44278" y="106422"/>
                    <a:pt x="43798" y="106605"/>
                  </a:cubicBezTo>
                  <a:cubicBezTo>
                    <a:pt x="43309" y="106780"/>
                    <a:pt x="42820" y="106963"/>
                    <a:pt x="42340" y="107155"/>
                  </a:cubicBezTo>
                  <a:cubicBezTo>
                    <a:pt x="42096" y="107243"/>
                    <a:pt x="41860" y="107321"/>
                    <a:pt x="41607" y="107417"/>
                  </a:cubicBezTo>
                  <a:cubicBezTo>
                    <a:pt x="41362" y="107505"/>
                    <a:pt x="41126" y="107592"/>
                    <a:pt x="40882" y="107688"/>
                  </a:cubicBezTo>
                  <a:cubicBezTo>
                    <a:pt x="40402" y="107854"/>
                    <a:pt x="39921" y="108037"/>
                    <a:pt x="39441" y="108212"/>
                  </a:cubicBezTo>
                  <a:cubicBezTo>
                    <a:pt x="38961" y="108386"/>
                    <a:pt x="38481" y="108552"/>
                    <a:pt x="38018" y="108727"/>
                  </a:cubicBezTo>
                  <a:cubicBezTo>
                    <a:pt x="36114" y="109391"/>
                    <a:pt x="34228" y="110037"/>
                    <a:pt x="32342" y="110630"/>
                  </a:cubicBezTo>
                  <a:cubicBezTo>
                    <a:pt x="30448" y="111233"/>
                    <a:pt x="28562" y="111792"/>
                    <a:pt x="26649" y="112324"/>
                  </a:cubicBezTo>
                  <a:cubicBezTo>
                    <a:pt x="24755" y="112848"/>
                    <a:pt x="22842" y="113337"/>
                    <a:pt x="20913" y="113791"/>
                  </a:cubicBezTo>
                  <a:cubicBezTo>
                    <a:pt x="19970" y="114010"/>
                    <a:pt x="19027" y="114228"/>
                    <a:pt x="18066" y="114429"/>
                  </a:cubicBezTo>
                  <a:cubicBezTo>
                    <a:pt x="20363" y="113363"/>
                    <a:pt x="22589" y="112097"/>
                    <a:pt x="24711" y="110674"/>
                  </a:cubicBezTo>
                  <a:cubicBezTo>
                    <a:pt x="26938" y="109181"/>
                    <a:pt x="29042" y="107513"/>
                    <a:pt x="31015" y="105688"/>
                  </a:cubicBezTo>
                  <a:cubicBezTo>
                    <a:pt x="32997" y="103863"/>
                    <a:pt x="34813" y="101890"/>
                    <a:pt x="36472" y="99786"/>
                  </a:cubicBezTo>
                  <a:cubicBezTo>
                    <a:pt x="38131" y="97681"/>
                    <a:pt x="39633" y="95455"/>
                    <a:pt x="40917" y="93106"/>
                  </a:cubicBezTo>
                  <a:cubicBezTo>
                    <a:pt x="41231" y="92512"/>
                    <a:pt x="41537" y="91927"/>
                    <a:pt x="41842" y="91325"/>
                  </a:cubicBezTo>
                  <a:cubicBezTo>
                    <a:pt x="42130" y="90722"/>
                    <a:pt x="42410" y="90111"/>
                    <a:pt x="42698" y="89517"/>
                  </a:cubicBezTo>
                  <a:cubicBezTo>
                    <a:pt x="42829" y="89212"/>
                    <a:pt x="42960" y="88906"/>
                    <a:pt x="43082" y="88583"/>
                  </a:cubicBezTo>
                  <a:cubicBezTo>
                    <a:pt x="43213" y="88277"/>
                    <a:pt x="43327" y="87972"/>
                    <a:pt x="43458" y="87658"/>
                  </a:cubicBezTo>
                  <a:cubicBezTo>
                    <a:pt x="43693" y="87038"/>
                    <a:pt x="43920" y="86400"/>
                    <a:pt x="44139" y="85780"/>
                  </a:cubicBezTo>
                  <a:cubicBezTo>
                    <a:pt x="44331" y="85152"/>
                    <a:pt x="44532" y="84514"/>
                    <a:pt x="44715" y="83868"/>
                  </a:cubicBezTo>
                  <a:cubicBezTo>
                    <a:pt x="44890" y="83231"/>
                    <a:pt x="45047" y="82584"/>
                    <a:pt x="45195" y="81938"/>
                  </a:cubicBezTo>
                  <a:cubicBezTo>
                    <a:pt x="45326" y="81283"/>
                    <a:pt x="45448" y="80629"/>
                    <a:pt x="45553" y="79974"/>
                  </a:cubicBezTo>
                  <a:cubicBezTo>
                    <a:pt x="45641" y="79310"/>
                    <a:pt x="45728" y="78655"/>
                    <a:pt x="45771" y="77992"/>
                  </a:cubicBezTo>
                  <a:lnTo>
                    <a:pt x="45771" y="77992"/>
                  </a:lnTo>
                  <a:cubicBezTo>
                    <a:pt x="45326" y="78498"/>
                    <a:pt x="44925" y="79013"/>
                    <a:pt x="44523" y="79528"/>
                  </a:cubicBezTo>
                  <a:cubicBezTo>
                    <a:pt x="44104" y="80044"/>
                    <a:pt x="43702" y="80541"/>
                    <a:pt x="43309" y="81056"/>
                  </a:cubicBezTo>
                  <a:cubicBezTo>
                    <a:pt x="42908" y="81554"/>
                    <a:pt x="42497" y="82061"/>
                    <a:pt x="42104" y="82558"/>
                  </a:cubicBezTo>
                  <a:cubicBezTo>
                    <a:pt x="41703" y="83056"/>
                    <a:pt x="41301" y="83554"/>
                    <a:pt x="40917" y="84043"/>
                  </a:cubicBezTo>
                  <a:cubicBezTo>
                    <a:pt x="40515" y="84540"/>
                    <a:pt x="40113" y="85021"/>
                    <a:pt x="39729" y="85510"/>
                  </a:cubicBezTo>
                  <a:cubicBezTo>
                    <a:pt x="39520" y="85745"/>
                    <a:pt x="39328" y="85990"/>
                    <a:pt x="39127" y="86226"/>
                  </a:cubicBezTo>
                  <a:lnTo>
                    <a:pt x="38542" y="86950"/>
                  </a:lnTo>
                  <a:cubicBezTo>
                    <a:pt x="38123" y="87413"/>
                    <a:pt x="37730" y="87893"/>
                    <a:pt x="37337" y="88365"/>
                  </a:cubicBezTo>
                  <a:cubicBezTo>
                    <a:pt x="36935" y="88836"/>
                    <a:pt x="36516" y="89290"/>
                    <a:pt x="36123" y="89762"/>
                  </a:cubicBezTo>
                  <a:cubicBezTo>
                    <a:pt x="34499" y="91604"/>
                    <a:pt x="32849" y="93412"/>
                    <a:pt x="31164" y="95158"/>
                  </a:cubicBezTo>
                  <a:cubicBezTo>
                    <a:pt x="29470" y="96904"/>
                    <a:pt x="27741" y="98590"/>
                    <a:pt x="25977" y="100240"/>
                  </a:cubicBezTo>
                  <a:cubicBezTo>
                    <a:pt x="24466" y="101637"/>
                    <a:pt x="22930" y="102999"/>
                    <a:pt x="21349" y="104335"/>
                  </a:cubicBezTo>
                  <a:cubicBezTo>
                    <a:pt x="21533" y="104108"/>
                    <a:pt x="21716" y="103872"/>
                    <a:pt x="21908" y="103654"/>
                  </a:cubicBezTo>
                  <a:cubicBezTo>
                    <a:pt x="22179" y="103322"/>
                    <a:pt x="22458" y="102982"/>
                    <a:pt x="22738" y="102632"/>
                  </a:cubicBezTo>
                  <a:cubicBezTo>
                    <a:pt x="23270" y="101934"/>
                    <a:pt x="23812" y="101244"/>
                    <a:pt x="24318" y="100528"/>
                  </a:cubicBezTo>
                  <a:cubicBezTo>
                    <a:pt x="26370" y="97673"/>
                    <a:pt x="28212" y="94695"/>
                    <a:pt x="29863" y="91630"/>
                  </a:cubicBezTo>
                  <a:cubicBezTo>
                    <a:pt x="31513" y="88566"/>
                    <a:pt x="32962" y="85422"/>
                    <a:pt x="34263" y="82218"/>
                  </a:cubicBezTo>
                  <a:cubicBezTo>
                    <a:pt x="35556" y="79031"/>
                    <a:pt x="36691" y="75791"/>
                    <a:pt x="37712" y="72526"/>
                  </a:cubicBezTo>
                  <a:cubicBezTo>
                    <a:pt x="38219" y="70902"/>
                    <a:pt x="38690" y="69251"/>
                    <a:pt x="39127" y="67618"/>
                  </a:cubicBezTo>
                  <a:cubicBezTo>
                    <a:pt x="39563" y="65968"/>
                    <a:pt x="40000" y="64335"/>
                    <a:pt x="40375" y="62615"/>
                  </a:cubicBezTo>
                  <a:cubicBezTo>
                    <a:pt x="40559" y="61768"/>
                    <a:pt x="40733" y="60904"/>
                    <a:pt x="40864" y="60039"/>
                  </a:cubicBezTo>
                  <a:cubicBezTo>
                    <a:pt x="41004" y="59166"/>
                    <a:pt x="41118" y="58293"/>
                    <a:pt x="41179" y="57411"/>
                  </a:cubicBezTo>
                  <a:cubicBezTo>
                    <a:pt x="41249" y="56529"/>
                    <a:pt x="41266" y="55647"/>
                    <a:pt x="41222" y="54774"/>
                  </a:cubicBezTo>
                  <a:cubicBezTo>
                    <a:pt x="41179" y="53892"/>
                    <a:pt x="41083" y="53019"/>
                    <a:pt x="40908" y="52164"/>
                  </a:cubicBezTo>
                  <a:cubicBezTo>
                    <a:pt x="39965" y="55516"/>
                    <a:pt x="38516" y="58424"/>
                    <a:pt x="36944" y="61375"/>
                  </a:cubicBezTo>
                  <a:cubicBezTo>
                    <a:pt x="36158" y="62851"/>
                    <a:pt x="35355" y="64344"/>
                    <a:pt x="34578" y="65846"/>
                  </a:cubicBezTo>
                  <a:cubicBezTo>
                    <a:pt x="33792" y="67348"/>
                    <a:pt x="33041" y="68858"/>
                    <a:pt x="32281" y="70360"/>
                  </a:cubicBezTo>
                  <a:cubicBezTo>
                    <a:pt x="30779" y="73355"/>
                    <a:pt x="29330" y="76359"/>
                    <a:pt x="27846" y="79328"/>
                  </a:cubicBezTo>
                  <a:cubicBezTo>
                    <a:pt x="26361" y="82296"/>
                    <a:pt x="24877" y="85230"/>
                    <a:pt x="23331" y="88112"/>
                  </a:cubicBezTo>
                  <a:cubicBezTo>
                    <a:pt x="21786" y="91002"/>
                    <a:pt x="20179" y="93840"/>
                    <a:pt x="18485" y="96607"/>
                  </a:cubicBezTo>
                  <a:cubicBezTo>
                    <a:pt x="18040" y="97341"/>
                    <a:pt x="17595" y="98057"/>
                    <a:pt x="17132" y="98782"/>
                  </a:cubicBezTo>
                  <a:cubicBezTo>
                    <a:pt x="19088" y="95237"/>
                    <a:pt x="20799" y="91569"/>
                    <a:pt x="22284" y="87815"/>
                  </a:cubicBezTo>
                  <a:cubicBezTo>
                    <a:pt x="23881" y="83807"/>
                    <a:pt x="25226" y="79712"/>
                    <a:pt x="26344" y="75564"/>
                  </a:cubicBezTo>
                  <a:cubicBezTo>
                    <a:pt x="27470" y="71417"/>
                    <a:pt x="28352" y="67217"/>
                    <a:pt x="29042" y="62991"/>
                  </a:cubicBezTo>
                  <a:cubicBezTo>
                    <a:pt x="29714" y="58765"/>
                    <a:pt x="30212" y="54521"/>
                    <a:pt x="30483" y="50260"/>
                  </a:cubicBezTo>
                  <a:cubicBezTo>
                    <a:pt x="30561" y="49204"/>
                    <a:pt x="30605" y="48138"/>
                    <a:pt x="30657" y="47073"/>
                  </a:cubicBezTo>
                  <a:cubicBezTo>
                    <a:pt x="30692" y="46008"/>
                    <a:pt x="30736" y="44951"/>
                    <a:pt x="30753" y="43886"/>
                  </a:cubicBezTo>
                  <a:cubicBezTo>
                    <a:pt x="30788" y="41764"/>
                    <a:pt x="30788" y="39634"/>
                    <a:pt x="30718" y="37512"/>
                  </a:cubicBezTo>
                  <a:lnTo>
                    <a:pt x="30666" y="35923"/>
                  </a:lnTo>
                  <a:cubicBezTo>
                    <a:pt x="30648" y="35390"/>
                    <a:pt x="30622" y="34866"/>
                    <a:pt x="30587" y="34325"/>
                  </a:cubicBezTo>
                  <a:cubicBezTo>
                    <a:pt x="30535" y="33268"/>
                    <a:pt x="30456" y="32212"/>
                    <a:pt x="30386" y="31138"/>
                  </a:cubicBezTo>
                  <a:cubicBezTo>
                    <a:pt x="30308" y="30081"/>
                    <a:pt x="30186" y="29025"/>
                    <a:pt x="30081" y="27968"/>
                  </a:cubicBezTo>
                  <a:cubicBezTo>
                    <a:pt x="29959" y="26903"/>
                    <a:pt x="29828" y="25846"/>
                    <a:pt x="29662" y="24790"/>
                  </a:cubicBezTo>
                  <a:cubicBezTo>
                    <a:pt x="29400" y="25829"/>
                    <a:pt x="29182" y="26877"/>
                    <a:pt x="28955" y="27907"/>
                  </a:cubicBezTo>
                  <a:lnTo>
                    <a:pt x="28623" y="29470"/>
                  </a:lnTo>
                  <a:lnTo>
                    <a:pt x="28308" y="31024"/>
                  </a:lnTo>
                  <a:lnTo>
                    <a:pt x="27688" y="34124"/>
                  </a:lnTo>
                  <a:lnTo>
                    <a:pt x="27086" y="37224"/>
                  </a:lnTo>
                  <a:cubicBezTo>
                    <a:pt x="26291" y="41345"/>
                    <a:pt x="25514" y="45440"/>
                    <a:pt x="24694" y="49527"/>
                  </a:cubicBezTo>
                  <a:cubicBezTo>
                    <a:pt x="23061" y="57673"/>
                    <a:pt x="21323" y="65732"/>
                    <a:pt x="19193" y="73652"/>
                  </a:cubicBezTo>
                  <a:cubicBezTo>
                    <a:pt x="18127" y="77616"/>
                    <a:pt x="16966" y="81545"/>
                    <a:pt x="15691" y="85431"/>
                  </a:cubicBezTo>
                  <a:lnTo>
                    <a:pt x="15525" y="85920"/>
                  </a:lnTo>
                  <a:cubicBezTo>
                    <a:pt x="16530" y="82148"/>
                    <a:pt x="17394" y="78323"/>
                    <a:pt x="18101" y="74473"/>
                  </a:cubicBezTo>
                  <a:cubicBezTo>
                    <a:pt x="19018" y="69522"/>
                    <a:pt x="19708" y="64527"/>
                    <a:pt x="20153" y="59507"/>
                  </a:cubicBezTo>
                  <a:cubicBezTo>
                    <a:pt x="20607" y="54486"/>
                    <a:pt x="20825" y="49457"/>
                    <a:pt x="20791" y="44419"/>
                  </a:cubicBezTo>
                  <a:cubicBezTo>
                    <a:pt x="20756" y="39380"/>
                    <a:pt x="20494" y="34351"/>
                    <a:pt x="19970" y="29339"/>
                  </a:cubicBezTo>
                  <a:cubicBezTo>
                    <a:pt x="19830" y="28090"/>
                    <a:pt x="19673" y="26842"/>
                    <a:pt x="19533" y="25602"/>
                  </a:cubicBezTo>
                  <a:cubicBezTo>
                    <a:pt x="19359" y="24353"/>
                    <a:pt x="19184" y="23113"/>
                    <a:pt x="19001" y="21865"/>
                  </a:cubicBezTo>
                  <a:cubicBezTo>
                    <a:pt x="18904" y="21245"/>
                    <a:pt x="18791" y="20625"/>
                    <a:pt x="18686" y="20014"/>
                  </a:cubicBezTo>
                  <a:lnTo>
                    <a:pt x="18354" y="18154"/>
                  </a:lnTo>
                  <a:cubicBezTo>
                    <a:pt x="18119" y="16923"/>
                    <a:pt x="17865" y="15692"/>
                    <a:pt x="17612" y="14469"/>
                  </a:cubicBezTo>
                  <a:cubicBezTo>
                    <a:pt x="17342" y="13247"/>
                    <a:pt x="17053" y="12024"/>
                    <a:pt x="16774" y="10802"/>
                  </a:cubicBezTo>
                  <a:cubicBezTo>
                    <a:pt x="16468" y="9588"/>
                    <a:pt x="16137" y="8374"/>
                    <a:pt x="15814" y="7161"/>
                  </a:cubicBezTo>
                  <a:cubicBezTo>
                    <a:pt x="15464" y="5965"/>
                    <a:pt x="15106" y="4760"/>
                    <a:pt x="14740" y="3563"/>
                  </a:cubicBezTo>
                  <a:cubicBezTo>
                    <a:pt x="14347" y="2376"/>
                    <a:pt x="13954" y="1180"/>
                    <a:pt x="13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8"/>
            <p:cNvSpPr/>
            <p:nvPr/>
          </p:nvSpPr>
          <p:spPr>
            <a:xfrm>
              <a:off x="4735125" y="2552788"/>
              <a:ext cx="607525" cy="2408425"/>
            </a:xfrm>
            <a:custGeom>
              <a:avLst/>
              <a:gdLst/>
              <a:ahLst/>
              <a:cxnLst/>
              <a:rect l="l" t="t" r="r" b="b"/>
              <a:pathLst>
                <a:path w="24301" h="96337" extrusionOk="0">
                  <a:moveTo>
                    <a:pt x="21087" y="1"/>
                  </a:moveTo>
                  <a:cubicBezTo>
                    <a:pt x="20913" y="1066"/>
                    <a:pt x="20799" y="2114"/>
                    <a:pt x="20668" y="3170"/>
                  </a:cubicBezTo>
                  <a:lnTo>
                    <a:pt x="20476" y="4751"/>
                  </a:lnTo>
                  <a:lnTo>
                    <a:pt x="20302" y="6322"/>
                  </a:lnTo>
                  <a:lnTo>
                    <a:pt x="19970" y="9466"/>
                  </a:lnTo>
                  <a:lnTo>
                    <a:pt x="19638" y="12600"/>
                  </a:lnTo>
                  <a:cubicBezTo>
                    <a:pt x="19219" y="16783"/>
                    <a:pt x="18809" y="20930"/>
                    <a:pt x="18363" y="25060"/>
                  </a:cubicBezTo>
                  <a:cubicBezTo>
                    <a:pt x="17473" y="33329"/>
                    <a:pt x="16469" y="41511"/>
                    <a:pt x="15045" y="49587"/>
                  </a:cubicBezTo>
                  <a:cubicBezTo>
                    <a:pt x="14347" y="53630"/>
                    <a:pt x="13543" y="57647"/>
                    <a:pt x="12627" y="61637"/>
                  </a:cubicBezTo>
                  <a:cubicBezTo>
                    <a:pt x="11719" y="65636"/>
                    <a:pt x="10662" y="69583"/>
                    <a:pt x="9492" y="73530"/>
                  </a:cubicBezTo>
                  <a:cubicBezTo>
                    <a:pt x="8313" y="77459"/>
                    <a:pt x="7012" y="81371"/>
                    <a:pt x="5572" y="85274"/>
                  </a:cubicBezTo>
                  <a:cubicBezTo>
                    <a:pt x="4131" y="89159"/>
                    <a:pt x="2603" y="92931"/>
                    <a:pt x="1" y="96337"/>
                  </a:cubicBezTo>
                  <a:cubicBezTo>
                    <a:pt x="935" y="95795"/>
                    <a:pt x="1791" y="95149"/>
                    <a:pt x="2594" y="94468"/>
                  </a:cubicBezTo>
                  <a:cubicBezTo>
                    <a:pt x="3406" y="93761"/>
                    <a:pt x="4183" y="92984"/>
                    <a:pt x="4908" y="92163"/>
                  </a:cubicBezTo>
                  <a:cubicBezTo>
                    <a:pt x="6357" y="90530"/>
                    <a:pt x="7623" y="88740"/>
                    <a:pt x="8793" y="86941"/>
                  </a:cubicBezTo>
                  <a:cubicBezTo>
                    <a:pt x="11125" y="83326"/>
                    <a:pt x="13168" y="79519"/>
                    <a:pt x="14923" y="75590"/>
                  </a:cubicBezTo>
                  <a:cubicBezTo>
                    <a:pt x="16696" y="71644"/>
                    <a:pt x="18180" y="67601"/>
                    <a:pt x="19402" y="63462"/>
                  </a:cubicBezTo>
                  <a:cubicBezTo>
                    <a:pt x="20625" y="59332"/>
                    <a:pt x="21594" y="55132"/>
                    <a:pt x="22336" y="50897"/>
                  </a:cubicBezTo>
                  <a:cubicBezTo>
                    <a:pt x="23087" y="46662"/>
                    <a:pt x="23593" y="42393"/>
                    <a:pt x="23899" y="38132"/>
                  </a:cubicBezTo>
                  <a:cubicBezTo>
                    <a:pt x="24205" y="33862"/>
                    <a:pt x="24301" y="29583"/>
                    <a:pt x="24196" y="25322"/>
                  </a:cubicBezTo>
                  <a:cubicBezTo>
                    <a:pt x="24170" y="24257"/>
                    <a:pt x="24126" y="23183"/>
                    <a:pt x="24082" y="22127"/>
                  </a:cubicBezTo>
                  <a:cubicBezTo>
                    <a:pt x="24013" y="21070"/>
                    <a:pt x="23960" y="19996"/>
                    <a:pt x="23890" y="18939"/>
                  </a:cubicBezTo>
                  <a:cubicBezTo>
                    <a:pt x="23733" y="16809"/>
                    <a:pt x="23541" y="14696"/>
                    <a:pt x="23288" y="12592"/>
                  </a:cubicBezTo>
                  <a:lnTo>
                    <a:pt x="23087" y="11002"/>
                  </a:lnTo>
                  <a:cubicBezTo>
                    <a:pt x="23026" y="10470"/>
                    <a:pt x="22947" y="9946"/>
                    <a:pt x="22869" y="9422"/>
                  </a:cubicBezTo>
                  <a:cubicBezTo>
                    <a:pt x="22729" y="8365"/>
                    <a:pt x="22554" y="7318"/>
                    <a:pt x="22380" y="6270"/>
                  </a:cubicBezTo>
                  <a:cubicBezTo>
                    <a:pt x="22205" y="5213"/>
                    <a:pt x="21987" y="4174"/>
                    <a:pt x="21786" y="3127"/>
                  </a:cubicBezTo>
                  <a:cubicBezTo>
                    <a:pt x="21568" y="2087"/>
                    <a:pt x="21349" y="1040"/>
                    <a:pt x="210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8"/>
            <p:cNvSpPr/>
            <p:nvPr/>
          </p:nvSpPr>
          <p:spPr>
            <a:xfrm>
              <a:off x="4735125" y="2552563"/>
              <a:ext cx="548800" cy="2408650"/>
            </a:xfrm>
            <a:custGeom>
              <a:avLst/>
              <a:gdLst/>
              <a:ahLst/>
              <a:cxnLst/>
              <a:rect l="l" t="t" r="r" b="b"/>
              <a:pathLst>
                <a:path w="21952" h="96346" extrusionOk="0">
                  <a:moveTo>
                    <a:pt x="21079" y="1"/>
                  </a:moveTo>
                  <a:lnTo>
                    <a:pt x="21079" y="1"/>
                  </a:lnTo>
                  <a:cubicBezTo>
                    <a:pt x="21271" y="8392"/>
                    <a:pt x="21271" y="16801"/>
                    <a:pt x="20852" y="25174"/>
                  </a:cubicBezTo>
                  <a:lnTo>
                    <a:pt x="20764" y="26746"/>
                  </a:lnTo>
                  <a:lnTo>
                    <a:pt x="20668" y="28318"/>
                  </a:lnTo>
                  <a:cubicBezTo>
                    <a:pt x="20590" y="29365"/>
                    <a:pt x="20537" y="30404"/>
                    <a:pt x="20450" y="31443"/>
                  </a:cubicBezTo>
                  <a:lnTo>
                    <a:pt x="20328" y="33024"/>
                  </a:lnTo>
                  <a:lnTo>
                    <a:pt x="20188" y="34578"/>
                  </a:lnTo>
                  <a:cubicBezTo>
                    <a:pt x="20144" y="35093"/>
                    <a:pt x="20101" y="35617"/>
                    <a:pt x="20048" y="36141"/>
                  </a:cubicBezTo>
                  <a:lnTo>
                    <a:pt x="19883" y="37704"/>
                  </a:lnTo>
                  <a:cubicBezTo>
                    <a:pt x="19786" y="38752"/>
                    <a:pt x="19656" y="39782"/>
                    <a:pt x="19533" y="40821"/>
                  </a:cubicBezTo>
                  <a:cubicBezTo>
                    <a:pt x="19481" y="41345"/>
                    <a:pt x="19402" y="41860"/>
                    <a:pt x="19332" y="42384"/>
                  </a:cubicBezTo>
                  <a:lnTo>
                    <a:pt x="19132" y="43947"/>
                  </a:lnTo>
                  <a:cubicBezTo>
                    <a:pt x="18974" y="44977"/>
                    <a:pt x="18835" y="46016"/>
                    <a:pt x="18669" y="47056"/>
                  </a:cubicBezTo>
                  <a:lnTo>
                    <a:pt x="18416" y="48601"/>
                  </a:lnTo>
                  <a:cubicBezTo>
                    <a:pt x="18328" y="49125"/>
                    <a:pt x="18258" y="49640"/>
                    <a:pt x="18154" y="50155"/>
                  </a:cubicBezTo>
                  <a:cubicBezTo>
                    <a:pt x="17446" y="54285"/>
                    <a:pt x="16565" y="58372"/>
                    <a:pt x="15517" y="62423"/>
                  </a:cubicBezTo>
                  <a:cubicBezTo>
                    <a:pt x="14486" y="66475"/>
                    <a:pt x="13229" y="70465"/>
                    <a:pt x="11815" y="74403"/>
                  </a:cubicBezTo>
                  <a:lnTo>
                    <a:pt x="11282" y="75879"/>
                  </a:lnTo>
                  <a:lnTo>
                    <a:pt x="10714" y="77346"/>
                  </a:lnTo>
                  <a:cubicBezTo>
                    <a:pt x="10339" y="78323"/>
                    <a:pt x="9929" y="79284"/>
                    <a:pt x="9536" y="80262"/>
                  </a:cubicBezTo>
                  <a:lnTo>
                    <a:pt x="9239" y="80978"/>
                  </a:lnTo>
                  <a:lnTo>
                    <a:pt x="8924" y="81694"/>
                  </a:lnTo>
                  <a:lnTo>
                    <a:pt x="8287" y="83135"/>
                  </a:lnTo>
                  <a:cubicBezTo>
                    <a:pt x="8182" y="83379"/>
                    <a:pt x="8069" y="83606"/>
                    <a:pt x="7964" y="83851"/>
                  </a:cubicBezTo>
                  <a:lnTo>
                    <a:pt x="7623" y="84558"/>
                  </a:lnTo>
                  <a:lnTo>
                    <a:pt x="6960" y="85972"/>
                  </a:lnTo>
                  <a:cubicBezTo>
                    <a:pt x="6052" y="87850"/>
                    <a:pt x="5083" y="89709"/>
                    <a:pt x="3956" y="91473"/>
                  </a:cubicBezTo>
                  <a:cubicBezTo>
                    <a:pt x="3397" y="92364"/>
                    <a:pt x="2786" y="93211"/>
                    <a:pt x="2131" y="94032"/>
                  </a:cubicBezTo>
                  <a:cubicBezTo>
                    <a:pt x="1476" y="94852"/>
                    <a:pt x="769" y="95630"/>
                    <a:pt x="1" y="96346"/>
                  </a:cubicBezTo>
                  <a:cubicBezTo>
                    <a:pt x="813" y="95673"/>
                    <a:pt x="1555" y="94931"/>
                    <a:pt x="2236" y="94110"/>
                  </a:cubicBezTo>
                  <a:cubicBezTo>
                    <a:pt x="2917" y="93324"/>
                    <a:pt x="3572" y="92486"/>
                    <a:pt x="4174" y="91622"/>
                  </a:cubicBezTo>
                  <a:cubicBezTo>
                    <a:pt x="5388" y="89884"/>
                    <a:pt x="6427" y="88050"/>
                    <a:pt x="7405" y="86182"/>
                  </a:cubicBezTo>
                  <a:lnTo>
                    <a:pt x="8112" y="84776"/>
                  </a:lnTo>
                  <a:lnTo>
                    <a:pt x="8479" y="84069"/>
                  </a:lnTo>
                  <a:cubicBezTo>
                    <a:pt x="8593" y="83824"/>
                    <a:pt x="8715" y="83597"/>
                    <a:pt x="8828" y="83362"/>
                  </a:cubicBezTo>
                  <a:lnTo>
                    <a:pt x="9501" y="81930"/>
                  </a:lnTo>
                  <a:lnTo>
                    <a:pt x="9841" y="81222"/>
                  </a:lnTo>
                  <a:lnTo>
                    <a:pt x="10164" y="80498"/>
                  </a:lnTo>
                  <a:lnTo>
                    <a:pt x="10810" y="79057"/>
                  </a:lnTo>
                  <a:lnTo>
                    <a:pt x="10976" y="78699"/>
                  </a:lnTo>
                  <a:lnTo>
                    <a:pt x="11125" y="78341"/>
                  </a:lnTo>
                  <a:lnTo>
                    <a:pt x="11430" y="77607"/>
                  </a:lnTo>
                  <a:lnTo>
                    <a:pt x="12033" y="76141"/>
                  </a:lnTo>
                  <a:lnTo>
                    <a:pt x="12600" y="74674"/>
                  </a:lnTo>
                  <a:cubicBezTo>
                    <a:pt x="13369" y="72709"/>
                    <a:pt x="14050" y="70718"/>
                    <a:pt x="14705" y="68710"/>
                  </a:cubicBezTo>
                  <a:cubicBezTo>
                    <a:pt x="14792" y="68457"/>
                    <a:pt x="14871" y="68212"/>
                    <a:pt x="14949" y="67959"/>
                  </a:cubicBezTo>
                  <a:lnTo>
                    <a:pt x="15176" y="67208"/>
                  </a:lnTo>
                  <a:lnTo>
                    <a:pt x="15648" y="65698"/>
                  </a:lnTo>
                  <a:lnTo>
                    <a:pt x="16084" y="64178"/>
                  </a:lnTo>
                  <a:cubicBezTo>
                    <a:pt x="16224" y="63672"/>
                    <a:pt x="16381" y="63165"/>
                    <a:pt x="16512" y="62650"/>
                  </a:cubicBezTo>
                  <a:cubicBezTo>
                    <a:pt x="17612" y="58581"/>
                    <a:pt x="18494" y="54460"/>
                    <a:pt x="19236" y="50312"/>
                  </a:cubicBezTo>
                  <a:cubicBezTo>
                    <a:pt x="19961" y="46165"/>
                    <a:pt x="20511" y="41982"/>
                    <a:pt x="20922" y="37791"/>
                  </a:cubicBezTo>
                  <a:lnTo>
                    <a:pt x="21061" y="36220"/>
                  </a:lnTo>
                  <a:cubicBezTo>
                    <a:pt x="21114" y="35696"/>
                    <a:pt x="21149" y="35172"/>
                    <a:pt x="21192" y="34648"/>
                  </a:cubicBezTo>
                  <a:lnTo>
                    <a:pt x="21315" y="33076"/>
                  </a:lnTo>
                  <a:lnTo>
                    <a:pt x="21411" y="31505"/>
                  </a:lnTo>
                  <a:cubicBezTo>
                    <a:pt x="21489" y="30457"/>
                    <a:pt x="21533" y="29400"/>
                    <a:pt x="21585" y="28352"/>
                  </a:cubicBezTo>
                  <a:cubicBezTo>
                    <a:pt x="21620" y="27820"/>
                    <a:pt x="21629" y="27296"/>
                    <a:pt x="21646" y="26772"/>
                  </a:cubicBezTo>
                  <a:lnTo>
                    <a:pt x="21707" y="25200"/>
                  </a:lnTo>
                  <a:cubicBezTo>
                    <a:pt x="21952" y="16801"/>
                    <a:pt x="21716" y="8383"/>
                    <a:pt x="210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8"/>
            <p:cNvSpPr/>
            <p:nvPr/>
          </p:nvSpPr>
          <p:spPr>
            <a:xfrm>
              <a:off x="4805425" y="1971913"/>
              <a:ext cx="299075" cy="2933425"/>
            </a:xfrm>
            <a:custGeom>
              <a:avLst/>
              <a:gdLst/>
              <a:ahLst/>
              <a:cxnLst/>
              <a:rect l="l" t="t" r="r" b="b"/>
              <a:pathLst>
                <a:path w="11963" h="117337" extrusionOk="0">
                  <a:moveTo>
                    <a:pt x="0" y="1"/>
                  </a:moveTo>
                  <a:cubicBezTo>
                    <a:pt x="114" y="1249"/>
                    <a:pt x="280" y="2489"/>
                    <a:pt x="446" y="3729"/>
                  </a:cubicBezTo>
                  <a:cubicBezTo>
                    <a:pt x="594" y="4960"/>
                    <a:pt x="743" y="6200"/>
                    <a:pt x="917" y="7423"/>
                  </a:cubicBezTo>
                  <a:cubicBezTo>
                    <a:pt x="1057" y="8663"/>
                    <a:pt x="1205" y="9894"/>
                    <a:pt x="1371" y="11116"/>
                  </a:cubicBezTo>
                  <a:cubicBezTo>
                    <a:pt x="1511" y="12347"/>
                    <a:pt x="1659" y="13570"/>
                    <a:pt x="1808" y="14792"/>
                  </a:cubicBezTo>
                  <a:cubicBezTo>
                    <a:pt x="1939" y="16015"/>
                    <a:pt x="2078" y="17237"/>
                    <a:pt x="2227" y="18459"/>
                  </a:cubicBezTo>
                  <a:lnTo>
                    <a:pt x="2410" y="20293"/>
                  </a:lnTo>
                  <a:lnTo>
                    <a:pt x="2602" y="22127"/>
                  </a:lnTo>
                  <a:cubicBezTo>
                    <a:pt x="2716" y="23358"/>
                    <a:pt x="2838" y="24572"/>
                    <a:pt x="2952" y="25794"/>
                  </a:cubicBezTo>
                  <a:cubicBezTo>
                    <a:pt x="3056" y="27016"/>
                    <a:pt x="3161" y="28230"/>
                    <a:pt x="3275" y="29453"/>
                  </a:cubicBezTo>
                  <a:cubicBezTo>
                    <a:pt x="3676" y="34333"/>
                    <a:pt x="3991" y="39197"/>
                    <a:pt x="4200" y="44069"/>
                  </a:cubicBezTo>
                  <a:cubicBezTo>
                    <a:pt x="4410" y="48933"/>
                    <a:pt x="4515" y="53805"/>
                    <a:pt x="4532" y="58669"/>
                  </a:cubicBezTo>
                  <a:cubicBezTo>
                    <a:pt x="4541" y="63541"/>
                    <a:pt x="4436" y="68404"/>
                    <a:pt x="4235" y="73276"/>
                  </a:cubicBezTo>
                  <a:cubicBezTo>
                    <a:pt x="4026" y="78140"/>
                    <a:pt x="3720" y="83012"/>
                    <a:pt x="3327" y="87884"/>
                  </a:cubicBezTo>
                  <a:cubicBezTo>
                    <a:pt x="2934" y="92765"/>
                    <a:pt x="2454" y="97646"/>
                    <a:pt x="1886" y="102545"/>
                  </a:cubicBezTo>
                  <a:cubicBezTo>
                    <a:pt x="1729" y="103767"/>
                    <a:pt x="1581" y="104990"/>
                    <a:pt x="1450" y="106221"/>
                  </a:cubicBezTo>
                  <a:cubicBezTo>
                    <a:pt x="1293" y="107443"/>
                    <a:pt x="1144" y="108683"/>
                    <a:pt x="1004" y="109914"/>
                  </a:cubicBezTo>
                  <a:cubicBezTo>
                    <a:pt x="830" y="111137"/>
                    <a:pt x="681" y="112377"/>
                    <a:pt x="533" y="113617"/>
                  </a:cubicBezTo>
                  <a:cubicBezTo>
                    <a:pt x="376" y="114848"/>
                    <a:pt x="219" y="116079"/>
                    <a:pt x="88" y="117336"/>
                  </a:cubicBezTo>
                  <a:cubicBezTo>
                    <a:pt x="620" y="116201"/>
                    <a:pt x="1109" y="115040"/>
                    <a:pt x="1616" y="113940"/>
                  </a:cubicBezTo>
                  <a:cubicBezTo>
                    <a:pt x="2078" y="112787"/>
                    <a:pt x="2550" y="111617"/>
                    <a:pt x="2995" y="110447"/>
                  </a:cubicBezTo>
                  <a:cubicBezTo>
                    <a:pt x="3432" y="109277"/>
                    <a:pt x="3860" y="108089"/>
                    <a:pt x="4279" y="106911"/>
                  </a:cubicBezTo>
                  <a:cubicBezTo>
                    <a:pt x="4680" y="105723"/>
                    <a:pt x="5065" y="104536"/>
                    <a:pt x="5440" y="103331"/>
                  </a:cubicBezTo>
                  <a:cubicBezTo>
                    <a:pt x="6916" y="98528"/>
                    <a:pt x="8138" y="93647"/>
                    <a:pt x="9099" y="88714"/>
                  </a:cubicBezTo>
                  <a:cubicBezTo>
                    <a:pt x="10068" y="83772"/>
                    <a:pt x="10784" y="78786"/>
                    <a:pt x="11247" y="73774"/>
                  </a:cubicBezTo>
                  <a:cubicBezTo>
                    <a:pt x="11736" y="68754"/>
                    <a:pt x="11963" y="63724"/>
                    <a:pt x="11963" y="58677"/>
                  </a:cubicBezTo>
                  <a:cubicBezTo>
                    <a:pt x="11963" y="53648"/>
                    <a:pt x="11718" y="48601"/>
                    <a:pt x="11238" y="43598"/>
                  </a:cubicBezTo>
                  <a:cubicBezTo>
                    <a:pt x="10758" y="38586"/>
                    <a:pt x="10042" y="33600"/>
                    <a:pt x="9064" y="28667"/>
                  </a:cubicBezTo>
                  <a:cubicBezTo>
                    <a:pt x="8819" y="27427"/>
                    <a:pt x="8557" y="26204"/>
                    <a:pt x="8295" y="24973"/>
                  </a:cubicBezTo>
                  <a:cubicBezTo>
                    <a:pt x="7998" y="23751"/>
                    <a:pt x="7719" y="22528"/>
                    <a:pt x="7422" y="21306"/>
                  </a:cubicBezTo>
                  <a:cubicBezTo>
                    <a:pt x="7265" y="20695"/>
                    <a:pt x="7108" y="20101"/>
                    <a:pt x="6942" y="19490"/>
                  </a:cubicBezTo>
                  <a:lnTo>
                    <a:pt x="6444" y="17665"/>
                  </a:lnTo>
                  <a:cubicBezTo>
                    <a:pt x="6095" y="16451"/>
                    <a:pt x="5737" y="15255"/>
                    <a:pt x="5379" y="14050"/>
                  </a:cubicBezTo>
                  <a:cubicBezTo>
                    <a:pt x="4995" y="12854"/>
                    <a:pt x="4602" y="11657"/>
                    <a:pt x="4209" y="10470"/>
                  </a:cubicBezTo>
                  <a:cubicBezTo>
                    <a:pt x="3799" y="9291"/>
                    <a:pt x="3371" y="8104"/>
                    <a:pt x="2934" y="6934"/>
                  </a:cubicBezTo>
                  <a:cubicBezTo>
                    <a:pt x="2471" y="5764"/>
                    <a:pt x="2009" y="4602"/>
                    <a:pt x="1537" y="3441"/>
                  </a:cubicBezTo>
                  <a:cubicBezTo>
                    <a:pt x="1031" y="2288"/>
                    <a:pt x="533" y="1136"/>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8"/>
            <p:cNvSpPr/>
            <p:nvPr/>
          </p:nvSpPr>
          <p:spPr>
            <a:xfrm>
              <a:off x="4805425" y="1971488"/>
              <a:ext cx="219400" cy="2933850"/>
            </a:xfrm>
            <a:custGeom>
              <a:avLst/>
              <a:gdLst/>
              <a:ahLst/>
              <a:cxnLst/>
              <a:rect l="l" t="t" r="r" b="b"/>
              <a:pathLst>
                <a:path w="8776" h="117354" extrusionOk="0">
                  <a:moveTo>
                    <a:pt x="0" y="0"/>
                  </a:moveTo>
                  <a:lnTo>
                    <a:pt x="0" y="0"/>
                  </a:lnTo>
                  <a:cubicBezTo>
                    <a:pt x="2524" y="9579"/>
                    <a:pt x="4453" y="19306"/>
                    <a:pt x="5746" y="29103"/>
                  </a:cubicBezTo>
                  <a:lnTo>
                    <a:pt x="6200" y="32788"/>
                  </a:lnTo>
                  <a:lnTo>
                    <a:pt x="6593" y="36472"/>
                  </a:lnTo>
                  <a:lnTo>
                    <a:pt x="6924" y="40166"/>
                  </a:lnTo>
                  <a:lnTo>
                    <a:pt x="7204" y="43859"/>
                  </a:lnTo>
                  <a:cubicBezTo>
                    <a:pt x="7527" y="48793"/>
                    <a:pt x="7693" y="53735"/>
                    <a:pt x="7693" y="58677"/>
                  </a:cubicBezTo>
                  <a:cubicBezTo>
                    <a:pt x="7702" y="63619"/>
                    <a:pt x="7544" y="68552"/>
                    <a:pt x="7221" y="73486"/>
                  </a:cubicBezTo>
                  <a:lnTo>
                    <a:pt x="6959" y="77188"/>
                  </a:lnTo>
                  <a:lnTo>
                    <a:pt x="6636" y="80873"/>
                  </a:lnTo>
                  <a:lnTo>
                    <a:pt x="6243" y="84566"/>
                  </a:lnTo>
                  <a:lnTo>
                    <a:pt x="5789" y="88242"/>
                  </a:lnTo>
                  <a:cubicBezTo>
                    <a:pt x="4515" y="98048"/>
                    <a:pt x="2594" y="107766"/>
                    <a:pt x="88" y="117353"/>
                  </a:cubicBezTo>
                  <a:cubicBezTo>
                    <a:pt x="3030" y="107888"/>
                    <a:pt x="5196" y="98179"/>
                    <a:pt x="6610" y="88364"/>
                  </a:cubicBezTo>
                  <a:lnTo>
                    <a:pt x="7125" y="84671"/>
                  </a:lnTo>
                  <a:lnTo>
                    <a:pt x="7562" y="80977"/>
                  </a:lnTo>
                  <a:lnTo>
                    <a:pt x="7937" y="77275"/>
                  </a:lnTo>
                  <a:lnTo>
                    <a:pt x="8243" y="73564"/>
                  </a:lnTo>
                  <a:cubicBezTo>
                    <a:pt x="8601" y="68605"/>
                    <a:pt x="8767" y="63645"/>
                    <a:pt x="8776" y="58677"/>
                  </a:cubicBezTo>
                  <a:cubicBezTo>
                    <a:pt x="8767" y="53708"/>
                    <a:pt x="8575" y="48740"/>
                    <a:pt x="8217" y="43789"/>
                  </a:cubicBezTo>
                  <a:lnTo>
                    <a:pt x="7911" y="40078"/>
                  </a:lnTo>
                  <a:lnTo>
                    <a:pt x="7544" y="36376"/>
                  </a:lnTo>
                  <a:lnTo>
                    <a:pt x="7108" y="32674"/>
                  </a:lnTo>
                  <a:lnTo>
                    <a:pt x="6593" y="28989"/>
                  </a:lnTo>
                  <a:cubicBezTo>
                    <a:pt x="5143" y="19166"/>
                    <a:pt x="2960" y="9465"/>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8"/>
            <p:cNvSpPr/>
            <p:nvPr/>
          </p:nvSpPr>
          <p:spPr>
            <a:xfrm>
              <a:off x="4736225" y="3209188"/>
              <a:ext cx="887575" cy="1774500"/>
            </a:xfrm>
            <a:custGeom>
              <a:avLst/>
              <a:gdLst/>
              <a:ahLst/>
              <a:cxnLst/>
              <a:rect l="l" t="t" r="r" b="b"/>
              <a:pathLst>
                <a:path w="35503" h="70980" extrusionOk="0">
                  <a:moveTo>
                    <a:pt x="34735" y="1"/>
                  </a:moveTo>
                  <a:cubicBezTo>
                    <a:pt x="34106" y="3415"/>
                    <a:pt x="32910" y="6453"/>
                    <a:pt x="31617" y="9527"/>
                  </a:cubicBezTo>
                  <a:cubicBezTo>
                    <a:pt x="30971" y="11064"/>
                    <a:pt x="30290" y="12626"/>
                    <a:pt x="29662" y="14198"/>
                  </a:cubicBezTo>
                  <a:cubicBezTo>
                    <a:pt x="29015" y="15761"/>
                    <a:pt x="28395" y="17333"/>
                    <a:pt x="27784" y="18896"/>
                  </a:cubicBezTo>
                  <a:cubicBezTo>
                    <a:pt x="26553" y="22013"/>
                    <a:pt x="25374" y="25139"/>
                    <a:pt x="24161" y="28221"/>
                  </a:cubicBezTo>
                  <a:cubicBezTo>
                    <a:pt x="22947" y="31312"/>
                    <a:pt x="21725" y="34368"/>
                    <a:pt x="20450" y="37381"/>
                  </a:cubicBezTo>
                  <a:cubicBezTo>
                    <a:pt x="19175" y="40393"/>
                    <a:pt x="17830" y="43362"/>
                    <a:pt x="16390" y="46278"/>
                  </a:cubicBezTo>
                  <a:cubicBezTo>
                    <a:pt x="14949" y="49203"/>
                    <a:pt x="13395" y="52050"/>
                    <a:pt x="11736" y="54853"/>
                  </a:cubicBezTo>
                  <a:cubicBezTo>
                    <a:pt x="10068" y="57647"/>
                    <a:pt x="8304" y="60415"/>
                    <a:pt x="6340" y="63078"/>
                  </a:cubicBezTo>
                  <a:cubicBezTo>
                    <a:pt x="5842" y="63741"/>
                    <a:pt x="5353" y="64414"/>
                    <a:pt x="4838" y="65069"/>
                  </a:cubicBezTo>
                  <a:lnTo>
                    <a:pt x="4078" y="66064"/>
                  </a:lnTo>
                  <a:lnTo>
                    <a:pt x="3292" y="67051"/>
                  </a:lnTo>
                  <a:cubicBezTo>
                    <a:pt x="2777" y="67714"/>
                    <a:pt x="2218" y="68360"/>
                    <a:pt x="1677" y="69015"/>
                  </a:cubicBezTo>
                  <a:cubicBezTo>
                    <a:pt x="1415" y="69347"/>
                    <a:pt x="1118" y="69653"/>
                    <a:pt x="847" y="69984"/>
                  </a:cubicBezTo>
                  <a:cubicBezTo>
                    <a:pt x="559" y="70308"/>
                    <a:pt x="280" y="70639"/>
                    <a:pt x="0" y="70980"/>
                  </a:cubicBezTo>
                  <a:cubicBezTo>
                    <a:pt x="411" y="70814"/>
                    <a:pt x="804" y="70631"/>
                    <a:pt x="1197" y="70421"/>
                  </a:cubicBezTo>
                  <a:cubicBezTo>
                    <a:pt x="1598" y="70238"/>
                    <a:pt x="1991" y="70063"/>
                    <a:pt x="2375" y="69853"/>
                  </a:cubicBezTo>
                  <a:cubicBezTo>
                    <a:pt x="3135" y="69434"/>
                    <a:pt x="3921" y="69041"/>
                    <a:pt x="4654" y="68579"/>
                  </a:cubicBezTo>
                  <a:cubicBezTo>
                    <a:pt x="5030" y="68343"/>
                    <a:pt x="5397" y="68125"/>
                    <a:pt x="5772" y="67889"/>
                  </a:cubicBezTo>
                  <a:cubicBezTo>
                    <a:pt x="6130" y="67644"/>
                    <a:pt x="6488" y="67400"/>
                    <a:pt x="6846" y="67147"/>
                  </a:cubicBezTo>
                  <a:cubicBezTo>
                    <a:pt x="7571" y="66666"/>
                    <a:pt x="8261" y="66116"/>
                    <a:pt x="8959" y="65584"/>
                  </a:cubicBezTo>
                  <a:cubicBezTo>
                    <a:pt x="9308" y="65322"/>
                    <a:pt x="9631" y="65042"/>
                    <a:pt x="9972" y="64754"/>
                  </a:cubicBezTo>
                  <a:cubicBezTo>
                    <a:pt x="10312" y="64484"/>
                    <a:pt x="10635" y="64187"/>
                    <a:pt x="10976" y="63907"/>
                  </a:cubicBezTo>
                  <a:cubicBezTo>
                    <a:pt x="11299" y="63610"/>
                    <a:pt x="11622" y="63305"/>
                    <a:pt x="11945" y="63008"/>
                  </a:cubicBezTo>
                  <a:cubicBezTo>
                    <a:pt x="12277" y="62711"/>
                    <a:pt x="12600" y="62423"/>
                    <a:pt x="12906" y="62100"/>
                  </a:cubicBezTo>
                  <a:cubicBezTo>
                    <a:pt x="13517" y="61480"/>
                    <a:pt x="14154" y="60869"/>
                    <a:pt x="14739" y="60214"/>
                  </a:cubicBezTo>
                  <a:lnTo>
                    <a:pt x="15621" y="59245"/>
                  </a:lnTo>
                  <a:cubicBezTo>
                    <a:pt x="15909" y="58913"/>
                    <a:pt x="16189" y="58581"/>
                    <a:pt x="16477" y="58240"/>
                  </a:cubicBezTo>
                  <a:cubicBezTo>
                    <a:pt x="17612" y="56905"/>
                    <a:pt x="18669" y="55499"/>
                    <a:pt x="19699" y="54067"/>
                  </a:cubicBezTo>
                  <a:cubicBezTo>
                    <a:pt x="19943" y="53709"/>
                    <a:pt x="20188" y="53342"/>
                    <a:pt x="20441" y="52975"/>
                  </a:cubicBezTo>
                  <a:cubicBezTo>
                    <a:pt x="20686" y="52609"/>
                    <a:pt x="20939" y="52251"/>
                    <a:pt x="21166" y="51875"/>
                  </a:cubicBezTo>
                  <a:cubicBezTo>
                    <a:pt x="21637" y="51133"/>
                    <a:pt x="22117" y="50399"/>
                    <a:pt x="22554" y="49640"/>
                  </a:cubicBezTo>
                  <a:cubicBezTo>
                    <a:pt x="24353" y="46619"/>
                    <a:pt x="25916" y="43484"/>
                    <a:pt x="27278" y="40288"/>
                  </a:cubicBezTo>
                  <a:cubicBezTo>
                    <a:pt x="28649" y="37084"/>
                    <a:pt x="29810" y="33827"/>
                    <a:pt x="30814" y="30526"/>
                  </a:cubicBezTo>
                  <a:cubicBezTo>
                    <a:pt x="31836" y="27234"/>
                    <a:pt x="32674" y="23899"/>
                    <a:pt x="33381" y="20564"/>
                  </a:cubicBezTo>
                  <a:cubicBezTo>
                    <a:pt x="33739" y="18896"/>
                    <a:pt x="34062" y="17219"/>
                    <a:pt x="34350" y="15543"/>
                  </a:cubicBezTo>
                  <a:cubicBezTo>
                    <a:pt x="34639" y="13858"/>
                    <a:pt x="34918" y="12190"/>
                    <a:pt x="35136" y="10452"/>
                  </a:cubicBezTo>
                  <a:cubicBezTo>
                    <a:pt x="35250" y="9597"/>
                    <a:pt x="35346" y="8732"/>
                    <a:pt x="35398" y="7850"/>
                  </a:cubicBezTo>
                  <a:cubicBezTo>
                    <a:pt x="35468" y="6977"/>
                    <a:pt x="35503" y="6087"/>
                    <a:pt x="35477" y="5205"/>
                  </a:cubicBezTo>
                  <a:cubicBezTo>
                    <a:pt x="35459" y="4323"/>
                    <a:pt x="35398" y="3441"/>
                    <a:pt x="35285" y="2568"/>
                  </a:cubicBezTo>
                  <a:cubicBezTo>
                    <a:pt x="35162" y="1695"/>
                    <a:pt x="34997" y="830"/>
                    <a:pt x="347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8"/>
            <p:cNvSpPr/>
            <p:nvPr/>
          </p:nvSpPr>
          <p:spPr>
            <a:xfrm>
              <a:off x="4736225" y="3209638"/>
              <a:ext cx="869675" cy="1774050"/>
            </a:xfrm>
            <a:custGeom>
              <a:avLst/>
              <a:gdLst/>
              <a:ahLst/>
              <a:cxnLst/>
              <a:rect l="l" t="t" r="r" b="b"/>
              <a:pathLst>
                <a:path w="34787" h="70962" extrusionOk="0">
                  <a:moveTo>
                    <a:pt x="34700" y="0"/>
                  </a:moveTo>
                  <a:lnTo>
                    <a:pt x="34700" y="0"/>
                  </a:lnTo>
                  <a:cubicBezTo>
                    <a:pt x="34735" y="1685"/>
                    <a:pt x="34560" y="3362"/>
                    <a:pt x="34263" y="5021"/>
                  </a:cubicBezTo>
                  <a:cubicBezTo>
                    <a:pt x="33975" y="6671"/>
                    <a:pt x="33556" y="8313"/>
                    <a:pt x="33084" y="9928"/>
                  </a:cubicBezTo>
                  <a:cubicBezTo>
                    <a:pt x="32630" y="11543"/>
                    <a:pt x="32124" y="13159"/>
                    <a:pt x="31635" y="14774"/>
                  </a:cubicBezTo>
                  <a:cubicBezTo>
                    <a:pt x="31137" y="16389"/>
                    <a:pt x="30657" y="18005"/>
                    <a:pt x="30142" y="19603"/>
                  </a:cubicBezTo>
                  <a:cubicBezTo>
                    <a:pt x="29111" y="22824"/>
                    <a:pt x="28099" y="26038"/>
                    <a:pt x="26963" y="29207"/>
                  </a:cubicBezTo>
                  <a:cubicBezTo>
                    <a:pt x="25837" y="32386"/>
                    <a:pt x="24650" y="35538"/>
                    <a:pt x="23331" y="38629"/>
                  </a:cubicBezTo>
                  <a:cubicBezTo>
                    <a:pt x="22021" y="41728"/>
                    <a:pt x="20581" y="44767"/>
                    <a:pt x="18983" y="47718"/>
                  </a:cubicBezTo>
                  <a:lnTo>
                    <a:pt x="18686" y="48277"/>
                  </a:lnTo>
                  <a:lnTo>
                    <a:pt x="18380" y="48827"/>
                  </a:lnTo>
                  <a:lnTo>
                    <a:pt x="17778" y="49927"/>
                  </a:lnTo>
                  <a:cubicBezTo>
                    <a:pt x="17577" y="50285"/>
                    <a:pt x="17350" y="50643"/>
                    <a:pt x="17140" y="51010"/>
                  </a:cubicBezTo>
                  <a:cubicBezTo>
                    <a:pt x="16922" y="51368"/>
                    <a:pt x="16713" y="51726"/>
                    <a:pt x="16494" y="52084"/>
                  </a:cubicBezTo>
                  <a:lnTo>
                    <a:pt x="15831" y="53158"/>
                  </a:lnTo>
                  <a:lnTo>
                    <a:pt x="15490" y="53691"/>
                  </a:lnTo>
                  <a:lnTo>
                    <a:pt x="15141" y="54215"/>
                  </a:lnTo>
                  <a:lnTo>
                    <a:pt x="14460" y="55262"/>
                  </a:lnTo>
                  <a:cubicBezTo>
                    <a:pt x="14346" y="55437"/>
                    <a:pt x="14224" y="55612"/>
                    <a:pt x="14111" y="55786"/>
                  </a:cubicBezTo>
                  <a:lnTo>
                    <a:pt x="13744" y="56301"/>
                  </a:lnTo>
                  <a:cubicBezTo>
                    <a:pt x="13508" y="56642"/>
                    <a:pt x="13281" y="56991"/>
                    <a:pt x="13028" y="57323"/>
                  </a:cubicBezTo>
                  <a:lnTo>
                    <a:pt x="12277" y="58345"/>
                  </a:lnTo>
                  <a:lnTo>
                    <a:pt x="11902" y="58842"/>
                  </a:lnTo>
                  <a:lnTo>
                    <a:pt x="11509" y="59331"/>
                  </a:lnTo>
                  <a:lnTo>
                    <a:pt x="10732" y="60327"/>
                  </a:lnTo>
                  <a:lnTo>
                    <a:pt x="10539" y="60580"/>
                  </a:lnTo>
                  <a:lnTo>
                    <a:pt x="10339" y="60816"/>
                  </a:lnTo>
                  <a:lnTo>
                    <a:pt x="9937" y="61296"/>
                  </a:lnTo>
                  <a:cubicBezTo>
                    <a:pt x="9666" y="61628"/>
                    <a:pt x="9404" y="61951"/>
                    <a:pt x="9134" y="62274"/>
                  </a:cubicBezTo>
                  <a:lnTo>
                    <a:pt x="8287" y="63208"/>
                  </a:lnTo>
                  <a:lnTo>
                    <a:pt x="7876" y="63680"/>
                  </a:lnTo>
                  <a:cubicBezTo>
                    <a:pt x="7745" y="63828"/>
                    <a:pt x="7588" y="63985"/>
                    <a:pt x="7448" y="64134"/>
                  </a:cubicBezTo>
                  <a:cubicBezTo>
                    <a:pt x="5161" y="66605"/>
                    <a:pt x="2664" y="68884"/>
                    <a:pt x="0" y="70962"/>
                  </a:cubicBezTo>
                  <a:cubicBezTo>
                    <a:pt x="2812" y="69067"/>
                    <a:pt x="5423" y="66884"/>
                    <a:pt x="7806" y="64527"/>
                  </a:cubicBezTo>
                  <a:cubicBezTo>
                    <a:pt x="10216" y="62152"/>
                    <a:pt x="12417" y="59541"/>
                    <a:pt x="14425" y="56799"/>
                  </a:cubicBezTo>
                  <a:cubicBezTo>
                    <a:pt x="16442" y="54066"/>
                    <a:pt x="18241" y="51185"/>
                    <a:pt x="19891" y="48216"/>
                  </a:cubicBezTo>
                  <a:lnTo>
                    <a:pt x="20502" y="47098"/>
                  </a:lnTo>
                  <a:cubicBezTo>
                    <a:pt x="20712" y="46714"/>
                    <a:pt x="20895" y="46339"/>
                    <a:pt x="21087" y="45963"/>
                  </a:cubicBezTo>
                  <a:cubicBezTo>
                    <a:pt x="21288" y="45579"/>
                    <a:pt x="21489" y="45212"/>
                    <a:pt x="21672" y="44828"/>
                  </a:cubicBezTo>
                  <a:lnTo>
                    <a:pt x="22222" y="43684"/>
                  </a:lnTo>
                  <a:lnTo>
                    <a:pt x="22510" y="43117"/>
                  </a:lnTo>
                  <a:cubicBezTo>
                    <a:pt x="22606" y="42916"/>
                    <a:pt x="22694" y="42733"/>
                    <a:pt x="22781" y="42540"/>
                  </a:cubicBezTo>
                  <a:lnTo>
                    <a:pt x="23314" y="41379"/>
                  </a:lnTo>
                  <a:cubicBezTo>
                    <a:pt x="23488" y="40995"/>
                    <a:pt x="23654" y="40602"/>
                    <a:pt x="23829" y="40227"/>
                  </a:cubicBezTo>
                  <a:lnTo>
                    <a:pt x="24344" y="39057"/>
                  </a:lnTo>
                  <a:cubicBezTo>
                    <a:pt x="25654" y="35922"/>
                    <a:pt x="26850" y="32761"/>
                    <a:pt x="27941" y="29548"/>
                  </a:cubicBezTo>
                  <a:cubicBezTo>
                    <a:pt x="28221" y="28745"/>
                    <a:pt x="28483" y="27941"/>
                    <a:pt x="28745" y="27138"/>
                  </a:cubicBezTo>
                  <a:cubicBezTo>
                    <a:pt x="28989" y="26326"/>
                    <a:pt x="29251" y="25523"/>
                    <a:pt x="29504" y="24711"/>
                  </a:cubicBezTo>
                  <a:cubicBezTo>
                    <a:pt x="30011" y="23095"/>
                    <a:pt x="30500" y="21471"/>
                    <a:pt x="30954" y="19847"/>
                  </a:cubicBezTo>
                  <a:cubicBezTo>
                    <a:pt x="31888" y="16590"/>
                    <a:pt x="32779" y="13342"/>
                    <a:pt x="33608" y="10059"/>
                  </a:cubicBezTo>
                  <a:cubicBezTo>
                    <a:pt x="33809" y="9238"/>
                    <a:pt x="33992" y="8409"/>
                    <a:pt x="34158" y="7579"/>
                  </a:cubicBezTo>
                  <a:cubicBezTo>
                    <a:pt x="34324" y="6750"/>
                    <a:pt x="34473" y="5911"/>
                    <a:pt x="34569" y="5064"/>
                  </a:cubicBezTo>
                  <a:cubicBezTo>
                    <a:pt x="34682" y="4226"/>
                    <a:pt x="34761" y="3388"/>
                    <a:pt x="34778" y="2532"/>
                  </a:cubicBezTo>
                  <a:cubicBezTo>
                    <a:pt x="34787" y="1694"/>
                    <a:pt x="34769" y="847"/>
                    <a:pt x="34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8"/>
            <p:cNvSpPr/>
            <p:nvPr/>
          </p:nvSpPr>
          <p:spPr>
            <a:xfrm>
              <a:off x="4791675" y="3842238"/>
              <a:ext cx="993025" cy="1100200"/>
            </a:xfrm>
            <a:custGeom>
              <a:avLst/>
              <a:gdLst/>
              <a:ahLst/>
              <a:cxnLst/>
              <a:rect l="l" t="t" r="r" b="b"/>
              <a:pathLst>
                <a:path w="39721" h="44008" extrusionOk="0">
                  <a:moveTo>
                    <a:pt x="39711" y="0"/>
                  </a:moveTo>
                  <a:lnTo>
                    <a:pt x="39711" y="0"/>
                  </a:lnTo>
                  <a:cubicBezTo>
                    <a:pt x="39310" y="542"/>
                    <a:pt x="38960" y="1100"/>
                    <a:pt x="38594" y="1651"/>
                  </a:cubicBezTo>
                  <a:cubicBezTo>
                    <a:pt x="38227" y="2192"/>
                    <a:pt x="37878" y="2725"/>
                    <a:pt x="37528" y="3275"/>
                  </a:cubicBezTo>
                  <a:cubicBezTo>
                    <a:pt x="37162" y="3807"/>
                    <a:pt x="36804" y="4340"/>
                    <a:pt x="36472" y="4881"/>
                  </a:cubicBezTo>
                  <a:cubicBezTo>
                    <a:pt x="36105" y="5405"/>
                    <a:pt x="35756" y="5938"/>
                    <a:pt x="35407" y="6462"/>
                  </a:cubicBezTo>
                  <a:cubicBezTo>
                    <a:pt x="35049" y="6986"/>
                    <a:pt x="34699" y="7501"/>
                    <a:pt x="34350" y="8025"/>
                  </a:cubicBezTo>
                  <a:cubicBezTo>
                    <a:pt x="34167" y="8287"/>
                    <a:pt x="33992" y="8549"/>
                    <a:pt x="33818" y="8793"/>
                  </a:cubicBezTo>
                  <a:cubicBezTo>
                    <a:pt x="33643" y="9055"/>
                    <a:pt x="33468" y="9308"/>
                    <a:pt x="33294" y="9570"/>
                  </a:cubicBezTo>
                  <a:cubicBezTo>
                    <a:pt x="32936" y="10077"/>
                    <a:pt x="32569" y="10583"/>
                    <a:pt x="32220" y="11089"/>
                  </a:cubicBezTo>
                  <a:cubicBezTo>
                    <a:pt x="31862" y="11578"/>
                    <a:pt x="31495" y="12085"/>
                    <a:pt x="31146" y="12583"/>
                  </a:cubicBezTo>
                  <a:cubicBezTo>
                    <a:pt x="29688" y="14556"/>
                    <a:pt x="28221" y="16503"/>
                    <a:pt x="26693" y="18389"/>
                  </a:cubicBezTo>
                  <a:cubicBezTo>
                    <a:pt x="25165" y="20275"/>
                    <a:pt x="23593" y="22109"/>
                    <a:pt x="21978" y="23916"/>
                  </a:cubicBezTo>
                  <a:cubicBezTo>
                    <a:pt x="20362" y="25706"/>
                    <a:pt x="18686" y="27461"/>
                    <a:pt x="16966" y="29173"/>
                  </a:cubicBezTo>
                  <a:cubicBezTo>
                    <a:pt x="15254" y="30884"/>
                    <a:pt x="13473" y="32560"/>
                    <a:pt x="11648" y="34202"/>
                  </a:cubicBezTo>
                  <a:cubicBezTo>
                    <a:pt x="9815" y="35844"/>
                    <a:pt x="7937" y="37468"/>
                    <a:pt x="5999" y="39083"/>
                  </a:cubicBezTo>
                  <a:cubicBezTo>
                    <a:pt x="5519" y="39476"/>
                    <a:pt x="5021" y="39878"/>
                    <a:pt x="4532" y="40297"/>
                  </a:cubicBezTo>
                  <a:cubicBezTo>
                    <a:pt x="4034" y="40690"/>
                    <a:pt x="3537" y="41091"/>
                    <a:pt x="3039" y="41510"/>
                  </a:cubicBezTo>
                  <a:cubicBezTo>
                    <a:pt x="2532" y="41912"/>
                    <a:pt x="2035" y="42314"/>
                    <a:pt x="1528" y="42742"/>
                  </a:cubicBezTo>
                  <a:cubicBezTo>
                    <a:pt x="1022" y="43143"/>
                    <a:pt x="507" y="43562"/>
                    <a:pt x="0" y="44008"/>
                  </a:cubicBezTo>
                  <a:cubicBezTo>
                    <a:pt x="664" y="43955"/>
                    <a:pt x="1319" y="43850"/>
                    <a:pt x="1991" y="43763"/>
                  </a:cubicBezTo>
                  <a:cubicBezTo>
                    <a:pt x="2646" y="43650"/>
                    <a:pt x="3283" y="43519"/>
                    <a:pt x="3938" y="43370"/>
                  </a:cubicBezTo>
                  <a:cubicBezTo>
                    <a:pt x="4584" y="43222"/>
                    <a:pt x="5230" y="43047"/>
                    <a:pt x="5877" y="42872"/>
                  </a:cubicBezTo>
                  <a:cubicBezTo>
                    <a:pt x="6505" y="42672"/>
                    <a:pt x="7143" y="42471"/>
                    <a:pt x="7771" y="42261"/>
                  </a:cubicBezTo>
                  <a:cubicBezTo>
                    <a:pt x="10286" y="41388"/>
                    <a:pt x="12713" y="40262"/>
                    <a:pt x="15045" y="38943"/>
                  </a:cubicBezTo>
                  <a:cubicBezTo>
                    <a:pt x="17367" y="37625"/>
                    <a:pt x="19568" y="36105"/>
                    <a:pt x="21655" y="34412"/>
                  </a:cubicBezTo>
                  <a:cubicBezTo>
                    <a:pt x="23733" y="32718"/>
                    <a:pt x="25680" y="30867"/>
                    <a:pt x="27487" y="28876"/>
                  </a:cubicBezTo>
                  <a:cubicBezTo>
                    <a:pt x="29286" y="26894"/>
                    <a:pt x="30936" y="24763"/>
                    <a:pt x="32394" y="22519"/>
                  </a:cubicBezTo>
                  <a:cubicBezTo>
                    <a:pt x="33870" y="20266"/>
                    <a:pt x="35162" y="17909"/>
                    <a:pt x="36227" y="15464"/>
                  </a:cubicBezTo>
                  <a:cubicBezTo>
                    <a:pt x="36489" y="14844"/>
                    <a:pt x="36743" y="14224"/>
                    <a:pt x="36996" y="13613"/>
                  </a:cubicBezTo>
                  <a:cubicBezTo>
                    <a:pt x="37223" y="12984"/>
                    <a:pt x="37450" y="12364"/>
                    <a:pt x="37668" y="11736"/>
                  </a:cubicBezTo>
                  <a:cubicBezTo>
                    <a:pt x="37782" y="11412"/>
                    <a:pt x="37878" y="11098"/>
                    <a:pt x="37974" y="10784"/>
                  </a:cubicBezTo>
                  <a:lnTo>
                    <a:pt x="38271" y="9832"/>
                  </a:lnTo>
                  <a:cubicBezTo>
                    <a:pt x="38445" y="9186"/>
                    <a:pt x="38611" y="8549"/>
                    <a:pt x="38768" y="7902"/>
                  </a:cubicBezTo>
                  <a:cubicBezTo>
                    <a:pt x="38917" y="7247"/>
                    <a:pt x="39048" y="6601"/>
                    <a:pt x="39179" y="5946"/>
                  </a:cubicBezTo>
                  <a:cubicBezTo>
                    <a:pt x="39284" y="5292"/>
                    <a:pt x="39397" y="4637"/>
                    <a:pt x="39484" y="3982"/>
                  </a:cubicBezTo>
                  <a:cubicBezTo>
                    <a:pt x="39554" y="3318"/>
                    <a:pt x="39615" y="2663"/>
                    <a:pt x="39668" y="2000"/>
                  </a:cubicBezTo>
                  <a:cubicBezTo>
                    <a:pt x="39694" y="1327"/>
                    <a:pt x="39720" y="664"/>
                    <a:pt x="397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8"/>
            <p:cNvSpPr/>
            <p:nvPr/>
          </p:nvSpPr>
          <p:spPr>
            <a:xfrm>
              <a:off x="4791675" y="3841363"/>
              <a:ext cx="993025" cy="1101075"/>
            </a:xfrm>
            <a:custGeom>
              <a:avLst/>
              <a:gdLst/>
              <a:ahLst/>
              <a:cxnLst/>
              <a:rect l="l" t="t" r="r" b="b"/>
              <a:pathLst>
                <a:path w="39721" h="44043" extrusionOk="0">
                  <a:moveTo>
                    <a:pt x="39720" y="0"/>
                  </a:moveTo>
                  <a:lnTo>
                    <a:pt x="39720" y="0"/>
                  </a:lnTo>
                  <a:cubicBezTo>
                    <a:pt x="38035" y="4811"/>
                    <a:pt x="35904" y="9457"/>
                    <a:pt x="33320" y="13822"/>
                  </a:cubicBezTo>
                  <a:lnTo>
                    <a:pt x="32333" y="15447"/>
                  </a:lnTo>
                  <a:lnTo>
                    <a:pt x="31303" y="17053"/>
                  </a:lnTo>
                  <a:lnTo>
                    <a:pt x="30238" y="18625"/>
                  </a:lnTo>
                  <a:lnTo>
                    <a:pt x="29120" y="20162"/>
                  </a:lnTo>
                  <a:cubicBezTo>
                    <a:pt x="27618" y="22205"/>
                    <a:pt x="26020" y="24169"/>
                    <a:pt x="24318" y="26047"/>
                  </a:cubicBezTo>
                  <a:cubicBezTo>
                    <a:pt x="22632" y="27933"/>
                    <a:pt x="20842" y="29723"/>
                    <a:pt x="18965" y="31425"/>
                  </a:cubicBezTo>
                  <a:lnTo>
                    <a:pt x="17542" y="32691"/>
                  </a:lnTo>
                  <a:lnTo>
                    <a:pt x="16093" y="33914"/>
                  </a:lnTo>
                  <a:lnTo>
                    <a:pt x="14608" y="35101"/>
                  </a:lnTo>
                  <a:lnTo>
                    <a:pt x="13089" y="36263"/>
                  </a:lnTo>
                  <a:cubicBezTo>
                    <a:pt x="9020" y="39275"/>
                    <a:pt x="4628" y="41868"/>
                    <a:pt x="0" y="44043"/>
                  </a:cubicBezTo>
                  <a:cubicBezTo>
                    <a:pt x="4794" y="42296"/>
                    <a:pt x="9369" y="39869"/>
                    <a:pt x="13613" y="36944"/>
                  </a:cubicBezTo>
                  <a:lnTo>
                    <a:pt x="15184" y="35835"/>
                  </a:lnTo>
                  <a:lnTo>
                    <a:pt x="16712" y="34665"/>
                  </a:lnTo>
                  <a:lnTo>
                    <a:pt x="18206" y="33451"/>
                  </a:lnTo>
                  <a:lnTo>
                    <a:pt x="19672" y="32203"/>
                  </a:lnTo>
                  <a:cubicBezTo>
                    <a:pt x="21593" y="30509"/>
                    <a:pt x="23427" y="28684"/>
                    <a:pt x="25147" y="26789"/>
                  </a:cubicBezTo>
                  <a:cubicBezTo>
                    <a:pt x="26867" y="24868"/>
                    <a:pt x="28483" y="22868"/>
                    <a:pt x="29976" y="20773"/>
                  </a:cubicBezTo>
                  <a:lnTo>
                    <a:pt x="31067" y="19192"/>
                  </a:lnTo>
                  <a:lnTo>
                    <a:pt x="32115" y="17577"/>
                  </a:lnTo>
                  <a:lnTo>
                    <a:pt x="33119" y="15927"/>
                  </a:lnTo>
                  <a:lnTo>
                    <a:pt x="34071" y="14242"/>
                  </a:lnTo>
                  <a:cubicBezTo>
                    <a:pt x="36533" y="9745"/>
                    <a:pt x="38480" y="4960"/>
                    <a:pt x="397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8"/>
            <p:cNvSpPr/>
            <p:nvPr/>
          </p:nvSpPr>
          <p:spPr>
            <a:xfrm>
              <a:off x="4798875" y="4489238"/>
              <a:ext cx="1145825" cy="488175"/>
            </a:xfrm>
            <a:custGeom>
              <a:avLst/>
              <a:gdLst/>
              <a:ahLst/>
              <a:cxnLst/>
              <a:rect l="l" t="t" r="r" b="b"/>
              <a:pathLst>
                <a:path w="45833" h="19527" extrusionOk="0">
                  <a:moveTo>
                    <a:pt x="45832" y="1"/>
                  </a:moveTo>
                  <a:lnTo>
                    <a:pt x="45832" y="1"/>
                  </a:lnTo>
                  <a:cubicBezTo>
                    <a:pt x="45308" y="219"/>
                    <a:pt x="44802" y="455"/>
                    <a:pt x="44313" y="682"/>
                  </a:cubicBezTo>
                  <a:cubicBezTo>
                    <a:pt x="43807" y="918"/>
                    <a:pt x="43326" y="1145"/>
                    <a:pt x="42846" y="1380"/>
                  </a:cubicBezTo>
                  <a:cubicBezTo>
                    <a:pt x="42357" y="1616"/>
                    <a:pt x="41877" y="1843"/>
                    <a:pt x="41405" y="2079"/>
                  </a:cubicBezTo>
                  <a:cubicBezTo>
                    <a:pt x="40925" y="2315"/>
                    <a:pt x="40462" y="2542"/>
                    <a:pt x="39991" y="2769"/>
                  </a:cubicBezTo>
                  <a:cubicBezTo>
                    <a:pt x="39511" y="2996"/>
                    <a:pt x="39039" y="3214"/>
                    <a:pt x="38585" y="3450"/>
                  </a:cubicBezTo>
                  <a:cubicBezTo>
                    <a:pt x="38341" y="3555"/>
                    <a:pt x="38114" y="3668"/>
                    <a:pt x="37887" y="3773"/>
                  </a:cubicBezTo>
                  <a:cubicBezTo>
                    <a:pt x="37651" y="3886"/>
                    <a:pt x="37424" y="4000"/>
                    <a:pt x="37197" y="4113"/>
                  </a:cubicBezTo>
                  <a:cubicBezTo>
                    <a:pt x="36725" y="4323"/>
                    <a:pt x="36271" y="4541"/>
                    <a:pt x="35809" y="4759"/>
                  </a:cubicBezTo>
                  <a:cubicBezTo>
                    <a:pt x="35354" y="4960"/>
                    <a:pt x="34892" y="5170"/>
                    <a:pt x="34438" y="5388"/>
                  </a:cubicBezTo>
                  <a:cubicBezTo>
                    <a:pt x="32587" y="6226"/>
                    <a:pt x="30779" y="7038"/>
                    <a:pt x="28946" y="7798"/>
                  </a:cubicBezTo>
                  <a:cubicBezTo>
                    <a:pt x="27112" y="8566"/>
                    <a:pt x="25278" y="9300"/>
                    <a:pt x="23436" y="9998"/>
                  </a:cubicBezTo>
                  <a:cubicBezTo>
                    <a:pt x="21585" y="10697"/>
                    <a:pt x="19725" y="11352"/>
                    <a:pt x="17848" y="11972"/>
                  </a:cubicBezTo>
                  <a:cubicBezTo>
                    <a:pt x="15953" y="12592"/>
                    <a:pt x="14058" y="13185"/>
                    <a:pt x="12129" y="13762"/>
                  </a:cubicBezTo>
                  <a:cubicBezTo>
                    <a:pt x="10181" y="14338"/>
                    <a:pt x="8217" y="14897"/>
                    <a:pt x="6209" y="15438"/>
                  </a:cubicBezTo>
                  <a:cubicBezTo>
                    <a:pt x="5711" y="15569"/>
                    <a:pt x="5204" y="15718"/>
                    <a:pt x="4689" y="15857"/>
                  </a:cubicBezTo>
                  <a:cubicBezTo>
                    <a:pt x="4183" y="15988"/>
                    <a:pt x="3668" y="16128"/>
                    <a:pt x="3153" y="16268"/>
                  </a:cubicBezTo>
                  <a:cubicBezTo>
                    <a:pt x="2637" y="16416"/>
                    <a:pt x="2113" y="16556"/>
                    <a:pt x="1590" y="16704"/>
                  </a:cubicBezTo>
                  <a:cubicBezTo>
                    <a:pt x="1066" y="16853"/>
                    <a:pt x="533" y="16992"/>
                    <a:pt x="0" y="17176"/>
                  </a:cubicBezTo>
                  <a:cubicBezTo>
                    <a:pt x="507" y="17420"/>
                    <a:pt x="1031" y="17612"/>
                    <a:pt x="1581" y="17822"/>
                  </a:cubicBezTo>
                  <a:cubicBezTo>
                    <a:pt x="2105" y="18005"/>
                    <a:pt x="2629" y="18171"/>
                    <a:pt x="3161" y="18337"/>
                  </a:cubicBezTo>
                  <a:cubicBezTo>
                    <a:pt x="3694" y="18486"/>
                    <a:pt x="4235" y="18617"/>
                    <a:pt x="4777" y="18748"/>
                  </a:cubicBezTo>
                  <a:cubicBezTo>
                    <a:pt x="5309" y="18861"/>
                    <a:pt x="5859" y="18966"/>
                    <a:pt x="6401" y="19062"/>
                  </a:cubicBezTo>
                  <a:cubicBezTo>
                    <a:pt x="8289" y="19379"/>
                    <a:pt x="10211" y="19527"/>
                    <a:pt x="12131" y="19527"/>
                  </a:cubicBezTo>
                  <a:cubicBezTo>
                    <a:pt x="12430" y="19527"/>
                    <a:pt x="12729" y="19523"/>
                    <a:pt x="13028" y="19516"/>
                  </a:cubicBezTo>
                  <a:cubicBezTo>
                    <a:pt x="15254" y="19455"/>
                    <a:pt x="17472" y="19210"/>
                    <a:pt x="19655" y="18774"/>
                  </a:cubicBezTo>
                  <a:cubicBezTo>
                    <a:pt x="21838" y="18337"/>
                    <a:pt x="23986" y="17726"/>
                    <a:pt x="26073" y="16940"/>
                  </a:cubicBezTo>
                  <a:cubicBezTo>
                    <a:pt x="28168" y="16154"/>
                    <a:pt x="30185" y="15202"/>
                    <a:pt x="32115" y="14102"/>
                  </a:cubicBezTo>
                  <a:cubicBezTo>
                    <a:pt x="34053" y="12993"/>
                    <a:pt x="35887" y="11727"/>
                    <a:pt x="37598" y="10313"/>
                  </a:cubicBezTo>
                  <a:cubicBezTo>
                    <a:pt x="38026" y="9955"/>
                    <a:pt x="38437" y="9579"/>
                    <a:pt x="38856" y="9221"/>
                  </a:cubicBezTo>
                  <a:cubicBezTo>
                    <a:pt x="39257" y="8837"/>
                    <a:pt x="39659" y="8470"/>
                    <a:pt x="40052" y="8078"/>
                  </a:cubicBezTo>
                  <a:cubicBezTo>
                    <a:pt x="40253" y="7877"/>
                    <a:pt x="40445" y="7667"/>
                    <a:pt x="40628" y="7475"/>
                  </a:cubicBezTo>
                  <a:cubicBezTo>
                    <a:pt x="40820" y="7274"/>
                    <a:pt x="41013" y="7082"/>
                    <a:pt x="41196" y="6873"/>
                  </a:cubicBezTo>
                  <a:cubicBezTo>
                    <a:pt x="41563" y="6462"/>
                    <a:pt x="41921" y="6043"/>
                    <a:pt x="42279" y="5615"/>
                  </a:cubicBezTo>
                  <a:cubicBezTo>
                    <a:pt x="42619" y="5196"/>
                    <a:pt x="42968" y="4759"/>
                    <a:pt x="43291" y="4305"/>
                  </a:cubicBezTo>
                  <a:cubicBezTo>
                    <a:pt x="43615" y="3851"/>
                    <a:pt x="43929" y="3389"/>
                    <a:pt x="44234" y="2935"/>
                  </a:cubicBezTo>
                  <a:cubicBezTo>
                    <a:pt x="44531" y="2463"/>
                    <a:pt x="44811" y="1983"/>
                    <a:pt x="45081" y="1503"/>
                  </a:cubicBezTo>
                  <a:cubicBezTo>
                    <a:pt x="45352" y="1005"/>
                    <a:pt x="45597" y="507"/>
                    <a:pt x="458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8"/>
            <p:cNvSpPr/>
            <p:nvPr/>
          </p:nvSpPr>
          <p:spPr>
            <a:xfrm>
              <a:off x="4798875" y="4489238"/>
              <a:ext cx="1145825" cy="438025"/>
            </a:xfrm>
            <a:custGeom>
              <a:avLst/>
              <a:gdLst/>
              <a:ahLst/>
              <a:cxnLst/>
              <a:rect l="l" t="t" r="r" b="b"/>
              <a:pathLst>
                <a:path w="45833" h="17521" extrusionOk="0">
                  <a:moveTo>
                    <a:pt x="45832" y="1"/>
                  </a:moveTo>
                  <a:lnTo>
                    <a:pt x="45832" y="1"/>
                  </a:lnTo>
                  <a:cubicBezTo>
                    <a:pt x="42698" y="2804"/>
                    <a:pt x="39336" y="5327"/>
                    <a:pt x="35774" y="7492"/>
                  </a:cubicBezTo>
                  <a:cubicBezTo>
                    <a:pt x="32220" y="9667"/>
                    <a:pt x="28448" y="11492"/>
                    <a:pt x="24554" y="12950"/>
                  </a:cubicBezTo>
                  <a:cubicBezTo>
                    <a:pt x="20651" y="14417"/>
                    <a:pt x="16625" y="15508"/>
                    <a:pt x="12504" y="16215"/>
                  </a:cubicBezTo>
                  <a:cubicBezTo>
                    <a:pt x="8691" y="16871"/>
                    <a:pt x="4810" y="17182"/>
                    <a:pt x="918" y="17182"/>
                  </a:cubicBezTo>
                  <a:cubicBezTo>
                    <a:pt x="612" y="17182"/>
                    <a:pt x="306" y="17180"/>
                    <a:pt x="0" y="17176"/>
                  </a:cubicBezTo>
                  <a:lnTo>
                    <a:pt x="0" y="17176"/>
                  </a:lnTo>
                  <a:cubicBezTo>
                    <a:pt x="1890" y="17409"/>
                    <a:pt x="3794" y="17520"/>
                    <a:pt x="5701" y="17520"/>
                  </a:cubicBezTo>
                  <a:cubicBezTo>
                    <a:pt x="8015" y="17520"/>
                    <a:pt x="10333" y="17356"/>
                    <a:pt x="12635" y="17045"/>
                  </a:cubicBezTo>
                  <a:cubicBezTo>
                    <a:pt x="16826" y="16486"/>
                    <a:pt x="20965" y="15456"/>
                    <a:pt x="24938" y="13971"/>
                  </a:cubicBezTo>
                  <a:cubicBezTo>
                    <a:pt x="28911" y="12487"/>
                    <a:pt x="32709" y="10540"/>
                    <a:pt x="36236" y="8208"/>
                  </a:cubicBezTo>
                  <a:cubicBezTo>
                    <a:pt x="39764" y="5868"/>
                    <a:pt x="43012" y="3127"/>
                    <a:pt x="458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2" name="Google Shape;362;p8"/>
          <p:cNvSpPr txBox="1">
            <a:spLocks noGrp="1"/>
          </p:cNvSpPr>
          <p:nvPr>
            <p:ph type="title"/>
          </p:nvPr>
        </p:nvSpPr>
        <p:spPr>
          <a:xfrm>
            <a:off x="4549000" y="1589463"/>
            <a:ext cx="3881700" cy="19644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4800"/>
              <a:buNone/>
              <a:defRPr sz="7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363" name="Google Shape;363;p8"/>
          <p:cNvGrpSpPr/>
          <p:nvPr/>
        </p:nvGrpSpPr>
        <p:grpSpPr>
          <a:xfrm rot="10800000">
            <a:off x="5" y="12"/>
            <a:ext cx="1103473" cy="928102"/>
            <a:chOff x="5200805" y="3216049"/>
            <a:chExt cx="1103473" cy="928102"/>
          </a:xfrm>
        </p:grpSpPr>
        <p:sp>
          <p:nvSpPr>
            <p:cNvPr id="364" name="Google Shape;364;p8"/>
            <p:cNvSpPr/>
            <p:nvPr/>
          </p:nvSpPr>
          <p:spPr>
            <a:xfrm>
              <a:off x="5284335" y="3556700"/>
              <a:ext cx="21486" cy="16862"/>
            </a:xfrm>
            <a:custGeom>
              <a:avLst/>
              <a:gdLst/>
              <a:ahLst/>
              <a:cxnLst/>
              <a:rect l="l" t="t" r="r" b="b"/>
              <a:pathLst>
                <a:path w="1013" h="795" extrusionOk="0">
                  <a:moveTo>
                    <a:pt x="498" y="0"/>
                  </a:moveTo>
                  <a:cubicBezTo>
                    <a:pt x="0" y="0"/>
                    <a:pt x="0" y="795"/>
                    <a:pt x="498" y="795"/>
                  </a:cubicBezTo>
                  <a:cubicBezTo>
                    <a:pt x="1013" y="795"/>
                    <a:pt x="1013" y="0"/>
                    <a:pt x="498" y="0"/>
                  </a:cubicBezTo>
                  <a:close/>
                </a:path>
              </a:pathLst>
            </a:custGeom>
            <a:solidFill>
              <a:srgbClr val="030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8"/>
            <p:cNvSpPr/>
            <p:nvPr/>
          </p:nvSpPr>
          <p:spPr>
            <a:xfrm>
              <a:off x="5347290" y="3537440"/>
              <a:ext cx="21" cy="21"/>
            </a:xfrm>
            <a:custGeom>
              <a:avLst/>
              <a:gdLst/>
              <a:ahLst/>
              <a:cxnLst/>
              <a:rect l="l" t="t" r="r" b="b"/>
              <a:pathLst>
                <a:path w="1" h="1" extrusionOk="0">
                  <a:moveTo>
                    <a:pt x="1" y="0"/>
                  </a:moveTo>
                  <a:close/>
                </a:path>
              </a:pathLst>
            </a:custGeom>
            <a:solidFill>
              <a:srgbClr val="030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8"/>
            <p:cNvSpPr/>
            <p:nvPr/>
          </p:nvSpPr>
          <p:spPr>
            <a:xfrm>
              <a:off x="5219683" y="3216049"/>
              <a:ext cx="1084595" cy="927344"/>
            </a:xfrm>
            <a:custGeom>
              <a:avLst/>
              <a:gdLst/>
              <a:ahLst/>
              <a:cxnLst/>
              <a:rect l="l" t="t" r="r" b="b"/>
              <a:pathLst>
                <a:path w="51136" h="43722" extrusionOk="0">
                  <a:moveTo>
                    <a:pt x="4403" y="1"/>
                  </a:moveTo>
                  <a:cubicBezTo>
                    <a:pt x="2940" y="1"/>
                    <a:pt x="1472" y="85"/>
                    <a:pt x="1" y="265"/>
                  </a:cubicBezTo>
                  <a:cubicBezTo>
                    <a:pt x="4943" y="5591"/>
                    <a:pt x="5999" y="13414"/>
                    <a:pt x="9771" y="19623"/>
                  </a:cubicBezTo>
                  <a:cubicBezTo>
                    <a:pt x="16442" y="30651"/>
                    <a:pt x="29653" y="34685"/>
                    <a:pt x="38542" y="43477"/>
                  </a:cubicBezTo>
                  <a:cubicBezTo>
                    <a:pt x="38716" y="43591"/>
                    <a:pt x="38952" y="43608"/>
                    <a:pt x="39127" y="43722"/>
                  </a:cubicBezTo>
                  <a:lnTo>
                    <a:pt x="48173" y="43722"/>
                  </a:lnTo>
                  <a:cubicBezTo>
                    <a:pt x="48174" y="43722"/>
                    <a:pt x="48175" y="43722"/>
                    <a:pt x="48176" y="43722"/>
                  </a:cubicBezTo>
                  <a:cubicBezTo>
                    <a:pt x="51136" y="43722"/>
                    <a:pt x="44016" y="21910"/>
                    <a:pt x="43266" y="20260"/>
                  </a:cubicBezTo>
                  <a:cubicBezTo>
                    <a:pt x="42218" y="17946"/>
                    <a:pt x="40856" y="15554"/>
                    <a:pt x="38542" y="14515"/>
                  </a:cubicBezTo>
                  <a:cubicBezTo>
                    <a:pt x="37283" y="13952"/>
                    <a:pt x="35915" y="13865"/>
                    <a:pt x="34523" y="13865"/>
                  </a:cubicBezTo>
                  <a:cubicBezTo>
                    <a:pt x="33896" y="13865"/>
                    <a:pt x="33263" y="13883"/>
                    <a:pt x="32634" y="13883"/>
                  </a:cubicBezTo>
                  <a:cubicBezTo>
                    <a:pt x="31389" y="13883"/>
                    <a:pt x="30156" y="13813"/>
                    <a:pt x="28998" y="13397"/>
                  </a:cubicBezTo>
                  <a:cubicBezTo>
                    <a:pt x="31377" y="12007"/>
                    <a:pt x="34118" y="11267"/>
                    <a:pt x="36875" y="11267"/>
                  </a:cubicBezTo>
                  <a:cubicBezTo>
                    <a:pt x="37113" y="11267"/>
                    <a:pt x="37352" y="11273"/>
                    <a:pt x="37590" y="11284"/>
                  </a:cubicBezTo>
                  <a:cubicBezTo>
                    <a:pt x="27358" y="5380"/>
                    <a:pt x="16050" y="1"/>
                    <a:pt x="44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8"/>
            <p:cNvSpPr/>
            <p:nvPr/>
          </p:nvSpPr>
          <p:spPr>
            <a:xfrm>
              <a:off x="5314328" y="3267211"/>
              <a:ext cx="845452" cy="852112"/>
            </a:xfrm>
            <a:custGeom>
              <a:avLst/>
              <a:gdLst/>
              <a:ahLst/>
              <a:cxnLst/>
              <a:rect l="l" t="t" r="r" b="b"/>
              <a:pathLst>
                <a:path w="39861" h="40175" extrusionOk="0">
                  <a:moveTo>
                    <a:pt x="1" y="1"/>
                  </a:moveTo>
                  <a:lnTo>
                    <a:pt x="1" y="1"/>
                  </a:lnTo>
                  <a:cubicBezTo>
                    <a:pt x="4148" y="2472"/>
                    <a:pt x="8060" y="5283"/>
                    <a:pt x="11858" y="8208"/>
                  </a:cubicBezTo>
                  <a:cubicBezTo>
                    <a:pt x="13753" y="9684"/>
                    <a:pt x="15656" y="11168"/>
                    <a:pt x="17533" y="12670"/>
                  </a:cubicBezTo>
                  <a:cubicBezTo>
                    <a:pt x="19402" y="14181"/>
                    <a:pt x="21279" y="15683"/>
                    <a:pt x="23095" y="17254"/>
                  </a:cubicBezTo>
                  <a:cubicBezTo>
                    <a:pt x="24920" y="18817"/>
                    <a:pt x="26684" y="20441"/>
                    <a:pt x="28369" y="22144"/>
                  </a:cubicBezTo>
                  <a:cubicBezTo>
                    <a:pt x="29208" y="23000"/>
                    <a:pt x="30037" y="23873"/>
                    <a:pt x="30823" y="24763"/>
                  </a:cubicBezTo>
                  <a:cubicBezTo>
                    <a:pt x="31032" y="24982"/>
                    <a:pt x="31216" y="25209"/>
                    <a:pt x="31417" y="25445"/>
                  </a:cubicBezTo>
                  <a:lnTo>
                    <a:pt x="31705" y="25776"/>
                  </a:lnTo>
                  <a:lnTo>
                    <a:pt x="31993" y="26126"/>
                  </a:lnTo>
                  <a:cubicBezTo>
                    <a:pt x="32176" y="26370"/>
                    <a:pt x="32377" y="26597"/>
                    <a:pt x="32561" y="26824"/>
                  </a:cubicBezTo>
                  <a:lnTo>
                    <a:pt x="33119" y="27540"/>
                  </a:lnTo>
                  <a:cubicBezTo>
                    <a:pt x="33844" y="28483"/>
                    <a:pt x="34543" y="29461"/>
                    <a:pt x="35197" y="30465"/>
                  </a:cubicBezTo>
                  <a:cubicBezTo>
                    <a:pt x="35852" y="31469"/>
                    <a:pt x="36481" y="32482"/>
                    <a:pt x="37049" y="33539"/>
                  </a:cubicBezTo>
                  <a:cubicBezTo>
                    <a:pt x="37625" y="34595"/>
                    <a:pt x="38140" y="35678"/>
                    <a:pt x="38620" y="36778"/>
                  </a:cubicBezTo>
                  <a:cubicBezTo>
                    <a:pt x="38838" y="37337"/>
                    <a:pt x="39074" y="37896"/>
                    <a:pt x="39275" y="38463"/>
                  </a:cubicBezTo>
                  <a:cubicBezTo>
                    <a:pt x="39493" y="39031"/>
                    <a:pt x="39659" y="39607"/>
                    <a:pt x="39860" y="40175"/>
                  </a:cubicBezTo>
                  <a:cubicBezTo>
                    <a:pt x="39720" y="39590"/>
                    <a:pt x="39589" y="38996"/>
                    <a:pt x="39415" y="38420"/>
                  </a:cubicBezTo>
                  <a:cubicBezTo>
                    <a:pt x="39258" y="37835"/>
                    <a:pt x="39048" y="37267"/>
                    <a:pt x="38865" y="36682"/>
                  </a:cubicBezTo>
                  <a:cubicBezTo>
                    <a:pt x="38472" y="35538"/>
                    <a:pt x="37992" y="34429"/>
                    <a:pt x="37476" y="33320"/>
                  </a:cubicBezTo>
                  <a:cubicBezTo>
                    <a:pt x="36944" y="32220"/>
                    <a:pt x="36367" y="31164"/>
                    <a:pt x="35748" y="30116"/>
                  </a:cubicBezTo>
                  <a:lnTo>
                    <a:pt x="35267" y="29339"/>
                  </a:lnTo>
                  <a:cubicBezTo>
                    <a:pt x="35101" y="29077"/>
                    <a:pt x="34927" y="28824"/>
                    <a:pt x="34761" y="28579"/>
                  </a:cubicBezTo>
                  <a:lnTo>
                    <a:pt x="34508" y="28195"/>
                  </a:lnTo>
                  <a:lnTo>
                    <a:pt x="34254" y="27820"/>
                  </a:lnTo>
                  <a:cubicBezTo>
                    <a:pt x="34071" y="27584"/>
                    <a:pt x="33914" y="27322"/>
                    <a:pt x="33731" y="27077"/>
                  </a:cubicBezTo>
                  <a:cubicBezTo>
                    <a:pt x="32307" y="25104"/>
                    <a:pt x="30718" y="23262"/>
                    <a:pt x="29042" y="21507"/>
                  </a:cubicBezTo>
                  <a:cubicBezTo>
                    <a:pt x="27365" y="19743"/>
                    <a:pt x="25584" y="18101"/>
                    <a:pt x="23750" y="16512"/>
                  </a:cubicBezTo>
                  <a:cubicBezTo>
                    <a:pt x="21917" y="14940"/>
                    <a:pt x="20031" y="13430"/>
                    <a:pt x="18119" y="11954"/>
                  </a:cubicBezTo>
                  <a:cubicBezTo>
                    <a:pt x="17158" y="11212"/>
                    <a:pt x="16198" y="10487"/>
                    <a:pt x="15237" y="9763"/>
                  </a:cubicBezTo>
                  <a:cubicBezTo>
                    <a:pt x="14277" y="9029"/>
                    <a:pt x="13307" y="8322"/>
                    <a:pt x="12321" y="7606"/>
                  </a:cubicBezTo>
                  <a:cubicBezTo>
                    <a:pt x="8409" y="4786"/>
                    <a:pt x="4340" y="212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8"/>
            <p:cNvSpPr/>
            <p:nvPr/>
          </p:nvSpPr>
          <p:spPr>
            <a:xfrm>
              <a:off x="5453982" y="3272556"/>
              <a:ext cx="92051" cy="32451"/>
            </a:xfrm>
            <a:custGeom>
              <a:avLst/>
              <a:gdLst/>
              <a:ahLst/>
              <a:cxnLst/>
              <a:rect l="l" t="t" r="r" b="b"/>
              <a:pathLst>
                <a:path w="4340" h="1530" extrusionOk="0">
                  <a:moveTo>
                    <a:pt x="3057" y="1"/>
                  </a:moveTo>
                  <a:cubicBezTo>
                    <a:pt x="2683" y="1"/>
                    <a:pt x="2304" y="53"/>
                    <a:pt x="1956" y="150"/>
                  </a:cubicBezTo>
                  <a:cubicBezTo>
                    <a:pt x="1572" y="264"/>
                    <a:pt x="1196" y="438"/>
                    <a:pt x="865" y="657"/>
                  </a:cubicBezTo>
                  <a:cubicBezTo>
                    <a:pt x="533" y="884"/>
                    <a:pt x="218" y="1154"/>
                    <a:pt x="0" y="1530"/>
                  </a:cubicBezTo>
                  <a:cubicBezTo>
                    <a:pt x="428" y="1521"/>
                    <a:pt x="795" y="1443"/>
                    <a:pt x="1170" y="1364"/>
                  </a:cubicBezTo>
                  <a:cubicBezTo>
                    <a:pt x="1528" y="1285"/>
                    <a:pt x="1877" y="1198"/>
                    <a:pt x="2227" y="1102"/>
                  </a:cubicBezTo>
                  <a:cubicBezTo>
                    <a:pt x="2576" y="1006"/>
                    <a:pt x="2916" y="892"/>
                    <a:pt x="3266" y="761"/>
                  </a:cubicBezTo>
                  <a:cubicBezTo>
                    <a:pt x="3615" y="622"/>
                    <a:pt x="3973" y="491"/>
                    <a:pt x="4340" y="273"/>
                  </a:cubicBezTo>
                  <a:cubicBezTo>
                    <a:pt x="3947" y="80"/>
                    <a:pt x="3545" y="11"/>
                    <a:pt x="3143" y="2"/>
                  </a:cubicBezTo>
                  <a:cubicBezTo>
                    <a:pt x="3115" y="1"/>
                    <a:pt x="3086" y="1"/>
                    <a:pt x="30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8"/>
            <p:cNvSpPr/>
            <p:nvPr/>
          </p:nvSpPr>
          <p:spPr>
            <a:xfrm>
              <a:off x="5524361" y="3316887"/>
              <a:ext cx="121682" cy="41275"/>
            </a:xfrm>
            <a:custGeom>
              <a:avLst/>
              <a:gdLst/>
              <a:ahLst/>
              <a:cxnLst/>
              <a:rect l="l" t="t" r="r" b="b"/>
              <a:pathLst>
                <a:path w="5737" h="1946" extrusionOk="0">
                  <a:moveTo>
                    <a:pt x="4599" y="1"/>
                  </a:moveTo>
                  <a:cubicBezTo>
                    <a:pt x="4454" y="1"/>
                    <a:pt x="4310" y="7"/>
                    <a:pt x="4165" y="16"/>
                  </a:cubicBezTo>
                  <a:cubicBezTo>
                    <a:pt x="3641" y="60"/>
                    <a:pt x="3135" y="156"/>
                    <a:pt x="2637" y="313"/>
                  </a:cubicBezTo>
                  <a:cubicBezTo>
                    <a:pt x="2148" y="461"/>
                    <a:pt x="1668" y="680"/>
                    <a:pt x="1223" y="942"/>
                  </a:cubicBezTo>
                  <a:cubicBezTo>
                    <a:pt x="777" y="1221"/>
                    <a:pt x="349" y="1535"/>
                    <a:pt x="0" y="1946"/>
                  </a:cubicBezTo>
                  <a:cubicBezTo>
                    <a:pt x="533" y="1893"/>
                    <a:pt x="1022" y="1789"/>
                    <a:pt x="1511" y="1658"/>
                  </a:cubicBezTo>
                  <a:cubicBezTo>
                    <a:pt x="1991" y="1535"/>
                    <a:pt x="2462" y="1396"/>
                    <a:pt x="2934" y="1247"/>
                  </a:cubicBezTo>
                  <a:cubicBezTo>
                    <a:pt x="3405" y="1099"/>
                    <a:pt x="3859" y="942"/>
                    <a:pt x="4331" y="767"/>
                  </a:cubicBezTo>
                  <a:cubicBezTo>
                    <a:pt x="4802" y="592"/>
                    <a:pt x="5257" y="409"/>
                    <a:pt x="5737" y="147"/>
                  </a:cubicBezTo>
                  <a:cubicBezTo>
                    <a:pt x="5358" y="40"/>
                    <a:pt x="4978" y="1"/>
                    <a:pt x="45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8"/>
            <p:cNvSpPr/>
            <p:nvPr/>
          </p:nvSpPr>
          <p:spPr>
            <a:xfrm>
              <a:off x="5621593" y="3371421"/>
              <a:ext cx="209279" cy="50649"/>
            </a:xfrm>
            <a:custGeom>
              <a:avLst/>
              <a:gdLst/>
              <a:ahLst/>
              <a:cxnLst/>
              <a:rect l="l" t="t" r="r" b="b"/>
              <a:pathLst>
                <a:path w="9867" h="2388" extrusionOk="0">
                  <a:moveTo>
                    <a:pt x="7873" y="0"/>
                  </a:moveTo>
                  <a:cubicBezTo>
                    <a:pt x="7679" y="0"/>
                    <a:pt x="7485" y="4"/>
                    <a:pt x="7291" y="12"/>
                  </a:cubicBezTo>
                  <a:cubicBezTo>
                    <a:pt x="6427" y="47"/>
                    <a:pt x="5562" y="161"/>
                    <a:pt x="4724" y="353"/>
                  </a:cubicBezTo>
                  <a:cubicBezTo>
                    <a:pt x="3877" y="545"/>
                    <a:pt x="3056" y="807"/>
                    <a:pt x="2262" y="1139"/>
                  </a:cubicBezTo>
                  <a:cubicBezTo>
                    <a:pt x="1458" y="1470"/>
                    <a:pt x="699" y="1863"/>
                    <a:pt x="0" y="2387"/>
                  </a:cubicBezTo>
                  <a:cubicBezTo>
                    <a:pt x="865" y="2239"/>
                    <a:pt x="1677" y="2038"/>
                    <a:pt x="2497" y="1863"/>
                  </a:cubicBezTo>
                  <a:lnTo>
                    <a:pt x="4942" y="1313"/>
                  </a:lnTo>
                  <a:lnTo>
                    <a:pt x="7387" y="772"/>
                  </a:lnTo>
                  <a:cubicBezTo>
                    <a:pt x="8208" y="589"/>
                    <a:pt x="9029" y="423"/>
                    <a:pt x="9867" y="187"/>
                  </a:cubicBezTo>
                  <a:cubicBezTo>
                    <a:pt x="9203" y="51"/>
                    <a:pt x="8540" y="0"/>
                    <a:pt x="7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8"/>
            <p:cNvSpPr/>
            <p:nvPr/>
          </p:nvSpPr>
          <p:spPr>
            <a:xfrm>
              <a:off x="5693817" y="3427206"/>
              <a:ext cx="175576" cy="49865"/>
            </a:xfrm>
            <a:custGeom>
              <a:avLst/>
              <a:gdLst/>
              <a:ahLst/>
              <a:cxnLst/>
              <a:rect l="l" t="t" r="r" b="b"/>
              <a:pathLst>
                <a:path w="8278" h="2351" extrusionOk="0">
                  <a:moveTo>
                    <a:pt x="6684" y="0"/>
                  </a:moveTo>
                  <a:cubicBezTo>
                    <a:pt x="6481" y="0"/>
                    <a:pt x="6279" y="7"/>
                    <a:pt x="6078" y="19"/>
                  </a:cubicBezTo>
                  <a:cubicBezTo>
                    <a:pt x="5344" y="63"/>
                    <a:pt x="4611" y="185"/>
                    <a:pt x="3903" y="368"/>
                  </a:cubicBezTo>
                  <a:cubicBezTo>
                    <a:pt x="3196" y="561"/>
                    <a:pt x="2498" y="822"/>
                    <a:pt x="1843" y="1137"/>
                  </a:cubicBezTo>
                  <a:cubicBezTo>
                    <a:pt x="1188" y="1460"/>
                    <a:pt x="559" y="1844"/>
                    <a:pt x="0" y="2351"/>
                  </a:cubicBezTo>
                  <a:cubicBezTo>
                    <a:pt x="734" y="2220"/>
                    <a:pt x="1415" y="2027"/>
                    <a:pt x="2122" y="1870"/>
                  </a:cubicBezTo>
                  <a:lnTo>
                    <a:pt x="4165" y="1329"/>
                  </a:lnTo>
                  <a:lnTo>
                    <a:pt x="6209" y="788"/>
                  </a:lnTo>
                  <a:cubicBezTo>
                    <a:pt x="6881" y="604"/>
                    <a:pt x="7579" y="412"/>
                    <a:pt x="8278" y="168"/>
                  </a:cubicBezTo>
                  <a:cubicBezTo>
                    <a:pt x="7752" y="47"/>
                    <a:pt x="7218" y="0"/>
                    <a:pt x="6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8"/>
            <p:cNvSpPr/>
            <p:nvPr/>
          </p:nvSpPr>
          <p:spPr>
            <a:xfrm>
              <a:off x="5365447" y="3357040"/>
              <a:ext cx="25579" cy="78350"/>
            </a:xfrm>
            <a:custGeom>
              <a:avLst/>
              <a:gdLst/>
              <a:ahLst/>
              <a:cxnLst/>
              <a:rect l="l" t="t" r="r" b="b"/>
              <a:pathLst>
                <a:path w="1206" h="3694" extrusionOk="0">
                  <a:moveTo>
                    <a:pt x="1048" y="0"/>
                  </a:moveTo>
                  <a:cubicBezTo>
                    <a:pt x="778" y="262"/>
                    <a:pt x="603" y="551"/>
                    <a:pt x="454" y="830"/>
                  </a:cubicBezTo>
                  <a:cubicBezTo>
                    <a:pt x="297" y="1118"/>
                    <a:pt x="201" y="1424"/>
                    <a:pt x="123" y="1729"/>
                  </a:cubicBezTo>
                  <a:cubicBezTo>
                    <a:pt x="44" y="2035"/>
                    <a:pt x="0" y="2349"/>
                    <a:pt x="0" y="2672"/>
                  </a:cubicBezTo>
                  <a:cubicBezTo>
                    <a:pt x="0" y="3004"/>
                    <a:pt x="27" y="3327"/>
                    <a:pt x="158" y="3694"/>
                  </a:cubicBezTo>
                  <a:cubicBezTo>
                    <a:pt x="428" y="3441"/>
                    <a:pt x="603" y="3153"/>
                    <a:pt x="760" y="2864"/>
                  </a:cubicBezTo>
                  <a:cubicBezTo>
                    <a:pt x="909" y="2576"/>
                    <a:pt x="1005" y="2271"/>
                    <a:pt x="1083" y="1965"/>
                  </a:cubicBezTo>
                  <a:cubicBezTo>
                    <a:pt x="1162" y="1659"/>
                    <a:pt x="1205" y="1345"/>
                    <a:pt x="1205" y="1013"/>
                  </a:cubicBezTo>
                  <a:cubicBezTo>
                    <a:pt x="1205" y="690"/>
                    <a:pt x="1179" y="358"/>
                    <a:pt x="1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8"/>
            <p:cNvSpPr/>
            <p:nvPr/>
          </p:nvSpPr>
          <p:spPr>
            <a:xfrm>
              <a:off x="5439898" y="3406122"/>
              <a:ext cx="24646" cy="146879"/>
            </a:xfrm>
            <a:custGeom>
              <a:avLst/>
              <a:gdLst/>
              <a:ahLst/>
              <a:cxnLst/>
              <a:rect l="l" t="t" r="r" b="b"/>
              <a:pathLst>
                <a:path w="1162" h="6925" extrusionOk="0">
                  <a:moveTo>
                    <a:pt x="1162" y="0"/>
                  </a:moveTo>
                  <a:lnTo>
                    <a:pt x="1162" y="0"/>
                  </a:lnTo>
                  <a:cubicBezTo>
                    <a:pt x="751" y="472"/>
                    <a:pt x="498" y="1048"/>
                    <a:pt x="332" y="1624"/>
                  </a:cubicBezTo>
                  <a:cubicBezTo>
                    <a:pt x="175" y="2209"/>
                    <a:pt x="88" y="2803"/>
                    <a:pt x="44" y="3397"/>
                  </a:cubicBezTo>
                  <a:cubicBezTo>
                    <a:pt x="1" y="3999"/>
                    <a:pt x="1" y="4576"/>
                    <a:pt x="27" y="5152"/>
                  </a:cubicBezTo>
                  <a:cubicBezTo>
                    <a:pt x="62" y="5728"/>
                    <a:pt x="105" y="6313"/>
                    <a:pt x="193" y="6924"/>
                  </a:cubicBezTo>
                  <a:cubicBezTo>
                    <a:pt x="498" y="6383"/>
                    <a:pt x="673" y="5798"/>
                    <a:pt x="795" y="5222"/>
                  </a:cubicBezTo>
                  <a:cubicBezTo>
                    <a:pt x="917" y="4628"/>
                    <a:pt x="970" y="4052"/>
                    <a:pt x="1013" y="3476"/>
                  </a:cubicBezTo>
                  <a:cubicBezTo>
                    <a:pt x="1048" y="2890"/>
                    <a:pt x="1066" y="2323"/>
                    <a:pt x="1092" y="1755"/>
                  </a:cubicBezTo>
                  <a:lnTo>
                    <a:pt x="11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8"/>
            <p:cNvSpPr/>
            <p:nvPr/>
          </p:nvSpPr>
          <p:spPr>
            <a:xfrm>
              <a:off x="5518804" y="3475567"/>
              <a:ext cx="36863" cy="210785"/>
            </a:xfrm>
            <a:custGeom>
              <a:avLst/>
              <a:gdLst/>
              <a:ahLst/>
              <a:cxnLst/>
              <a:rect l="l" t="t" r="r" b="b"/>
              <a:pathLst>
                <a:path w="1738" h="9938" extrusionOk="0">
                  <a:moveTo>
                    <a:pt x="1738" y="1"/>
                  </a:moveTo>
                  <a:lnTo>
                    <a:pt x="1738" y="1"/>
                  </a:lnTo>
                  <a:cubicBezTo>
                    <a:pt x="1441" y="315"/>
                    <a:pt x="1196" y="699"/>
                    <a:pt x="1022" y="1083"/>
                  </a:cubicBezTo>
                  <a:cubicBezTo>
                    <a:pt x="838" y="1476"/>
                    <a:pt x="690" y="1904"/>
                    <a:pt x="576" y="2315"/>
                  </a:cubicBezTo>
                  <a:cubicBezTo>
                    <a:pt x="472" y="2742"/>
                    <a:pt x="384" y="3170"/>
                    <a:pt x="315" y="3581"/>
                  </a:cubicBezTo>
                  <a:cubicBezTo>
                    <a:pt x="271" y="3799"/>
                    <a:pt x="253" y="4008"/>
                    <a:pt x="218" y="4218"/>
                  </a:cubicBezTo>
                  <a:lnTo>
                    <a:pt x="140" y="4847"/>
                  </a:lnTo>
                  <a:cubicBezTo>
                    <a:pt x="53" y="5685"/>
                    <a:pt x="0" y="6532"/>
                    <a:pt x="0" y="7379"/>
                  </a:cubicBezTo>
                  <a:cubicBezTo>
                    <a:pt x="0" y="8235"/>
                    <a:pt x="35" y="9082"/>
                    <a:pt x="184" y="9937"/>
                  </a:cubicBezTo>
                  <a:cubicBezTo>
                    <a:pt x="445" y="9108"/>
                    <a:pt x="611" y="8278"/>
                    <a:pt x="760" y="7449"/>
                  </a:cubicBezTo>
                  <a:cubicBezTo>
                    <a:pt x="908" y="6619"/>
                    <a:pt x="1022" y="5772"/>
                    <a:pt x="1109" y="4943"/>
                  </a:cubicBezTo>
                  <a:lnTo>
                    <a:pt x="1179" y="4323"/>
                  </a:lnTo>
                  <a:cubicBezTo>
                    <a:pt x="1196" y="4113"/>
                    <a:pt x="1223" y="3912"/>
                    <a:pt x="1231" y="3703"/>
                  </a:cubicBezTo>
                  <a:lnTo>
                    <a:pt x="1327" y="2454"/>
                  </a:lnTo>
                  <a:cubicBezTo>
                    <a:pt x="1362" y="2053"/>
                    <a:pt x="1406" y="1642"/>
                    <a:pt x="1476" y="1232"/>
                  </a:cubicBezTo>
                  <a:cubicBezTo>
                    <a:pt x="1528" y="830"/>
                    <a:pt x="1624" y="429"/>
                    <a:pt x="17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8"/>
            <p:cNvSpPr/>
            <p:nvPr/>
          </p:nvSpPr>
          <p:spPr>
            <a:xfrm>
              <a:off x="5607148" y="3563169"/>
              <a:ext cx="35378" cy="202068"/>
            </a:xfrm>
            <a:custGeom>
              <a:avLst/>
              <a:gdLst/>
              <a:ahLst/>
              <a:cxnLst/>
              <a:rect l="l" t="t" r="r" b="b"/>
              <a:pathLst>
                <a:path w="1668" h="9527" extrusionOk="0">
                  <a:moveTo>
                    <a:pt x="1668" y="1"/>
                  </a:moveTo>
                  <a:cubicBezTo>
                    <a:pt x="1223" y="699"/>
                    <a:pt x="908" y="1459"/>
                    <a:pt x="638" y="2245"/>
                  </a:cubicBezTo>
                  <a:cubicBezTo>
                    <a:pt x="393" y="3022"/>
                    <a:pt x="218" y="3825"/>
                    <a:pt x="122" y="4646"/>
                  </a:cubicBezTo>
                  <a:cubicBezTo>
                    <a:pt x="35" y="5467"/>
                    <a:pt x="0" y="6296"/>
                    <a:pt x="70" y="7108"/>
                  </a:cubicBezTo>
                  <a:cubicBezTo>
                    <a:pt x="105" y="7527"/>
                    <a:pt x="157" y="7929"/>
                    <a:pt x="210" y="8322"/>
                  </a:cubicBezTo>
                  <a:cubicBezTo>
                    <a:pt x="280" y="8715"/>
                    <a:pt x="323" y="9108"/>
                    <a:pt x="332" y="9527"/>
                  </a:cubicBezTo>
                  <a:cubicBezTo>
                    <a:pt x="524" y="9160"/>
                    <a:pt x="638" y="8741"/>
                    <a:pt x="699" y="8331"/>
                  </a:cubicBezTo>
                  <a:cubicBezTo>
                    <a:pt x="769" y="7920"/>
                    <a:pt x="803" y="7519"/>
                    <a:pt x="847" y="7126"/>
                  </a:cubicBezTo>
                  <a:cubicBezTo>
                    <a:pt x="926" y="6322"/>
                    <a:pt x="1013" y="5554"/>
                    <a:pt x="1109" y="4768"/>
                  </a:cubicBezTo>
                  <a:cubicBezTo>
                    <a:pt x="1196" y="3982"/>
                    <a:pt x="1301" y="3196"/>
                    <a:pt x="1397" y="2411"/>
                  </a:cubicBezTo>
                  <a:cubicBezTo>
                    <a:pt x="1493" y="1616"/>
                    <a:pt x="1607" y="830"/>
                    <a:pt x="16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8"/>
            <p:cNvSpPr/>
            <p:nvPr/>
          </p:nvSpPr>
          <p:spPr>
            <a:xfrm>
              <a:off x="5729940" y="3637260"/>
              <a:ext cx="26322" cy="238549"/>
            </a:xfrm>
            <a:custGeom>
              <a:avLst/>
              <a:gdLst/>
              <a:ahLst/>
              <a:cxnLst/>
              <a:rect l="l" t="t" r="r" b="b"/>
              <a:pathLst>
                <a:path w="1241" h="11247" extrusionOk="0">
                  <a:moveTo>
                    <a:pt x="1188" y="0"/>
                  </a:moveTo>
                  <a:cubicBezTo>
                    <a:pt x="830" y="891"/>
                    <a:pt x="603" y="1808"/>
                    <a:pt x="428" y="2742"/>
                  </a:cubicBezTo>
                  <a:cubicBezTo>
                    <a:pt x="253" y="3685"/>
                    <a:pt x="131" y="4628"/>
                    <a:pt x="61" y="5571"/>
                  </a:cubicBezTo>
                  <a:cubicBezTo>
                    <a:pt x="9" y="6523"/>
                    <a:pt x="0" y="7475"/>
                    <a:pt x="53" y="8418"/>
                  </a:cubicBezTo>
                  <a:cubicBezTo>
                    <a:pt x="122" y="9369"/>
                    <a:pt x="227" y="10312"/>
                    <a:pt x="454" y="11247"/>
                  </a:cubicBezTo>
                  <a:cubicBezTo>
                    <a:pt x="629" y="10304"/>
                    <a:pt x="734" y="9369"/>
                    <a:pt x="830" y="8435"/>
                  </a:cubicBezTo>
                  <a:cubicBezTo>
                    <a:pt x="917" y="7510"/>
                    <a:pt x="978" y="6567"/>
                    <a:pt x="1048" y="5641"/>
                  </a:cubicBezTo>
                  <a:cubicBezTo>
                    <a:pt x="1100" y="4698"/>
                    <a:pt x="1153" y="3772"/>
                    <a:pt x="1188" y="2838"/>
                  </a:cubicBezTo>
                  <a:cubicBezTo>
                    <a:pt x="1214" y="1895"/>
                    <a:pt x="1240" y="961"/>
                    <a:pt x="11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8"/>
            <p:cNvSpPr/>
            <p:nvPr/>
          </p:nvSpPr>
          <p:spPr>
            <a:xfrm>
              <a:off x="5836611" y="3735594"/>
              <a:ext cx="21507" cy="193923"/>
            </a:xfrm>
            <a:custGeom>
              <a:avLst/>
              <a:gdLst/>
              <a:ahLst/>
              <a:cxnLst/>
              <a:rect l="l" t="t" r="r" b="b"/>
              <a:pathLst>
                <a:path w="1014" h="9143" extrusionOk="0">
                  <a:moveTo>
                    <a:pt x="682" y="1"/>
                  </a:moveTo>
                  <a:cubicBezTo>
                    <a:pt x="437" y="752"/>
                    <a:pt x="306" y="1520"/>
                    <a:pt x="201" y="2271"/>
                  </a:cubicBezTo>
                  <a:cubicBezTo>
                    <a:pt x="97" y="3031"/>
                    <a:pt x="44" y="3799"/>
                    <a:pt x="27" y="4559"/>
                  </a:cubicBezTo>
                  <a:cubicBezTo>
                    <a:pt x="1" y="5327"/>
                    <a:pt x="9" y="6087"/>
                    <a:pt x="79" y="6855"/>
                  </a:cubicBezTo>
                  <a:cubicBezTo>
                    <a:pt x="140" y="7615"/>
                    <a:pt x="228" y="8383"/>
                    <a:pt x="437" y="9143"/>
                  </a:cubicBezTo>
                  <a:cubicBezTo>
                    <a:pt x="647" y="8383"/>
                    <a:pt x="751" y="7632"/>
                    <a:pt x="839" y="6864"/>
                  </a:cubicBezTo>
                  <a:cubicBezTo>
                    <a:pt x="926" y="6104"/>
                    <a:pt x="970" y="5345"/>
                    <a:pt x="996" y="4585"/>
                  </a:cubicBezTo>
                  <a:cubicBezTo>
                    <a:pt x="1013" y="3834"/>
                    <a:pt x="1005" y="3066"/>
                    <a:pt x="961" y="2306"/>
                  </a:cubicBezTo>
                  <a:cubicBezTo>
                    <a:pt x="917" y="1538"/>
                    <a:pt x="839" y="778"/>
                    <a:pt x="6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8"/>
            <p:cNvSpPr/>
            <p:nvPr/>
          </p:nvSpPr>
          <p:spPr>
            <a:xfrm>
              <a:off x="5861619" y="3585929"/>
              <a:ext cx="197062" cy="21104"/>
            </a:xfrm>
            <a:custGeom>
              <a:avLst/>
              <a:gdLst/>
              <a:ahLst/>
              <a:cxnLst/>
              <a:rect l="l" t="t" r="r" b="b"/>
              <a:pathLst>
                <a:path w="9291" h="995" extrusionOk="0">
                  <a:moveTo>
                    <a:pt x="4833" y="1"/>
                  </a:moveTo>
                  <a:cubicBezTo>
                    <a:pt x="4768" y="1"/>
                    <a:pt x="4702" y="1"/>
                    <a:pt x="4637" y="2"/>
                  </a:cubicBezTo>
                  <a:cubicBezTo>
                    <a:pt x="3851" y="19"/>
                    <a:pt x="3065" y="80"/>
                    <a:pt x="2297" y="211"/>
                  </a:cubicBezTo>
                  <a:cubicBezTo>
                    <a:pt x="1520" y="342"/>
                    <a:pt x="742" y="517"/>
                    <a:pt x="0" y="822"/>
                  </a:cubicBezTo>
                  <a:cubicBezTo>
                    <a:pt x="795" y="936"/>
                    <a:pt x="1572" y="953"/>
                    <a:pt x="2349" y="988"/>
                  </a:cubicBezTo>
                  <a:cubicBezTo>
                    <a:pt x="2729" y="993"/>
                    <a:pt x="3113" y="995"/>
                    <a:pt x="3498" y="995"/>
                  </a:cubicBezTo>
                  <a:cubicBezTo>
                    <a:pt x="3884" y="995"/>
                    <a:pt x="4270" y="993"/>
                    <a:pt x="4654" y="988"/>
                  </a:cubicBezTo>
                  <a:cubicBezTo>
                    <a:pt x="5414" y="980"/>
                    <a:pt x="6182" y="953"/>
                    <a:pt x="6951" y="910"/>
                  </a:cubicBezTo>
                  <a:cubicBezTo>
                    <a:pt x="7728" y="866"/>
                    <a:pt x="8496" y="814"/>
                    <a:pt x="9291" y="683"/>
                  </a:cubicBezTo>
                  <a:cubicBezTo>
                    <a:pt x="8540" y="395"/>
                    <a:pt x="7763" y="246"/>
                    <a:pt x="6986" y="133"/>
                  </a:cubicBezTo>
                  <a:cubicBezTo>
                    <a:pt x="6273" y="45"/>
                    <a:pt x="5553" y="1"/>
                    <a:pt x="48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5929028" y="3665852"/>
              <a:ext cx="159287" cy="22546"/>
            </a:xfrm>
            <a:custGeom>
              <a:avLst/>
              <a:gdLst/>
              <a:ahLst/>
              <a:cxnLst/>
              <a:rect l="l" t="t" r="r" b="b"/>
              <a:pathLst>
                <a:path w="7510" h="1063" extrusionOk="0">
                  <a:moveTo>
                    <a:pt x="4245" y="0"/>
                  </a:moveTo>
                  <a:cubicBezTo>
                    <a:pt x="4070" y="0"/>
                    <a:pt x="3895" y="5"/>
                    <a:pt x="3720" y="15"/>
                  </a:cubicBezTo>
                  <a:cubicBezTo>
                    <a:pt x="3074" y="49"/>
                    <a:pt x="2445" y="145"/>
                    <a:pt x="1825" y="294"/>
                  </a:cubicBezTo>
                  <a:cubicBezTo>
                    <a:pt x="1197" y="451"/>
                    <a:pt x="586" y="643"/>
                    <a:pt x="1" y="940"/>
                  </a:cubicBezTo>
                  <a:cubicBezTo>
                    <a:pt x="655" y="1054"/>
                    <a:pt x="1302" y="1062"/>
                    <a:pt x="1930" y="1062"/>
                  </a:cubicBezTo>
                  <a:cubicBezTo>
                    <a:pt x="2550" y="1062"/>
                    <a:pt x="3170" y="1027"/>
                    <a:pt x="3781" y="992"/>
                  </a:cubicBezTo>
                  <a:lnTo>
                    <a:pt x="5624" y="896"/>
                  </a:lnTo>
                  <a:cubicBezTo>
                    <a:pt x="6235" y="861"/>
                    <a:pt x="6855" y="844"/>
                    <a:pt x="7510" y="792"/>
                  </a:cubicBezTo>
                  <a:cubicBezTo>
                    <a:pt x="6942" y="442"/>
                    <a:pt x="6305" y="242"/>
                    <a:pt x="5667" y="119"/>
                  </a:cubicBezTo>
                  <a:cubicBezTo>
                    <a:pt x="5196" y="36"/>
                    <a:pt x="4719" y="0"/>
                    <a:pt x="4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8"/>
            <p:cNvSpPr/>
            <p:nvPr/>
          </p:nvSpPr>
          <p:spPr>
            <a:xfrm>
              <a:off x="6018667" y="3776532"/>
              <a:ext cx="132075" cy="22992"/>
            </a:xfrm>
            <a:custGeom>
              <a:avLst/>
              <a:gdLst/>
              <a:ahLst/>
              <a:cxnLst/>
              <a:rect l="l" t="t" r="r" b="b"/>
              <a:pathLst>
                <a:path w="6227" h="1084" extrusionOk="0">
                  <a:moveTo>
                    <a:pt x="2545" y="1"/>
                  </a:moveTo>
                  <a:cubicBezTo>
                    <a:pt x="2221" y="1"/>
                    <a:pt x="1897" y="23"/>
                    <a:pt x="1572" y="70"/>
                  </a:cubicBezTo>
                  <a:cubicBezTo>
                    <a:pt x="1031" y="140"/>
                    <a:pt x="507" y="289"/>
                    <a:pt x="1" y="516"/>
                  </a:cubicBezTo>
                  <a:cubicBezTo>
                    <a:pt x="263" y="612"/>
                    <a:pt x="533" y="664"/>
                    <a:pt x="778" y="725"/>
                  </a:cubicBezTo>
                  <a:cubicBezTo>
                    <a:pt x="1048" y="769"/>
                    <a:pt x="1293" y="813"/>
                    <a:pt x="1555" y="839"/>
                  </a:cubicBezTo>
                  <a:cubicBezTo>
                    <a:pt x="2070" y="909"/>
                    <a:pt x="2576" y="961"/>
                    <a:pt x="3083" y="1005"/>
                  </a:cubicBezTo>
                  <a:cubicBezTo>
                    <a:pt x="3598" y="1048"/>
                    <a:pt x="4113" y="1075"/>
                    <a:pt x="4628" y="1083"/>
                  </a:cubicBezTo>
                  <a:cubicBezTo>
                    <a:pt x="5152" y="1083"/>
                    <a:pt x="5667" y="1083"/>
                    <a:pt x="6226" y="1005"/>
                  </a:cubicBezTo>
                  <a:cubicBezTo>
                    <a:pt x="5772" y="690"/>
                    <a:pt x="5266" y="481"/>
                    <a:pt x="4759" y="315"/>
                  </a:cubicBezTo>
                  <a:cubicBezTo>
                    <a:pt x="4244" y="166"/>
                    <a:pt x="3703" y="70"/>
                    <a:pt x="3170" y="27"/>
                  </a:cubicBezTo>
                  <a:cubicBezTo>
                    <a:pt x="2962" y="10"/>
                    <a:pt x="2754" y="1"/>
                    <a:pt x="25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6098675" y="3898284"/>
              <a:ext cx="75762" cy="27043"/>
            </a:xfrm>
            <a:custGeom>
              <a:avLst/>
              <a:gdLst/>
              <a:ahLst/>
              <a:cxnLst/>
              <a:rect l="l" t="t" r="r" b="b"/>
              <a:pathLst>
                <a:path w="3572" h="1275" extrusionOk="0">
                  <a:moveTo>
                    <a:pt x="796" y="0"/>
                  </a:moveTo>
                  <a:cubicBezTo>
                    <a:pt x="541" y="0"/>
                    <a:pt x="282" y="29"/>
                    <a:pt x="1" y="111"/>
                  </a:cubicBezTo>
                  <a:cubicBezTo>
                    <a:pt x="228" y="408"/>
                    <a:pt x="507" y="591"/>
                    <a:pt x="787" y="731"/>
                  </a:cubicBezTo>
                  <a:cubicBezTo>
                    <a:pt x="1057" y="897"/>
                    <a:pt x="1354" y="1019"/>
                    <a:pt x="1651" y="1106"/>
                  </a:cubicBezTo>
                  <a:cubicBezTo>
                    <a:pt x="1939" y="1193"/>
                    <a:pt x="2245" y="1246"/>
                    <a:pt x="2568" y="1272"/>
                  </a:cubicBezTo>
                  <a:cubicBezTo>
                    <a:pt x="2622" y="1274"/>
                    <a:pt x="2678" y="1275"/>
                    <a:pt x="2733" y="1275"/>
                  </a:cubicBezTo>
                  <a:cubicBezTo>
                    <a:pt x="2996" y="1275"/>
                    <a:pt x="3269" y="1252"/>
                    <a:pt x="3572" y="1159"/>
                  </a:cubicBezTo>
                  <a:cubicBezTo>
                    <a:pt x="3327" y="879"/>
                    <a:pt x="3057" y="687"/>
                    <a:pt x="2786" y="530"/>
                  </a:cubicBezTo>
                  <a:cubicBezTo>
                    <a:pt x="2507" y="373"/>
                    <a:pt x="2218" y="250"/>
                    <a:pt x="1922" y="163"/>
                  </a:cubicBezTo>
                  <a:cubicBezTo>
                    <a:pt x="1625" y="76"/>
                    <a:pt x="1319" y="23"/>
                    <a:pt x="1005" y="6"/>
                  </a:cubicBezTo>
                  <a:cubicBezTo>
                    <a:pt x="935" y="2"/>
                    <a:pt x="866" y="0"/>
                    <a:pt x="7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8"/>
            <p:cNvSpPr/>
            <p:nvPr/>
          </p:nvSpPr>
          <p:spPr>
            <a:xfrm>
              <a:off x="5254873" y="3479470"/>
              <a:ext cx="965076" cy="650977"/>
            </a:xfrm>
            <a:custGeom>
              <a:avLst/>
              <a:gdLst/>
              <a:ahLst/>
              <a:cxnLst/>
              <a:rect l="l" t="t" r="r" b="b"/>
              <a:pathLst>
                <a:path w="45501" h="30692" extrusionOk="0">
                  <a:moveTo>
                    <a:pt x="1" y="0"/>
                  </a:moveTo>
                  <a:cubicBezTo>
                    <a:pt x="71" y="2978"/>
                    <a:pt x="542" y="6147"/>
                    <a:pt x="2472" y="8417"/>
                  </a:cubicBezTo>
                  <a:cubicBezTo>
                    <a:pt x="3520" y="9648"/>
                    <a:pt x="4934" y="10513"/>
                    <a:pt x="6305" y="11351"/>
                  </a:cubicBezTo>
                  <a:cubicBezTo>
                    <a:pt x="8627" y="12774"/>
                    <a:pt x="10976" y="14215"/>
                    <a:pt x="13552" y="15071"/>
                  </a:cubicBezTo>
                  <a:cubicBezTo>
                    <a:pt x="16294" y="16005"/>
                    <a:pt x="19210" y="16250"/>
                    <a:pt x="22030" y="16817"/>
                  </a:cubicBezTo>
                  <a:cubicBezTo>
                    <a:pt x="25017" y="17411"/>
                    <a:pt x="27915" y="18345"/>
                    <a:pt x="30692" y="19603"/>
                  </a:cubicBezTo>
                  <a:cubicBezTo>
                    <a:pt x="33460" y="20860"/>
                    <a:pt x="36272" y="22641"/>
                    <a:pt x="37433" y="25444"/>
                  </a:cubicBezTo>
                  <a:lnTo>
                    <a:pt x="45501" y="30692"/>
                  </a:lnTo>
                  <a:cubicBezTo>
                    <a:pt x="44488" y="24405"/>
                    <a:pt x="39441" y="19445"/>
                    <a:pt x="33818" y="16459"/>
                  </a:cubicBezTo>
                  <a:cubicBezTo>
                    <a:pt x="28186" y="13490"/>
                    <a:pt x="21891" y="12102"/>
                    <a:pt x="15866" y="10068"/>
                  </a:cubicBezTo>
                  <a:cubicBezTo>
                    <a:pt x="9841" y="8024"/>
                    <a:pt x="3781" y="5108"/>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8"/>
            <p:cNvSpPr/>
            <p:nvPr/>
          </p:nvSpPr>
          <p:spPr>
            <a:xfrm>
              <a:off x="5200805" y="3517990"/>
              <a:ext cx="1026925" cy="626162"/>
            </a:xfrm>
            <a:custGeom>
              <a:avLst/>
              <a:gdLst/>
              <a:ahLst/>
              <a:cxnLst/>
              <a:rect l="l" t="t" r="r" b="b"/>
              <a:pathLst>
                <a:path w="48417" h="29522" extrusionOk="0">
                  <a:moveTo>
                    <a:pt x="9806" y="24894"/>
                  </a:moveTo>
                  <a:cubicBezTo>
                    <a:pt x="9806" y="24894"/>
                    <a:pt x="9806" y="24894"/>
                    <a:pt x="9806" y="24894"/>
                  </a:cubicBezTo>
                  <a:cubicBezTo>
                    <a:pt x="9806" y="24894"/>
                    <a:pt x="9806" y="24894"/>
                    <a:pt x="9806" y="24894"/>
                  </a:cubicBezTo>
                  <a:close/>
                  <a:moveTo>
                    <a:pt x="725" y="0"/>
                  </a:moveTo>
                  <a:lnTo>
                    <a:pt x="725" y="0"/>
                  </a:lnTo>
                  <a:cubicBezTo>
                    <a:pt x="0" y="7038"/>
                    <a:pt x="1650" y="14294"/>
                    <a:pt x="5361" y="20336"/>
                  </a:cubicBezTo>
                  <a:cubicBezTo>
                    <a:pt x="5606" y="20729"/>
                    <a:pt x="5876" y="21131"/>
                    <a:pt x="6304" y="21305"/>
                  </a:cubicBezTo>
                  <a:cubicBezTo>
                    <a:pt x="6476" y="21376"/>
                    <a:pt x="6657" y="21402"/>
                    <a:pt x="6842" y="21402"/>
                  </a:cubicBezTo>
                  <a:cubicBezTo>
                    <a:pt x="7091" y="21402"/>
                    <a:pt x="7347" y="21355"/>
                    <a:pt x="7597" y="21305"/>
                  </a:cubicBezTo>
                  <a:cubicBezTo>
                    <a:pt x="11063" y="20616"/>
                    <a:pt x="14521" y="19926"/>
                    <a:pt x="17987" y="19245"/>
                  </a:cubicBezTo>
                  <a:lnTo>
                    <a:pt x="17987" y="19245"/>
                  </a:lnTo>
                  <a:cubicBezTo>
                    <a:pt x="15796" y="21777"/>
                    <a:pt x="12949" y="23741"/>
                    <a:pt x="9806" y="24894"/>
                  </a:cubicBezTo>
                  <a:lnTo>
                    <a:pt x="9806" y="24894"/>
                  </a:lnTo>
                  <a:cubicBezTo>
                    <a:pt x="9813" y="24891"/>
                    <a:pt x="9822" y="24890"/>
                    <a:pt x="9833" y="24890"/>
                  </a:cubicBezTo>
                  <a:cubicBezTo>
                    <a:pt x="10173" y="24890"/>
                    <a:pt x="12228" y="26191"/>
                    <a:pt x="12635" y="26335"/>
                  </a:cubicBezTo>
                  <a:cubicBezTo>
                    <a:pt x="13656" y="26710"/>
                    <a:pt x="14739" y="26955"/>
                    <a:pt x="15822" y="27129"/>
                  </a:cubicBezTo>
                  <a:cubicBezTo>
                    <a:pt x="17617" y="27409"/>
                    <a:pt x="19446" y="27459"/>
                    <a:pt x="21268" y="27459"/>
                  </a:cubicBezTo>
                  <a:cubicBezTo>
                    <a:pt x="21723" y="27459"/>
                    <a:pt x="22178" y="27456"/>
                    <a:pt x="22632" y="27452"/>
                  </a:cubicBezTo>
                  <a:cubicBezTo>
                    <a:pt x="23605" y="27441"/>
                    <a:pt x="24578" y="27424"/>
                    <a:pt x="25550" y="27424"/>
                  </a:cubicBezTo>
                  <a:cubicBezTo>
                    <a:pt x="26890" y="27424"/>
                    <a:pt x="28229" y="27457"/>
                    <a:pt x="29565" y="27583"/>
                  </a:cubicBezTo>
                  <a:cubicBezTo>
                    <a:pt x="31425" y="27758"/>
                    <a:pt x="34367" y="27906"/>
                    <a:pt x="35564" y="29522"/>
                  </a:cubicBezTo>
                  <a:lnTo>
                    <a:pt x="48041" y="29522"/>
                  </a:lnTo>
                  <a:cubicBezTo>
                    <a:pt x="48417" y="25811"/>
                    <a:pt x="45483" y="23104"/>
                    <a:pt x="42951" y="20843"/>
                  </a:cubicBezTo>
                  <a:cubicBezTo>
                    <a:pt x="40934" y="19053"/>
                    <a:pt x="38777" y="17245"/>
                    <a:pt x="36446" y="15935"/>
                  </a:cubicBezTo>
                  <a:cubicBezTo>
                    <a:pt x="31486" y="13141"/>
                    <a:pt x="25959" y="11517"/>
                    <a:pt x="20423" y="10181"/>
                  </a:cubicBezTo>
                  <a:cubicBezTo>
                    <a:pt x="13028" y="8400"/>
                    <a:pt x="4654" y="6514"/>
                    <a:pt x="7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8"/>
            <p:cNvSpPr/>
            <p:nvPr/>
          </p:nvSpPr>
          <p:spPr>
            <a:xfrm>
              <a:off x="5287114" y="3672449"/>
              <a:ext cx="795799" cy="465050"/>
            </a:xfrm>
            <a:custGeom>
              <a:avLst/>
              <a:gdLst/>
              <a:ahLst/>
              <a:cxnLst/>
              <a:rect l="l" t="t" r="r" b="b"/>
              <a:pathLst>
                <a:path w="37520" h="21926" extrusionOk="0">
                  <a:moveTo>
                    <a:pt x="0" y="0"/>
                  </a:moveTo>
                  <a:lnTo>
                    <a:pt x="445" y="559"/>
                  </a:lnTo>
                  <a:cubicBezTo>
                    <a:pt x="585" y="751"/>
                    <a:pt x="733" y="926"/>
                    <a:pt x="891" y="1101"/>
                  </a:cubicBezTo>
                  <a:cubicBezTo>
                    <a:pt x="1039" y="1284"/>
                    <a:pt x="1196" y="1450"/>
                    <a:pt x="1362" y="1624"/>
                  </a:cubicBezTo>
                  <a:cubicBezTo>
                    <a:pt x="1511" y="1799"/>
                    <a:pt x="1676" y="1974"/>
                    <a:pt x="1842" y="2131"/>
                  </a:cubicBezTo>
                  <a:cubicBezTo>
                    <a:pt x="2497" y="2812"/>
                    <a:pt x="3204" y="3432"/>
                    <a:pt x="3947" y="4008"/>
                  </a:cubicBezTo>
                  <a:cubicBezTo>
                    <a:pt x="4689" y="4593"/>
                    <a:pt x="5466" y="5126"/>
                    <a:pt x="6269" y="5615"/>
                  </a:cubicBezTo>
                  <a:cubicBezTo>
                    <a:pt x="7081" y="6095"/>
                    <a:pt x="7920" y="6523"/>
                    <a:pt x="8784" y="6916"/>
                  </a:cubicBezTo>
                  <a:cubicBezTo>
                    <a:pt x="9203" y="7108"/>
                    <a:pt x="9657" y="7283"/>
                    <a:pt x="10094" y="7457"/>
                  </a:cubicBezTo>
                  <a:cubicBezTo>
                    <a:pt x="10530" y="7614"/>
                    <a:pt x="10976" y="7780"/>
                    <a:pt x="11430" y="7911"/>
                  </a:cubicBezTo>
                  <a:cubicBezTo>
                    <a:pt x="12338" y="8182"/>
                    <a:pt x="13246" y="8409"/>
                    <a:pt x="14154" y="8636"/>
                  </a:cubicBezTo>
                  <a:cubicBezTo>
                    <a:pt x="15953" y="9090"/>
                    <a:pt x="17734" y="9570"/>
                    <a:pt x="19498" y="10120"/>
                  </a:cubicBezTo>
                  <a:cubicBezTo>
                    <a:pt x="20379" y="10400"/>
                    <a:pt x="21253" y="10688"/>
                    <a:pt x="22126" y="11011"/>
                  </a:cubicBezTo>
                  <a:cubicBezTo>
                    <a:pt x="22999" y="11317"/>
                    <a:pt x="23863" y="11640"/>
                    <a:pt x="24728" y="11980"/>
                  </a:cubicBezTo>
                  <a:cubicBezTo>
                    <a:pt x="25583" y="12321"/>
                    <a:pt x="26430" y="12679"/>
                    <a:pt x="27269" y="13063"/>
                  </a:cubicBezTo>
                  <a:cubicBezTo>
                    <a:pt x="27696" y="13246"/>
                    <a:pt x="28098" y="13456"/>
                    <a:pt x="28517" y="13657"/>
                  </a:cubicBezTo>
                  <a:cubicBezTo>
                    <a:pt x="28928" y="13866"/>
                    <a:pt x="29338" y="14084"/>
                    <a:pt x="29740" y="14303"/>
                  </a:cubicBezTo>
                  <a:cubicBezTo>
                    <a:pt x="30534" y="14748"/>
                    <a:pt x="31320" y="15246"/>
                    <a:pt x="32062" y="15778"/>
                  </a:cubicBezTo>
                  <a:cubicBezTo>
                    <a:pt x="32813" y="16311"/>
                    <a:pt x="33520" y="16887"/>
                    <a:pt x="34193" y="17525"/>
                  </a:cubicBezTo>
                  <a:cubicBezTo>
                    <a:pt x="35537" y="18782"/>
                    <a:pt x="36681" y="20249"/>
                    <a:pt x="37519" y="21925"/>
                  </a:cubicBezTo>
                  <a:cubicBezTo>
                    <a:pt x="36873" y="20162"/>
                    <a:pt x="35817" y="18564"/>
                    <a:pt x="34542" y="17175"/>
                  </a:cubicBezTo>
                  <a:cubicBezTo>
                    <a:pt x="33896" y="16486"/>
                    <a:pt x="33197" y="15840"/>
                    <a:pt x="32455" y="15255"/>
                  </a:cubicBezTo>
                  <a:cubicBezTo>
                    <a:pt x="32097" y="14958"/>
                    <a:pt x="31713" y="14687"/>
                    <a:pt x="31320" y="14416"/>
                  </a:cubicBezTo>
                  <a:cubicBezTo>
                    <a:pt x="30927" y="14137"/>
                    <a:pt x="30534" y="13892"/>
                    <a:pt x="30133" y="13639"/>
                  </a:cubicBezTo>
                  <a:cubicBezTo>
                    <a:pt x="29321" y="13150"/>
                    <a:pt x="28509" y="12687"/>
                    <a:pt x="27653" y="12277"/>
                  </a:cubicBezTo>
                  <a:cubicBezTo>
                    <a:pt x="26815" y="11858"/>
                    <a:pt x="25950" y="11465"/>
                    <a:pt x="25086" y="11107"/>
                  </a:cubicBezTo>
                  <a:cubicBezTo>
                    <a:pt x="24230" y="10749"/>
                    <a:pt x="23357" y="10408"/>
                    <a:pt x="22466" y="10077"/>
                  </a:cubicBezTo>
                  <a:cubicBezTo>
                    <a:pt x="21584" y="9762"/>
                    <a:pt x="20703" y="9457"/>
                    <a:pt x="19803" y="9177"/>
                  </a:cubicBezTo>
                  <a:cubicBezTo>
                    <a:pt x="18913" y="8889"/>
                    <a:pt x="18004" y="8627"/>
                    <a:pt x="17096" y="8391"/>
                  </a:cubicBezTo>
                  <a:cubicBezTo>
                    <a:pt x="16197" y="8147"/>
                    <a:pt x="15280" y="7920"/>
                    <a:pt x="14372" y="7719"/>
                  </a:cubicBezTo>
                  <a:cubicBezTo>
                    <a:pt x="13464" y="7518"/>
                    <a:pt x="12556" y="7309"/>
                    <a:pt x="11674" y="7064"/>
                  </a:cubicBezTo>
                  <a:cubicBezTo>
                    <a:pt x="10801" y="6820"/>
                    <a:pt x="9928" y="6532"/>
                    <a:pt x="9081" y="6191"/>
                  </a:cubicBezTo>
                  <a:cubicBezTo>
                    <a:pt x="8225" y="5859"/>
                    <a:pt x="7396" y="5466"/>
                    <a:pt x="6575" y="5039"/>
                  </a:cubicBezTo>
                  <a:cubicBezTo>
                    <a:pt x="5772" y="4611"/>
                    <a:pt x="4986" y="4130"/>
                    <a:pt x="4217" y="3607"/>
                  </a:cubicBezTo>
                  <a:cubicBezTo>
                    <a:pt x="4034" y="3476"/>
                    <a:pt x="3842" y="3353"/>
                    <a:pt x="3650" y="3214"/>
                  </a:cubicBezTo>
                  <a:lnTo>
                    <a:pt x="3100" y="2803"/>
                  </a:lnTo>
                  <a:lnTo>
                    <a:pt x="2550" y="2367"/>
                  </a:lnTo>
                  <a:cubicBezTo>
                    <a:pt x="2366" y="2227"/>
                    <a:pt x="2192" y="2070"/>
                    <a:pt x="2017" y="1921"/>
                  </a:cubicBezTo>
                  <a:cubicBezTo>
                    <a:pt x="1318" y="1310"/>
                    <a:pt x="637" y="67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5560293" y="3929506"/>
              <a:ext cx="129657" cy="126709"/>
            </a:xfrm>
            <a:custGeom>
              <a:avLst/>
              <a:gdLst/>
              <a:ahLst/>
              <a:cxnLst/>
              <a:rect l="l" t="t" r="r" b="b"/>
              <a:pathLst>
                <a:path w="6113" h="5974" extrusionOk="0">
                  <a:moveTo>
                    <a:pt x="6112" y="1"/>
                  </a:moveTo>
                  <a:lnTo>
                    <a:pt x="6112" y="1"/>
                  </a:lnTo>
                  <a:cubicBezTo>
                    <a:pt x="5562" y="516"/>
                    <a:pt x="5073" y="1040"/>
                    <a:pt x="4584" y="1546"/>
                  </a:cubicBezTo>
                  <a:cubicBezTo>
                    <a:pt x="4086" y="2053"/>
                    <a:pt x="3597" y="2550"/>
                    <a:pt x="3100" y="3039"/>
                  </a:cubicBezTo>
                  <a:cubicBezTo>
                    <a:pt x="2593" y="3528"/>
                    <a:pt x="2078" y="4009"/>
                    <a:pt x="1572" y="4489"/>
                  </a:cubicBezTo>
                  <a:cubicBezTo>
                    <a:pt x="1057" y="4969"/>
                    <a:pt x="524" y="5441"/>
                    <a:pt x="0" y="5973"/>
                  </a:cubicBezTo>
                  <a:cubicBezTo>
                    <a:pt x="725" y="5799"/>
                    <a:pt x="1406" y="5484"/>
                    <a:pt x="2052" y="5100"/>
                  </a:cubicBezTo>
                  <a:cubicBezTo>
                    <a:pt x="2681" y="4716"/>
                    <a:pt x="3257" y="4253"/>
                    <a:pt x="3798" y="3738"/>
                  </a:cubicBezTo>
                  <a:cubicBezTo>
                    <a:pt x="4322" y="3223"/>
                    <a:pt x="4785" y="2647"/>
                    <a:pt x="5195" y="2027"/>
                  </a:cubicBezTo>
                  <a:cubicBezTo>
                    <a:pt x="5588" y="1398"/>
                    <a:pt x="5920" y="726"/>
                    <a:pt x="61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8"/>
            <p:cNvSpPr/>
            <p:nvPr/>
          </p:nvSpPr>
          <p:spPr>
            <a:xfrm>
              <a:off x="5687518" y="3955447"/>
              <a:ext cx="108171" cy="112434"/>
            </a:xfrm>
            <a:custGeom>
              <a:avLst/>
              <a:gdLst/>
              <a:ahLst/>
              <a:cxnLst/>
              <a:rect l="l" t="t" r="r" b="b"/>
              <a:pathLst>
                <a:path w="5100" h="5301" extrusionOk="0">
                  <a:moveTo>
                    <a:pt x="5100" y="0"/>
                  </a:moveTo>
                  <a:lnTo>
                    <a:pt x="5100" y="0"/>
                  </a:lnTo>
                  <a:cubicBezTo>
                    <a:pt x="4593" y="419"/>
                    <a:pt x="4157" y="856"/>
                    <a:pt x="3738" y="1275"/>
                  </a:cubicBezTo>
                  <a:cubicBezTo>
                    <a:pt x="3310" y="1712"/>
                    <a:pt x="2891" y="2140"/>
                    <a:pt x="2480" y="2576"/>
                  </a:cubicBezTo>
                  <a:cubicBezTo>
                    <a:pt x="2061" y="3013"/>
                    <a:pt x="1651" y="3441"/>
                    <a:pt x="1232" y="3886"/>
                  </a:cubicBezTo>
                  <a:cubicBezTo>
                    <a:pt x="821" y="4340"/>
                    <a:pt x="394" y="4785"/>
                    <a:pt x="1" y="5300"/>
                  </a:cubicBezTo>
                  <a:cubicBezTo>
                    <a:pt x="638" y="5126"/>
                    <a:pt x="1188" y="4820"/>
                    <a:pt x="1738" y="4480"/>
                  </a:cubicBezTo>
                  <a:cubicBezTo>
                    <a:pt x="2262" y="4130"/>
                    <a:pt x="2751" y="3720"/>
                    <a:pt x="3188" y="3266"/>
                  </a:cubicBezTo>
                  <a:cubicBezTo>
                    <a:pt x="3624" y="2803"/>
                    <a:pt x="4017" y="2305"/>
                    <a:pt x="4349" y="1755"/>
                  </a:cubicBezTo>
                  <a:cubicBezTo>
                    <a:pt x="4672" y="1214"/>
                    <a:pt x="4943" y="638"/>
                    <a:pt x="5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
            <p:cNvSpPr/>
            <p:nvPr/>
          </p:nvSpPr>
          <p:spPr>
            <a:xfrm>
              <a:off x="5319694" y="3866467"/>
              <a:ext cx="157251" cy="23204"/>
            </a:xfrm>
            <a:custGeom>
              <a:avLst/>
              <a:gdLst/>
              <a:ahLst/>
              <a:cxnLst/>
              <a:rect l="l" t="t" r="r" b="b"/>
              <a:pathLst>
                <a:path w="7414" h="1094" extrusionOk="0">
                  <a:moveTo>
                    <a:pt x="5971" y="0"/>
                  </a:moveTo>
                  <a:cubicBezTo>
                    <a:pt x="5821" y="0"/>
                    <a:pt x="5670" y="2"/>
                    <a:pt x="5519" y="4"/>
                  </a:cubicBezTo>
                  <a:cubicBezTo>
                    <a:pt x="4908" y="22"/>
                    <a:pt x="4297" y="48"/>
                    <a:pt x="3685" y="91"/>
                  </a:cubicBezTo>
                  <a:cubicBezTo>
                    <a:pt x="3074" y="153"/>
                    <a:pt x="2463" y="205"/>
                    <a:pt x="1852" y="284"/>
                  </a:cubicBezTo>
                  <a:cubicBezTo>
                    <a:pt x="1241" y="353"/>
                    <a:pt x="629" y="441"/>
                    <a:pt x="1" y="615"/>
                  </a:cubicBezTo>
                  <a:cubicBezTo>
                    <a:pt x="612" y="860"/>
                    <a:pt x="1232" y="982"/>
                    <a:pt x="1878" y="1034"/>
                  </a:cubicBezTo>
                  <a:cubicBezTo>
                    <a:pt x="2264" y="1072"/>
                    <a:pt x="2657" y="1094"/>
                    <a:pt x="3050" y="1094"/>
                  </a:cubicBezTo>
                  <a:cubicBezTo>
                    <a:pt x="3288" y="1094"/>
                    <a:pt x="3527" y="1086"/>
                    <a:pt x="3764" y="1069"/>
                  </a:cubicBezTo>
                  <a:cubicBezTo>
                    <a:pt x="4384" y="1026"/>
                    <a:pt x="5021" y="921"/>
                    <a:pt x="5633" y="772"/>
                  </a:cubicBezTo>
                  <a:cubicBezTo>
                    <a:pt x="6244" y="615"/>
                    <a:pt x="6846" y="414"/>
                    <a:pt x="7414" y="83"/>
                  </a:cubicBezTo>
                  <a:cubicBezTo>
                    <a:pt x="6923" y="16"/>
                    <a:pt x="6447" y="0"/>
                    <a:pt x="59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8"/>
            <p:cNvSpPr/>
            <p:nvPr/>
          </p:nvSpPr>
          <p:spPr>
            <a:xfrm>
              <a:off x="5279329" y="3784995"/>
              <a:ext cx="77056" cy="21040"/>
            </a:xfrm>
            <a:custGeom>
              <a:avLst/>
              <a:gdLst/>
              <a:ahLst/>
              <a:cxnLst/>
              <a:rect l="l" t="t" r="r" b="b"/>
              <a:pathLst>
                <a:path w="3633" h="992" extrusionOk="0">
                  <a:moveTo>
                    <a:pt x="1627" y="0"/>
                  </a:moveTo>
                  <a:cubicBezTo>
                    <a:pt x="1401" y="0"/>
                    <a:pt x="1180" y="13"/>
                    <a:pt x="943" y="47"/>
                  </a:cubicBezTo>
                  <a:cubicBezTo>
                    <a:pt x="646" y="91"/>
                    <a:pt x="341" y="143"/>
                    <a:pt x="0" y="300"/>
                  </a:cubicBezTo>
                  <a:cubicBezTo>
                    <a:pt x="262" y="553"/>
                    <a:pt x="568" y="702"/>
                    <a:pt x="865" y="824"/>
                  </a:cubicBezTo>
                  <a:cubicBezTo>
                    <a:pt x="1170" y="920"/>
                    <a:pt x="1485" y="981"/>
                    <a:pt x="1808" y="990"/>
                  </a:cubicBezTo>
                  <a:cubicBezTo>
                    <a:pt x="1837" y="991"/>
                    <a:pt x="1867" y="991"/>
                    <a:pt x="1897" y="991"/>
                  </a:cubicBezTo>
                  <a:cubicBezTo>
                    <a:pt x="2170" y="991"/>
                    <a:pt x="2467" y="955"/>
                    <a:pt x="2742" y="876"/>
                  </a:cubicBezTo>
                  <a:cubicBezTo>
                    <a:pt x="3056" y="789"/>
                    <a:pt x="3353" y="658"/>
                    <a:pt x="3633" y="422"/>
                  </a:cubicBezTo>
                  <a:cubicBezTo>
                    <a:pt x="3310" y="248"/>
                    <a:pt x="3004" y="169"/>
                    <a:pt x="2707" y="108"/>
                  </a:cubicBezTo>
                  <a:cubicBezTo>
                    <a:pt x="2401" y="38"/>
                    <a:pt x="2122" y="12"/>
                    <a:pt x="1825" y="3"/>
                  </a:cubicBezTo>
                  <a:cubicBezTo>
                    <a:pt x="1758" y="1"/>
                    <a:pt x="1693" y="0"/>
                    <a:pt x="1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8"/>
            <p:cNvSpPr/>
            <p:nvPr/>
          </p:nvSpPr>
          <p:spPr>
            <a:xfrm>
              <a:off x="5406193" y="3693745"/>
              <a:ext cx="32791" cy="61318"/>
            </a:xfrm>
            <a:custGeom>
              <a:avLst/>
              <a:gdLst/>
              <a:ahLst/>
              <a:cxnLst/>
              <a:rect l="l" t="t" r="r" b="b"/>
              <a:pathLst>
                <a:path w="1546" h="2891" extrusionOk="0">
                  <a:moveTo>
                    <a:pt x="44" y="1"/>
                  </a:moveTo>
                  <a:lnTo>
                    <a:pt x="44" y="1"/>
                  </a:lnTo>
                  <a:cubicBezTo>
                    <a:pt x="0" y="332"/>
                    <a:pt x="44" y="620"/>
                    <a:pt x="105" y="891"/>
                  </a:cubicBezTo>
                  <a:cubicBezTo>
                    <a:pt x="158" y="1153"/>
                    <a:pt x="254" y="1398"/>
                    <a:pt x="367" y="1633"/>
                  </a:cubicBezTo>
                  <a:cubicBezTo>
                    <a:pt x="481" y="1860"/>
                    <a:pt x="612" y="2096"/>
                    <a:pt x="786" y="2297"/>
                  </a:cubicBezTo>
                  <a:cubicBezTo>
                    <a:pt x="961" y="2506"/>
                    <a:pt x="1162" y="2716"/>
                    <a:pt x="1441" y="2891"/>
                  </a:cubicBezTo>
                  <a:cubicBezTo>
                    <a:pt x="1546" y="2576"/>
                    <a:pt x="1528" y="2279"/>
                    <a:pt x="1502" y="1991"/>
                  </a:cubicBezTo>
                  <a:cubicBezTo>
                    <a:pt x="1459" y="1712"/>
                    <a:pt x="1371" y="1450"/>
                    <a:pt x="1249" y="1197"/>
                  </a:cubicBezTo>
                  <a:cubicBezTo>
                    <a:pt x="1127" y="944"/>
                    <a:pt x="978" y="717"/>
                    <a:pt x="777" y="507"/>
                  </a:cubicBezTo>
                  <a:cubicBezTo>
                    <a:pt x="585" y="315"/>
                    <a:pt x="367" y="114"/>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
            <p:cNvSpPr/>
            <p:nvPr/>
          </p:nvSpPr>
          <p:spPr>
            <a:xfrm>
              <a:off x="5487687" y="3724310"/>
              <a:ext cx="43162" cy="80025"/>
            </a:xfrm>
            <a:custGeom>
              <a:avLst/>
              <a:gdLst/>
              <a:ahLst/>
              <a:cxnLst/>
              <a:rect l="l" t="t" r="r" b="b"/>
              <a:pathLst>
                <a:path w="2035" h="3773" extrusionOk="0">
                  <a:moveTo>
                    <a:pt x="0" y="0"/>
                  </a:moveTo>
                  <a:cubicBezTo>
                    <a:pt x="35" y="402"/>
                    <a:pt x="131" y="751"/>
                    <a:pt x="253" y="1092"/>
                  </a:cubicBezTo>
                  <a:cubicBezTo>
                    <a:pt x="376" y="1423"/>
                    <a:pt x="507" y="1747"/>
                    <a:pt x="673" y="2052"/>
                  </a:cubicBezTo>
                  <a:cubicBezTo>
                    <a:pt x="830" y="2358"/>
                    <a:pt x="1004" y="2663"/>
                    <a:pt x="1214" y="2943"/>
                  </a:cubicBezTo>
                  <a:cubicBezTo>
                    <a:pt x="1424" y="3231"/>
                    <a:pt x="1651" y="3510"/>
                    <a:pt x="1965" y="3772"/>
                  </a:cubicBezTo>
                  <a:cubicBezTo>
                    <a:pt x="2035" y="3371"/>
                    <a:pt x="1991" y="2986"/>
                    <a:pt x="1912" y="2628"/>
                  </a:cubicBezTo>
                  <a:cubicBezTo>
                    <a:pt x="1825" y="2270"/>
                    <a:pt x="1694" y="1930"/>
                    <a:pt x="1528" y="1598"/>
                  </a:cubicBezTo>
                  <a:cubicBezTo>
                    <a:pt x="1371" y="1275"/>
                    <a:pt x="1162" y="969"/>
                    <a:pt x="908" y="699"/>
                  </a:cubicBezTo>
                  <a:cubicBezTo>
                    <a:pt x="655" y="419"/>
                    <a:pt x="376" y="16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
            <p:cNvSpPr/>
            <p:nvPr/>
          </p:nvSpPr>
          <p:spPr>
            <a:xfrm>
              <a:off x="5638265" y="3759860"/>
              <a:ext cx="49080" cy="85964"/>
            </a:xfrm>
            <a:custGeom>
              <a:avLst/>
              <a:gdLst/>
              <a:ahLst/>
              <a:cxnLst/>
              <a:rect l="l" t="t" r="r" b="b"/>
              <a:pathLst>
                <a:path w="2314" h="4053" extrusionOk="0">
                  <a:moveTo>
                    <a:pt x="0" y="1"/>
                  </a:moveTo>
                  <a:lnTo>
                    <a:pt x="0" y="1"/>
                  </a:lnTo>
                  <a:cubicBezTo>
                    <a:pt x="79" y="429"/>
                    <a:pt x="218" y="795"/>
                    <a:pt x="367" y="1145"/>
                  </a:cubicBezTo>
                  <a:cubicBezTo>
                    <a:pt x="515" y="1511"/>
                    <a:pt x="672" y="1843"/>
                    <a:pt x="856" y="2175"/>
                  </a:cubicBezTo>
                  <a:cubicBezTo>
                    <a:pt x="1039" y="2498"/>
                    <a:pt x="1240" y="2821"/>
                    <a:pt x="1458" y="3135"/>
                  </a:cubicBezTo>
                  <a:cubicBezTo>
                    <a:pt x="1694" y="3450"/>
                    <a:pt x="1930" y="3755"/>
                    <a:pt x="2261" y="4052"/>
                  </a:cubicBezTo>
                  <a:cubicBezTo>
                    <a:pt x="2314" y="3624"/>
                    <a:pt x="2261" y="3214"/>
                    <a:pt x="2157" y="2821"/>
                  </a:cubicBezTo>
                  <a:cubicBezTo>
                    <a:pt x="2061" y="2428"/>
                    <a:pt x="1912" y="2053"/>
                    <a:pt x="1711" y="1703"/>
                  </a:cubicBezTo>
                  <a:cubicBezTo>
                    <a:pt x="1511" y="1354"/>
                    <a:pt x="1284" y="1031"/>
                    <a:pt x="1004" y="734"/>
                  </a:cubicBezTo>
                  <a:cubicBezTo>
                    <a:pt x="716" y="446"/>
                    <a:pt x="402" y="18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
            <p:cNvSpPr/>
            <p:nvPr/>
          </p:nvSpPr>
          <p:spPr>
            <a:xfrm>
              <a:off x="5791792" y="3804318"/>
              <a:ext cx="30585" cy="90948"/>
            </a:xfrm>
            <a:custGeom>
              <a:avLst/>
              <a:gdLst/>
              <a:ahLst/>
              <a:cxnLst/>
              <a:rect l="l" t="t" r="r" b="b"/>
              <a:pathLst>
                <a:path w="1442" h="4288" extrusionOk="0">
                  <a:moveTo>
                    <a:pt x="44" y="0"/>
                  </a:moveTo>
                  <a:lnTo>
                    <a:pt x="44" y="0"/>
                  </a:lnTo>
                  <a:cubicBezTo>
                    <a:pt x="0" y="419"/>
                    <a:pt x="27" y="795"/>
                    <a:pt x="70" y="1179"/>
                  </a:cubicBezTo>
                  <a:cubicBezTo>
                    <a:pt x="131" y="1537"/>
                    <a:pt x="201" y="1904"/>
                    <a:pt x="306" y="2253"/>
                  </a:cubicBezTo>
                  <a:cubicBezTo>
                    <a:pt x="402" y="2602"/>
                    <a:pt x="524" y="2952"/>
                    <a:pt x="673" y="3283"/>
                  </a:cubicBezTo>
                  <a:cubicBezTo>
                    <a:pt x="839" y="3624"/>
                    <a:pt x="1013" y="3964"/>
                    <a:pt x="1275" y="4288"/>
                  </a:cubicBezTo>
                  <a:cubicBezTo>
                    <a:pt x="1406" y="3886"/>
                    <a:pt x="1441" y="3493"/>
                    <a:pt x="1424" y="3109"/>
                  </a:cubicBezTo>
                  <a:cubicBezTo>
                    <a:pt x="1406" y="2716"/>
                    <a:pt x="1354" y="2349"/>
                    <a:pt x="1240" y="1974"/>
                  </a:cubicBezTo>
                  <a:cubicBezTo>
                    <a:pt x="1136" y="1607"/>
                    <a:pt x="987" y="1258"/>
                    <a:pt x="795" y="917"/>
                  </a:cubicBezTo>
                  <a:cubicBezTo>
                    <a:pt x="594" y="594"/>
                    <a:pt x="367" y="271"/>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8"/>
            <p:cNvSpPr/>
            <p:nvPr/>
          </p:nvSpPr>
          <p:spPr>
            <a:xfrm>
              <a:off x="5911614" y="3859700"/>
              <a:ext cx="25579" cy="83525"/>
            </a:xfrm>
            <a:custGeom>
              <a:avLst/>
              <a:gdLst/>
              <a:ahLst/>
              <a:cxnLst/>
              <a:rect l="l" t="t" r="r" b="b"/>
              <a:pathLst>
                <a:path w="1206" h="3938" extrusionOk="0">
                  <a:moveTo>
                    <a:pt x="79" y="0"/>
                  </a:moveTo>
                  <a:cubicBezTo>
                    <a:pt x="1" y="384"/>
                    <a:pt x="10" y="716"/>
                    <a:pt x="10" y="1065"/>
                  </a:cubicBezTo>
                  <a:cubicBezTo>
                    <a:pt x="36" y="1406"/>
                    <a:pt x="79" y="1720"/>
                    <a:pt x="141" y="2035"/>
                  </a:cubicBezTo>
                  <a:cubicBezTo>
                    <a:pt x="202" y="2358"/>
                    <a:pt x="289" y="2663"/>
                    <a:pt x="394" y="2978"/>
                  </a:cubicBezTo>
                  <a:cubicBezTo>
                    <a:pt x="516" y="3292"/>
                    <a:pt x="638" y="3606"/>
                    <a:pt x="856" y="3938"/>
                  </a:cubicBezTo>
                  <a:cubicBezTo>
                    <a:pt x="1049" y="3597"/>
                    <a:pt x="1136" y="3239"/>
                    <a:pt x="1171" y="2890"/>
                  </a:cubicBezTo>
                  <a:cubicBezTo>
                    <a:pt x="1206" y="2541"/>
                    <a:pt x="1180" y="2183"/>
                    <a:pt x="1118" y="1842"/>
                  </a:cubicBezTo>
                  <a:cubicBezTo>
                    <a:pt x="1049" y="1493"/>
                    <a:pt x="926" y="1170"/>
                    <a:pt x="769" y="847"/>
                  </a:cubicBezTo>
                  <a:cubicBezTo>
                    <a:pt x="603" y="533"/>
                    <a:pt x="394" y="236"/>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8"/>
            <p:cNvSpPr/>
            <p:nvPr/>
          </p:nvSpPr>
          <p:spPr>
            <a:xfrm>
              <a:off x="6045520" y="3942848"/>
              <a:ext cx="20955" cy="97057"/>
            </a:xfrm>
            <a:custGeom>
              <a:avLst/>
              <a:gdLst/>
              <a:ahLst/>
              <a:cxnLst/>
              <a:rect l="l" t="t" r="r" b="b"/>
              <a:pathLst>
                <a:path w="988" h="4576" extrusionOk="0">
                  <a:moveTo>
                    <a:pt x="289" y="1"/>
                  </a:moveTo>
                  <a:cubicBezTo>
                    <a:pt x="149" y="411"/>
                    <a:pt x="97" y="795"/>
                    <a:pt x="53" y="1162"/>
                  </a:cubicBezTo>
                  <a:cubicBezTo>
                    <a:pt x="9" y="1546"/>
                    <a:pt x="1" y="1913"/>
                    <a:pt x="1" y="2288"/>
                  </a:cubicBezTo>
                  <a:cubicBezTo>
                    <a:pt x="1" y="2655"/>
                    <a:pt x="27" y="3030"/>
                    <a:pt x="71" y="3415"/>
                  </a:cubicBezTo>
                  <a:cubicBezTo>
                    <a:pt x="132" y="3790"/>
                    <a:pt x="193" y="4174"/>
                    <a:pt x="350" y="4576"/>
                  </a:cubicBezTo>
                  <a:cubicBezTo>
                    <a:pt x="612" y="4218"/>
                    <a:pt x="752" y="3834"/>
                    <a:pt x="848" y="3458"/>
                  </a:cubicBezTo>
                  <a:cubicBezTo>
                    <a:pt x="944" y="3065"/>
                    <a:pt x="987" y="2672"/>
                    <a:pt x="979" y="2279"/>
                  </a:cubicBezTo>
                  <a:cubicBezTo>
                    <a:pt x="979" y="1869"/>
                    <a:pt x="926" y="1485"/>
                    <a:pt x="813" y="1101"/>
                  </a:cubicBezTo>
                  <a:cubicBezTo>
                    <a:pt x="708" y="717"/>
                    <a:pt x="551" y="350"/>
                    <a:pt x="2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58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able of contents">
  <p:cSld name="BLANK_1_1_1_1_1_1">
    <p:spTree>
      <p:nvGrpSpPr>
        <p:cNvPr id="1" name="Shape 583"/>
        <p:cNvGrpSpPr/>
        <p:nvPr/>
      </p:nvGrpSpPr>
      <p:grpSpPr>
        <a:xfrm>
          <a:off x="0" y="0"/>
          <a:ext cx="0" cy="0"/>
          <a:chOff x="0" y="0"/>
          <a:chExt cx="0" cy="0"/>
        </a:xfrm>
      </p:grpSpPr>
      <p:pic>
        <p:nvPicPr>
          <p:cNvPr id="584" name="Google Shape;584;p13"/>
          <p:cNvPicPr preferRelativeResize="0"/>
          <p:nvPr/>
        </p:nvPicPr>
        <p:blipFill rotWithShape="1">
          <a:blip r:embed="rId2">
            <a:alphaModFix/>
          </a:blip>
          <a:srcRect/>
          <a:stretch/>
        </p:blipFill>
        <p:spPr>
          <a:xfrm>
            <a:off x="0" y="0"/>
            <a:ext cx="9144000" cy="5143500"/>
          </a:xfrm>
          <a:prstGeom prst="rect">
            <a:avLst/>
          </a:prstGeom>
          <a:noFill/>
          <a:ln>
            <a:noFill/>
          </a:ln>
        </p:spPr>
      </p:pic>
      <p:grpSp>
        <p:nvGrpSpPr>
          <p:cNvPr id="585" name="Google Shape;585;p13"/>
          <p:cNvGrpSpPr/>
          <p:nvPr/>
        </p:nvGrpSpPr>
        <p:grpSpPr>
          <a:xfrm>
            <a:off x="-166678" y="-419229"/>
            <a:ext cx="10142448" cy="4492995"/>
            <a:chOff x="-166678" y="-419229"/>
            <a:chExt cx="10142448" cy="4492995"/>
          </a:xfrm>
        </p:grpSpPr>
        <p:sp>
          <p:nvSpPr>
            <p:cNvPr id="586" name="Google Shape;586;p13"/>
            <p:cNvSpPr/>
            <p:nvPr/>
          </p:nvSpPr>
          <p:spPr>
            <a:xfrm rot="5400000">
              <a:off x="6087881" y="185877"/>
              <a:ext cx="4437276" cy="3338502"/>
            </a:xfrm>
            <a:custGeom>
              <a:avLst/>
              <a:gdLst/>
              <a:ahLst/>
              <a:cxnLst/>
              <a:rect l="l" t="t" r="r" b="b"/>
              <a:pathLst>
                <a:path w="201237" h="151406" extrusionOk="0">
                  <a:moveTo>
                    <a:pt x="0" y="1"/>
                  </a:moveTo>
                  <a:lnTo>
                    <a:pt x="0" y="151405"/>
                  </a:lnTo>
                  <a:cubicBezTo>
                    <a:pt x="6064" y="134314"/>
                    <a:pt x="13447" y="116927"/>
                    <a:pt x="27948" y="106334"/>
                  </a:cubicBezTo>
                  <a:cubicBezTo>
                    <a:pt x="31934" y="103450"/>
                    <a:pt x="36401" y="101108"/>
                    <a:pt x="41224" y="100100"/>
                  </a:cubicBezTo>
                  <a:cubicBezTo>
                    <a:pt x="44033" y="99514"/>
                    <a:pt x="46893" y="99389"/>
                    <a:pt x="49768" y="99389"/>
                  </a:cubicBezTo>
                  <a:cubicBezTo>
                    <a:pt x="51903" y="99389"/>
                    <a:pt x="54046" y="99458"/>
                    <a:pt x="56181" y="99458"/>
                  </a:cubicBezTo>
                  <a:cubicBezTo>
                    <a:pt x="58553" y="99458"/>
                    <a:pt x="60916" y="99373"/>
                    <a:pt x="63248" y="99014"/>
                  </a:cubicBezTo>
                  <a:cubicBezTo>
                    <a:pt x="77052" y="96796"/>
                    <a:pt x="87598" y="85319"/>
                    <a:pt x="94407" y="73128"/>
                  </a:cubicBezTo>
                  <a:cubicBezTo>
                    <a:pt x="101247" y="60938"/>
                    <a:pt x="105589" y="47320"/>
                    <a:pt x="113515" y="35828"/>
                  </a:cubicBezTo>
                  <a:cubicBezTo>
                    <a:pt x="126619" y="16753"/>
                    <a:pt x="149552" y="4917"/>
                    <a:pt x="172677" y="4917"/>
                  </a:cubicBezTo>
                  <a:cubicBezTo>
                    <a:pt x="174541" y="4917"/>
                    <a:pt x="176406" y="4994"/>
                    <a:pt x="178267" y="5150"/>
                  </a:cubicBezTo>
                  <a:cubicBezTo>
                    <a:pt x="183509" y="5600"/>
                    <a:pt x="188891" y="6732"/>
                    <a:pt x="193156" y="9834"/>
                  </a:cubicBezTo>
                  <a:cubicBezTo>
                    <a:pt x="196863" y="12517"/>
                    <a:pt x="199314" y="16425"/>
                    <a:pt x="201237" y="20706"/>
                  </a:cubicBezTo>
                  <a:lnTo>
                    <a:pt x="201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3"/>
            <p:cNvSpPr/>
            <p:nvPr/>
          </p:nvSpPr>
          <p:spPr>
            <a:xfrm rot="10800000" flipH="1">
              <a:off x="-166678" y="-419229"/>
              <a:ext cx="4303454" cy="1621040"/>
            </a:xfrm>
            <a:custGeom>
              <a:avLst/>
              <a:gdLst/>
              <a:ahLst/>
              <a:cxnLst/>
              <a:rect l="l" t="t" r="r" b="b"/>
              <a:pathLst>
                <a:path w="177462" h="66847" extrusionOk="0">
                  <a:moveTo>
                    <a:pt x="1" y="0"/>
                  </a:moveTo>
                  <a:cubicBezTo>
                    <a:pt x="11" y="1"/>
                    <a:pt x="21" y="2"/>
                    <a:pt x="32" y="4"/>
                  </a:cubicBezTo>
                  <a:lnTo>
                    <a:pt x="32" y="4"/>
                  </a:lnTo>
                  <a:lnTo>
                    <a:pt x="32" y="0"/>
                  </a:lnTo>
                  <a:close/>
                  <a:moveTo>
                    <a:pt x="32" y="4"/>
                  </a:moveTo>
                  <a:lnTo>
                    <a:pt x="32" y="66846"/>
                  </a:lnTo>
                  <a:lnTo>
                    <a:pt x="117889" y="66846"/>
                  </a:lnTo>
                  <a:cubicBezTo>
                    <a:pt x="138765" y="66846"/>
                    <a:pt x="161114" y="63248"/>
                    <a:pt x="177461" y="50220"/>
                  </a:cubicBezTo>
                  <a:lnTo>
                    <a:pt x="177461" y="50220"/>
                  </a:lnTo>
                  <a:cubicBezTo>
                    <a:pt x="165394" y="55022"/>
                    <a:pt x="152469" y="56792"/>
                    <a:pt x="139457" y="56792"/>
                  </a:cubicBezTo>
                  <a:cubicBezTo>
                    <a:pt x="131329" y="56792"/>
                    <a:pt x="123167" y="56101"/>
                    <a:pt x="115159" y="55028"/>
                  </a:cubicBezTo>
                  <a:cubicBezTo>
                    <a:pt x="88374" y="51430"/>
                    <a:pt x="61418" y="43365"/>
                    <a:pt x="40605" y="26180"/>
                  </a:cubicBezTo>
                  <a:cubicBezTo>
                    <a:pt x="34370" y="21031"/>
                    <a:pt x="28786" y="15137"/>
                    <a:pt x="22427" y="10128"/>
                  </a:cubicBezTo>
                  <a:cubicBezTo>
                    <a:pt x="16092" y="5109"/>
                    <a:pt x="8040" y="926"/>
                    <a:pt x="32"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8" name="Google Shape;588;p13"/>
          <p:cNvGrpSpPr/>
          <p:nvPr/>
        </p:nvGrpSpPr>
        <p:grpSpPr>
          <a:xfrm>
            <a:off x="-548300" y="12"/>
            <a:ext cx="9488903" cy="5555676"/>
            <a:chOff x="-548300" y="12"/>
            <a:chExt cx="9488903" cy="5555676"/>
          </a:xfrm>
        </p:grpSpPr>
        <p:grpSp>
          <p:nvGrpSpPr>
            <p:cNvPr id="589" name="Google Shape;589;p13"/>
            <p:cNvGrpSpPr/>
            <p:nvPr/>
          </p:nvGrpSpPr>
          <p:grpSpPr>
            <a:xfrm rot="10800000">
              <a:off x="7837130" y="12"/>
              <a:ext cx="1103473" cy="928102"/>
              <a:chOff x="5200805" y="3216049"/>
              <a:chExt cx="1103473" cy="928102"/>
            </a:xfrm>
          </p:grpSpPr>
          <p:sp>
            <p:nvSpPr>
              <p:cNvPr id="590" name="Google Shape;590;p13"/>
              <p:cNvSpPr/>
              <p:nvPr/>
            </p:nvSpPr>
            <p:spPr>
              <a:xfrm>
                <a:off x="5284335" y="3556700"/>
                <a:ext cx="21486" cy="16862"/>
              </a:xfrm>
              <a:custGeom>
                <a:avLst/>
                <a:gdLst/>
                <a:ahLst/>
                <a:cxnLst/>
                <a:rect l="l" t="t" r="r" b="b"/>
                <a:pathLst>
                  <a:path w="1013" h="795" extrusionOk="0">
                    <a:moveTo>
                      <a:pt x="498" y="0"/>
                    </a:moveTo>
                    <a:cubicBezTo>
                      <a:pt x="0" y="0"/>
                      <a:pt x="0" y="795"/>
                      <a:pt x="498" y="795"/>
                    </a:cubicBezTo>
                    <a:cubicBezTo>
                      <a:pt x="1013" y="795"/>
                      <a:pt x="1013" y="0"/>
                      <a:pt x="498" y="0"/>
                    </a:cubicBezTo>
                    <a:close/>
                  </a:path>
                </a:pathLst>
              </a:custGeom>
              <a:solidFill>
                <a:srgbClr val="030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3"/>
              <p:cNvSpPr/>
              <p:nvPr/>
            </p:nvSpPr>
            <p:spPr>
              <a:xfrm>
                <a:off x="5347290" y="3537440"/>
                <a:ext cx="21" cy="21"/>
              </a:xfrm>
              <a:custGeom>
                <a:avLst/>
                <a:gdLst/>
                <a:ahLst/>
                <a:cxnLst/>
                <a:rect l="l" t="t" r="r" b="b"/>
                <a:pathLst>
                  <a:path w="1" h="1" extrusionOk="0">
                    <a:moveTo>
                      <a:pt x="1" y="0"/>
                    </a:moveTo>
                    <a:close/>
                  </a:path>
                </a:pathLst>
              </a:custGeom>
              <a:solidFill>
                <a:srgbClr val="030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3"/>
              <p:cNvSpPr/>
              <p:nvPr/>
            </p:nvSpPr>
            <p:spPr>
              <a:xfrm>
                <a:off x="5219683" y="3216049"/>
                <a:ext cx="1084595" cy="927344"/>
              </a:xfrm>
              <a:custGeom>
                <a:avLst/>
                <a:gdLst/>
                <a:ahLst/>
                <a:cxnLst/>
                <a:rect l="l" t="t" r="r" b="b"/>
                <a:pathLst>
                  <a:path w="51136" h="43722" extrusionOk="0">
                    <a:moveTo>
                      <a:pt x="4403" y="1"/>
                    </a:moveTo>
                    <a:cubicBezTo>
                      <a:pt x="2940" y="1"/>
                      <a:pt x="1472" y="85"/>
                      <a:pt x="1" y="265"/>
                    </a:cubicBezTo>
                    <a:cubicBezTo>
                      <a:pt x="4943" y="5591"/>
                      <a:pt x="5999" y="13414"/>
                      <a:pt x="9771" y="19623"/>
                    </a:cubicBezTo>
                    <a:cubicBezTo>
                      <a:pt x="16442" y="30651"/>
                      <a:pt x="29653" y="34685"/>
                      <a:pt x="38542" y="43477"/>
                    </a:cubicBezTo>
                    <a:cubicBezTo>
                      <a:pt x="38716" y="43591"/>
                      <a:pt x="38952" y="43608"/>
                      <a:pt x="39127" y="43722"/>
                    </a:cubicBezTo>
                    <a:lnTo>
                      <a:pt x="48173" y="43722"/>
                    </a:lnTo>
                    <a:cubicBezTo>
                      <a:pt x="48174" y="43722"/>
                      <a:pt x="48175" y="43722"/>
                      <a:pt x="48176" y="43722"/>
                    </a:cubicBezTo>
                    <a:cubicBezTo>
                      <a:pt x="51136" y="43722"/>
                      <a:pt x="44016" y="21910"/>
                      <a:pt x="43266" y="20260"/>
                    </a:cubicBezTo>
                    <a:cubicBezTo>
                      <a:pt x="42218" y="17946"/>
                      <a:pt x="40856" y="15554"/>
                      <a:pt x="38542" y="14515"/>
                    </a:cubicBezTo>
                    <a:cubicBezTo>
                      <a:pt x="37283" y="13952"/>
                      <a:pt x="35915" y="13865"/>
                      <a:pt x="34523" y="13865"/>
                    </a:cubicBezTo>
                    <a:cubicBezTo>
                      <a:pt x="33896" y="13865"/>
                      <a:pt x="33263" y="13883"/>
                      <a:pt x="32634" y="13883"/>
                    </a:cubicBezTo>
                    <a:cubicBezTo>
                      <a:pt x="31389" y="13883"/>
                      <a:pt x="30156" y="13813"/>
                      <a:pt x="28998" y="13397"/>
                    </a:cubicBezTo>
                    <a:cubicBezTo>
                      <a:pt x="31377" y="12007"/>
                      <a:pt x="34118" y="11267"/>
                      <a:pt x="36875" y="11267"/>
                    </a:cubicBezTo>
                    <a:cubicBezTo>
                      <a:pt x="37113" y="11267"/>
                      <a:pt x="37352" y="11273"/>
                      <a:pt x="37590" y="11284"/>
                    </a:cubicBezTo>
                    <a:cubicBezTo>
                      <a:pt x="27358" y="5380"/>
                      <a:pt x="16050" y="1"/>
                      <a:pt x="44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3"/>
              <p:cNvSpPr/>
              <p:nvPr/>
            </p:nvSpPr>
            <p:spPr>
              <a:xfrm>
                <a:off x="5314328" y="3267211"/>
                <a:ext cx="845452" cy="852112"/>
              </a:xfrm>
              <a:custGeom>
                <a:avLst/>
                <a:gdLst/>
                <a:ahLst/>
                <a:cxnLst/>
                <a:rect l="l" t="t" r="r" b="b"/>
                <a:pathLst>
                  <a:path w="39861" h="40175" extrusionOk="0">
                    <a:moveTo>
                      <a:pt x="1" y="1"/>
                    </a:moveTo>
                    <a:lnTo>
                      <a:pt x="1" y="1"/>
                    </a:lnTo>
                    <a:cubicBezTo>
                      <a:pt x="4148" y="2472"/>
                      <a:pt x="8060" y="5283"/>
                      <a:pt x="11858" y="8208"/>
                    </a:cubicBezTo>
                    <a:cubicBezTo>
                      <a:pt x="13753" y="9684"/>
                      <a:pt x="15656" y="11168"/>
                      <a:pt x="17533" y="12670"/>
                    </a:cubicBezTo>
                    <a:cubicBezTo>
                      <a:pt x="19402" y="14181"/>
                      <a:pt x="21279" y="15683"/>
                      <a:pt x="23095" y="17254"/>
                    </a:cubicBezTo>
                    <a:cubicBezTo>
                      <a:pt x="24920" y="18817"/>
                      <a:pt x="26684" y="20441"/>
                      <a:pt x="28369" y="22144"/>
                    </a:cubicBezTo>
                    <a:cubicBezTo>
                      <a:pt x="29208" y="23000"/>
                      <a:pt x="30037" y="23873"/>
                      <a:pt x="30823" y="24763"/>
                    </a:cubicBezTo>
                    <a:cubicBezTo>
                      <a:pt x="31032" y="24982"/>
                      <a:pt x="31216" y="25209"/>
                      <a:pt x="31417" y="25445"/>
                    </a:cubicBezTo>
                    <a:lnTo>
                      <a:pt x="31705" y="25776"/>
                    </a:lnTo>
                    <a:lnTo>
                      <a:pt x="31993" y="26126"/>
                    </a:lnTo>
                    <a:cubicBezTo>
                      <a:pt x="32176" y="26370"/>
                      <a:pt x="32377" y="26597"/>
                      <a:pt x="32561" y="26824"/>
                    </a:cubicBezTo>
                    <a:lnTo>
                      <a:pt x="33119" y="27540"/>
                    </a:lnTo>
                    <a:cubicBezTo>
                      <a:pt x="33844" y="28483"/>
                      <a:pt x="34543" y="29461"/>
                      <a:pt x="35197" y="30465"/>
                    </a:cubicBezTo>
                    <a:cubicBezTo>
                      <a:pt x="35852" y="31469"/>
                      <a:pt x="36481" y="32482"/>
                      <a:pt x="37049" y="33539"/>
                    </a:cubicBezTo>
                    <a:cubicBezTo>
                      <a:pt x="37625" y="34595"/>
                      <a:pt x="38140" y="35678"/>
                      <a:pt x="38620" y="36778"/>
                    </a:cubicBezTo>
                    <a:cubicBezTo>
                      <a:pt x="38838" y="37337"/>
                      <a:pt x="39074" y="37896"/>
                      <a:pt x="39275" y="38463"/>
                    </a:cubicBezTo>
                    <a:cubicBezTo>
                      <a:pt x="39493" y="39031"/>
                      <a:pt x="39659" y="39607"/>
                      <a:pt x="39860" y="40175"/>
                    </a:cubicBezTo>
                    <a:cubicBezTo>
                      <a:pt x="39720" y="39590"/>
                      <a:pt x="39589" y="38996"/>
                      <a:pt x="39415" y="38420"/>
                    </a:cubicBezTo>
                    <a:cubicBezTo>
                      <a:pt x="39258" y="37835"/>
                      <a:pt x="39048" y="37267"/>
                      <a:pt x="38865" y="36682"/>
                    </a:cubicBezTo>
                    <a:cubicBezTo>
                      <a:pt x="38472" y="35538"/>
                      <a:pt x="37992" y="34429"/>
                      <a:pt x="37476" y="33320"/>
                    </a:cubicBezTo>
                    <a:cubicBezTo>
                      <a:pt x="36944" y="32220"/>
                      <a:pt x="36367" y="31164"/>
                      <a:pt x="35748" y="30116"/>
                    </a:cubicBezTo>
                    <a:lnTo>
                      <a:pt x="35267" y="29339"/>
                    </a:lnTo>
                    <a:cubicBezTo>
                      <a:pt x="35101" y="29077"/>
                      <a:pt x="34927" y="28824"/>
                      <a:pt x="34761" y="28579"/>
                    </a:cubicBezTo>
                    <a:lnTo>
                      <a:pt x="34508" y="28195"/>
                    </a:lnTo>
                    <a:lnTo>
                      <a:pt x="34254" y="27820"/>
                    </a:lnTo>
                    <a:cubicBezTo>
                      <a:pt x="34071" y="27584"/>
                      <a:pt x="33914" y="27322"/>
                      <a:pt x="33731" y="27077"/>
                    </a:cubicBezTo>
                    <a:cubicBezTo>
                      <a:pt x="32307" y="25104"/>
                      <a:pt x="30718" y="23262"/>
                      <a:pt x="29042" y="21507"/>
                    </a:cubicBezTo>
                    <a:cubicBezTo>
                      <a:pt x="27365" y="19743"/>
                      <a:pt x="25584" y="18101"/>
                      <a:pt x="23750" y="16512"/>
                    </a:cubicBezTo>
                    <a:cubicBezTo>
                      <a:pt x="21917" y="14940"/>
                      <a:pt x="20031" y="13430"/>
                      <a:pt x="18119" y="11954"/>
                    </a:cubicBezTo>
                    <a:cubicBezTo>
                      <a:pt x="17158" y="11212"/>
                      <a:pt x="16198" y="10487"/>
                      <a:pt x="15237" y="9763"/>
                    </a:cubicBezTo>
                    <a:cubicBezTo>
                      <a:pt x="14277" y="9029"/>
                      <a:pt x="13307" y="8322"/>
                      <a:pt x="12321" y="7606"/>
                    </a:cubicBezTo>
                    <a:cubicBezTo>
                      <a:pt x="8409" y="4786"/>
                      <a:pt x="4340" y="212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3"/>
              <p:cNvSpPr/>
              <p:nvPr/>
            </p:nvSpPr>
            <p:spPr>
              <a:xfrm>
                <a:off x="5453982" y="3272556"/>
                <a:ext cx="92051" cy="32451"/>
              </a:xfrm>
              <a:custGeom>
                <a:avLst/>
                <a:gdLst/>
                <a:ahLst/>
                <a:cxnLst/>
                <a:rect l="l" t="t" r="r" b="b"/>
                <a:pathLst>
                  <a:path w="4340" h="1530" extrusionOk="0">
                    <a:moveTo>
                      <a:pt x="3057" y="1"/>
                    </a:moveTo>
                    <a:cubicBezTo>
                      <a:pt x="2683" y="1"/>
                      <a:pt x="2304" y="53"/>
                      <a:pt x="1956" y="150"/>
                    </a:cubicBezTo>
                    <a:cubicBezTo>
                      <a:pt x="1572" y="264"/>
                      <a:pt x="1196" y="438"/>
                      <a:pt x="865" y="657"/>
                    </a:cubicBezTo>
                    <a:cubicBezTo>
                      <a:pt x="533" y="884"/>
                      <a:pt x="218" y="1154"/>
                      <a:pt x="0" y="1530"/>
                    </a:cubicBezTo>
                    <a:cubicBezTo>
                      <a:pt x="428" y="1521"/>
                      <a:pt x="795" y="1443"/>
                      <a:pt x="1170" y="1364"/>
                    </a:cubicBezTo>
                    <a:cubicBezTo>
                      <a:pt x="1528" y="1285"/>
                      <a:pt x="1877" y="1198"/>
                      <a:pt x="2227" y="1102"/>
                    </a:cubicBezTo>
                    <a:cubicBezTo>
                      <a:pt x="2576" y="1006"/>
                      <a:pt x="2916" y="892"/>
                      <a:pt x="3266" y="761"/>
                    </a:cubicBezTo>
                    <a:cubicBezTo>
                      <a:pt x="3615" y="622"/>
                      <a:pt x="3973" y="491"/>
                      <a:pt x="4340" y="273"/>
                    </a:cubicBezTo>
                    <a:cubicBezTo>
                      <a:pt x="3947" y="80"/>
                      <a:pt x="3545" y="11"/>
                      <a:pt x="3143" y="2"/>
                    </a:cubicBezTo>
                    <a:cubicBezTo>
                      <a:pt x="3115" y="1"/>
                      <a:pt x="3086" y="1"/>
                      <a:pt x="30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3"/>
              <p:cNvSpPr/>
              <p:nvPr/>
            </p:nvSpPr>
            <p:spPr>
              <a:xfrm>
                <a:off x="5524361" y="3316887"/>
                <a:ext cx="121682" cy="41275"/>
              </a:xfrm>
              <a:custGeom>
                <a:avLst/>
                <a:gdLst/>
                <a:ahLst/>
                <a:cxnLst/>
                <a:rect l="l" t="t" r="r" b="b"/>
                <a:pathLst>
                  <a:path w="5737" h="1946" extrusionOk="0">
                    <a:moveTo>
                      <a:pt x="4599" y="1"/>
                    </a:moveTo>
                    <a:cubicBezTo>
                      <a:pt x="4454" y="1"/>
                      <a:pt x="4310" y="7"/>
                      <a:pt x="4165" y="16"/>
                    </a:cubicBezTo>
                    <a:cubicBezTo>
                      <a:pt x="3641" y="60"/>
                      <a:pt x="3135" y="156"/>
                      <a:pt x="2637" y="313"/>
                    </a:cubicBezTo>
                    <a:cubicBezTo>
                      <a:pt x="2148" y="461"/>
                      <a:pt x="1668" y="680"/>
                      <a:pt x="1223" y="942"/>
                    </a:cubicBezTo>
                    <a:cubicBezTo>
                      <a:pt x="777" y="1221"/>
                      <a:pt x="349" y="1535"/>
                      <a:pt x="0" y="1946"/>
                    </a:cubicBezTo>
                    <a:cubicBezTo>
                      <a:pt x="533" y="1893"/>
                      <a:pt x="1022" y="1789"/>
                      <a:pt x="1511" y="1658"/>
                    </a:cubicBezTo>
                    <a:cubicBezTo>
                      <a:pt x="1991" y="1535"/>
                      <a:pt x="2462" y="1396"/>
                      <a:pt x="2934" y="1247"/>
                    </a:cubicBezTo>
                    <a:cubicBezTo>
                      <a:pt x="3405" y="1099"/>
                      <a:pt x="3859" y="942"/>
                      <a:pt x="4331" y="767"/>
                    </a:cubicBezTo>
                    <a:cubicBezTo>
                      <a:pt x="4802" y="592"/>
                      <a:pt x="5257" y="409"/>
                      <a:pt x="5737" y="147"/>
                    </a:cubicBezTo>
                    <a:cubicBezTo>
                      <a:pt x="5358" y="40"/>
                      <a:pt x="4978" y="1"/>
                      <a:pt x="45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3"/>
              <p:cNvSpPr/>
              <p:nvPr/>
            </p:nvSpPr>
            <p:spPr>
              <a:xfrm>
                <a:off x="5621593" y="3371421"/>
                <a:ext cx="209279" cy="50649"/>
              </a:xfrm>
              <a:custGeom>
                <a:avLst/>
                <a:gdLst/>
                <a:ahLst/>
                <a:cxnLst/>
                <a:rect l="l" t="t" r="r" b="b"/>
                <a:pathLst>
                  <a:path w="9867" h="2388" extrusionOk="0">
                    <a:moveTo>
                      <a:pt x="7873" y="0"/>
                    </a:moveTo>
                    <a:cubicBezTo>
                      <a:pt x="7679" y="0"/>
                      <a:pt x="7485" y="4"/>
                      <a:pt x="7291" y="12"/>
                    </a:cubicBezTo>
                    <a:cubicBezTo>
                      <a:pt x="6427" y="47"/>
                      <a:pt x="5562" y="161"/>
                      <a:pt x="4724" y="353"/>
                    </a:cubicBezTo>
                    <a:cubicBezTo>
                      <a:pt x="3877" y="545"/>
                      <a:pt x="3056" y="807"/>
                      <a:pt x="2262" y="1139"/>
                    </a:cubicBezTo>
                    <a:cubicBezTo>
                      <a:pt x="1458" y="1470"/>
                      <a:pt x="699" y="1863"/>
                      <a:pt x="0" y="2387"/>
                    </a:cubicBezTo>
                    <a:cubicBezTo>
                      <a:pt x="865" y="2239"/>
                      <a:pt x="1677" y="2038"/>
                      <a:pt x="2497" y="1863"/>
                    </a:cubicBezTo>
                    <a:lnTo>
                      <a:pt x="4942" y="1313"/>
                    </a:lnTo>
                    <a:lnTo>
                      <a:pt x="7387" y="772"/>
                    </a:lnTo>
                    <a:cubicBezTo>
                      <a:pt x="8208" y="589"/>
                      <a:pt x="9029" y="423"/>
                      <a:pt x="9867" y="187"/>
                    </a:cubicBezTo>
                    <a:cubicBezTo>
                      <a:pt x="9203" y="51"/>
                      <a:pt x="8540" y="0"/>
                      <a:pt x="7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3"/>
              <p:cNvSpPr/>
              <p:nvPr/>
            </p:nvSpPr>
            <p:spPr>
              <a:xfrm>
                <a:off x="5693817" y="3427206"/>
                <a:ext cx="175576" cy="49865"/>
              </a:xfrm>
              <a:custGeom>
                <a:avLst/>
                <a:gdLst/>
                <a:ahLst/>
                <a:cxnLst/>
                <a:rect l="l" t="t" r="r" b="b"/>
                <a:pathLst>
                  <a:path w="8278" h="2351" extrusionOk="0">
                    <a:moveTo>
                      <a:pt x="6684" y="0"/>
                    </a:moveTo>
                    <a:cubicBezTo>
                      <a:pt x="6481" y="0"/>
                      <a:pt x="6279" y="7"/>
                      <a:pt x="6078" y="19"/>
                    </a:cubicBezTo>
                    <a:cubicBezTo>
                      <a:pt x="5344" y="63"/>
                      <a:pt x="4611" y="185"/>
                      <a:pt x="3903" y="368"/>
                    </a:cubicBezTo>
                    <a:cubicBezTo>
                      <a:pt x="3196" y="561"/>
                      <a:pt x="2498" y="822"/>
                      <a:pt x="1843" y="1137"/>
                    </a:cubicBezTo>
                    <a:cubicBezTo>
                      <a:pt x="1188" y="1460"/>
                      <a:pt x="559" y="1844"/>
                      <a:pt x="0" y="2351"/>
                    </a:cubicBezTo>
                    <a:cubicBezTo>
                      <a:pt x="734" y="2220"/>
                      <a:pt x="1415" y="2027"/>
                      <a:pt x="2122" y="1870"/>
                    </a:cubicBezTo>
                    <a:lnTo>
                      <a:pt x="4165" y="1329"/>
                    </a:lnTo>
                    <a:lnTo>
                      <a:pt x="6209" y="788"/>
                    </a:lnTo>
                    <a:cubicBezTo>
                      <a:pt x="6881" y="604"/>
                      <a:pt x="7579" y="412"/>
                      <a:pt x="8278" y="168"/>
                    </a:cubicBezTo>
                    <a:cubicBezTo>
                      <a:pt x="7752" y="47"/>
                      <a:pt x="7218" y="0"/>
                      <a:pt x="6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3"/>
              <p:cNvSpPr/>
              <p:nvPr/>
            </p:nvSpPr>
            <p:spPr>
              <a:xfrm>
                <a:off x="5365447" y="3357040"/>
                <a:ext cx="25579" cy="78350"/>
              </a:xfrm>
              <a:custGeom>
                <a:avLst/>
                <a:gdLst/>
                <a:ahLst/>
                <a:cxnLst/>
                <a:rect l="l" t="t" r="r" b="b"/>
                <a:pathLst>
                  <a:path w="1206" h="3694" extrusionOk="0">
                    <a:moveTo>
                      <a:pt x="1048" y="0"/>
                    </a:moveTo>
                    <a:cubicBezTo>
                      <a:pt x="778" y="262"/>
                      <a:pt x="603" y="551"/>
                      <a:pt x="454" y="830"/>
                    </a:cubicBezTo>
                    <a:cubicBezTo>
                      <a:pt x="297" y="1118"/>
                      <a:pt x="201" y="1424"/>
                      <a:pt x="123" y="1729"/>
                    </a:cubicBezTo>
                    <a:cubicBezTo>
                      <a:pt x="44" y="2035"/>
                      <a:pt x="0" y="2349"/>
                      <a:pt x="0" y="2672"/>
                    </a:cubicBezTo>
                    <a:cubicBezTo>
                      <a:pt x="0" y="3004"/>
                      <a:pt x="27" y="3327"/>
                      <a:pt x="158" y="3694"/>
                    </a:cubicBezTo>
                    <a:cubicBezTo>
                      <a:pt x="428" y="3441"/>
                      <a:pt x="603" y="3153"/>
                      <a:pt x="760" y="2864"/>
                    </a:cubicBezTo>
                    <a:cubicBezTo>
                      <a:pt x="909" y="2576"/>
                      <a:pt x="1005" y="2271"/>
                      <a:pt x="1083" y="1965"/>
                    </a:cubicBezTo>
                    <a:cubicBezTo>
                      <a:pt x="1162" y="1659"/>
                      <a:pt x="1205" y="1345"/>
                      <a:pt x="1205" y="1013"/>
                    </a:cubicBezTo>
                    <a:cubicBezTo>
                      <a:pt x="1205" y="690"/>
                      <a:pt x="1179" y="358"/>
                      <a:pt x="1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3"/>
              <p:cNvSpPr/>
              <p:nvPr/>
            </p:nvSpPr>
            <p:spPr>
              <a:xfrm>
                <a:off x="5439898" y="3406122"/>
                <a:ext cx="24646" cy="146879"/>
              </a:xfrm>
              <a:custGeom>
                <a:avLst/>
                <a:gdLst/>
                <a:ahLst/>
                <a:cxnLst/>
                <a:rect l="l" t="t" r="r" b="b"/>
                <a:pathLst>
                  <a:path w="1162" h="6925" extrusionOk="0">
                    <a:moveTo>
                      <a:pt x="1162" y="0"/>
                    </a:moveTo>
                    <a:lnTo>
                      <a:pt x="1162" y="0"/>
                    </a:lnTo>
                    <a:cubicBezTo>
                      <a:pt x="751" y="472"/>
                      <a:pt x="498" y="1048"/>
                      <a:pt x="332" y="1624"/>
                    </a:cubicBezTo>
                    <a:cubicBezTo>
                      <a:pt x="175" y="2209"/>
                      <a:pt x="88" y="2803"/>
                      <a:pt x="44" y="3397"/>
                    </a:cubicBezTo>
                    <a:cubicBezTo>
                      <a:pt x="1" y="3999"/>
                      <a:pt x="1" y="4576"/>
                      <a:pt x="27" y="5152"/>
                    </a:cubicBezTo>
                    <a:cubicBezTo>
                      <a:pt x="62" y="5728"/>
                      <a:pt x="105" y="6313"/>
                      <a:pt x="193" y="6924"/>
                    </a:cubicBezTo>
                    <a:cubicBezTo>
                      <a:pt x="498" y="6383"/>
                      <a:pt x="673" y="5798"/>
                      <a:pt x="795" y="5222"/>
                    </a:cubicBezTo>
                    <a:cubicBezTo>
                      <a:pt x="917" y="4628"/>
                      <a:pt x="970" y="4052"/>
                      <a:pt x="1013" y="3476"/>
                    </a:cubicBezTo>
                    <a:cubicBezTo>
                      <a:pt x="1048" y="2890"/>
                      <a:pt x="1066" y="2323"/>
                      <a:pt x="1092" y="1755"/>
                    </a:cubicBezTo>
                    <a:lnTo>
                      <a:pt x="11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3"/>
              <p:cNvSpPr/>
              <p:nvPr/>
            </p:nvSpPr>
            <p:spPr>
              <a:xfrm>
                <a:off x="5518804" y="3475567"/>
                <a:ext cx="36863" cy="210785"/>
              </a:xfrm>
              <a:custGeom>
                <a:avLst/>
                <a:gdLst/>
                <a:ahLst/>
                <a:cxnLst/>
                <a:rect l="l" t="t" r="r" b="b"/>
                <a:pathLst>
                  <a:path w="1738" h="9938" extrusionOk="0">
                    <a:moveTo>
                      <a:pt x="1738" y="1"/>
                    </a:moveTo>
                    <a:lnTo>
                      <a:pt x="1738" y="1"/>
                    </a:lnTo>
                    <a:cubicBezTo>
                      <a:pt x="1441" y="315"/>
                      <a:pt x="1196" y="699"/>
                      <a:pt x="1022" y="1083"/>
                    </a:cubicBezTo>
                    <a:cubicBezTo>
                      <a:pt x="838" y="1476"/>
                      <a:pt x="690" y="1904"/>
                      <a:pt x="576" y="2315"/>
                    </a:cubicBezTo>
                    <a:cubicBezTo>
                      <a:pt x="472" y="2742"/>
                      <a:pt x="384" y="3170"/>
                      <a:pt x="315" y="3581"/>
                    </a:cubicBezTo>
                    <a:cubicBezTo>
                      <a:pt x="271" y="3799"/>
                      <a:pt x="253" y="4008"/>
                      <a:pt x="218" y="4218"/>
                    </a:cubicBezTo>
                    <a:lnTo>
                      <a:pt x="140" y="4847"/>
                    </a:lnTo>
                    <a:cubicBezTo>
                      <a:pt x="53" y="5685"/>
                      <a:pt x="0" y="6532"/>
                      <a:pt x="0" y="7379"/>
                    </a:cubicBezTo>
                    <a:cubicBezTo>
                      <a:pt x="0" y="8235"/>
                      <a:pt x="35" y="9082"/>
                      <a:pt x="184" y="9937"/>
                    </a:cubicBezTo>
                    <a:cubicBezTo>
                      <a:pt x="445" y="9108"/>
                      <a:pt x="611" y="8278"/>
                      <a:pt x="760" y="7449"/>
                    </a:cubicBezTo>
                    <a:cubicBezTo>
                      <a:pt x="908" y="6619"/>
                      <a:pt x="1022" y="5772"/>
                      <a:pt x="1109" y="4943"/>
                    </a:cubicBezTo>
                    <a:lnTo>
                      <a:pt x="1179" y="4323"/>
                    </a:lnTo>
                    <a:cubicBezTo>
                      <a:pt x="1196" y="4113"/>
                      <a:pt x="1223" y="3912"/>
                      <a:pt x="1231" y="3703"/>
                    </a:cubicBezTo>
                    <a:lnTo>
                      <a:pt x="1327" y="2454"/>
                    </a:lnTo>
                    <a:cubicBezTo>
                      <a:pt x="1362" y="2053"/>
                      <a:pt x="1406" y="1642"/>
                      <a:pt x="1476" y="1232"/>
                    </a:cubicBezTo>
                    <a:cubicBezTo>
                      <a:pt x="1528" y="830"/>
                      <a:pt x="1624" y="429"/>
                      <a:pt x="17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3"/>
              <p:cNvSpPr/>
              <p:nvPr/>
            </p:nvSpPr>
            <p:spPr>
              <a:xfrm>
                <a:off x="5607148" y="3563169"/>
                <a:ext cx="35378" cy="202068"/>
              </a:xfrm>
              <a:custGeom>
                <a:avLst/>
                <a:gdLst/>
                <a:ahLst/>
                <a:cxnLst/>
                <a:rect l="l" t="t" r="r" b="b"/>
                <a:pathLst>
                  <a:path w="1668" h="9527" extrusionOk="0">
                    <a:moveTo>
                      <a:pt x="1668" y="1"/>
                    </a:moveTo>
                    <a:cubicBezTo>
                      <a:pt x="1223" y="699"/>
                      <a:pt x="908" y="1459"/>
                      <a:pt x="638" y="2245"/>
                    </a:cubicBezTo>
                    <a:cubicBezTo>
                      <a:pt x="393" y="3022"/>
                      <a:pt x="218" y="3825"/>
                      <a:pt x="122" y="4646"/>
                    </a:cubicBezTo>
                    <a:cubicBezTo>
                      <a:pt x="35" y="5467"/>
                      <a:pt x="0" y="6296"/>
                      <a:pt x="70" y="7108"/>
                    </a:cubicBezTo>
                    <a:cubicBezTo>
                      <a:pt x="105" y="7527"/>
                      <a:pt x="157" y="7929"/>
                      <a:pt x="210" y="8322"/>
                    </a:cubicBezTo>
                    <a:cubicBezTo>
                      <a:pt x="280" y="8715"/>
                      <a:pt x="323" y="9108"/>
                      <a:pt x="332" y="9527"/>
                    </a:cubicBezTo>
                    <a:cubicBezTo>
                      <a:pt x="524" y="9160"/>
                      <a:pt x="638" y="8741"/>
                      <a:pt x="699" y="8331"/>
                    </a:cubicBezTo>
                    <a:cubicBezTo>
                      <a:pt x="769" y="7920"/>
                      <a:pt x="803" y="7519"/>
                      <a:pt x="847" y="7126"/>
                    </a:cubicBezTo>
                    <a:cubicBezTo>
                      <a:pt x="926" y="6322"/>
                      <a:pt x="1013" y="5554"/>
                      <a:pt x="1109" y="4768"/>
                    </a:cubicBezTo>
                    <a:cubicBezTo>
                      <a:pt x="1196" y="3982"/>
                      <a:pt x="1301" y="3196"/>
                      <a:pt x="1397" y="2411"/>
                    </a:cubicBezTo>
                    <a:cubicBezTo>
                      <a:pt x="1493" y="1616"/>
                      <a:pt x="1607" y="830"/>
                      <a:pt x="16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3"/>
              <p:cNvSpPr/>
              <p:nvPr/>
            </p:nvSpPr>
            <p:spPr>
              <a:xfrm>
                <a:off x="5729940" y="3637260"/>
                <a:ext cx="26322" cy="238549"/>
              </a:xfrm>
              <a:custGeom>
                <a:avLst/>
                <a:gdLst/>
                <a:ahLst/>
                <a:cxnLst/>
                <a:rect l="l" t="t" r="r" b="b"/>
                <a:pathLst>
                  <a:path w="1241" h="11247" extrusionOk="0">
                    <a:moveTo>
                      <a:pt x="1188" y="0"/>
                    </a:moveTo>
                    <a:cubicBezTo>
                      <a:pt x="830" y="891"/>
                      <a:pt x="603" y="1808"/>
                      <a:pt x="428" y="2742"/>
                    </a:cubicBezTo>
                    <a:cubicBezTo>
                      <a:pt x="253" y="3685"/>
                      <a:pt x="131" y="4628"/>
                      <a:pt x="61" y="5571"/>
                    </a:cubicBezTo>
                    <a:cubicBezTo>
                      <a:pt x="9" y="6523"/>
                      <a:pt x="0" y="7475"/>
                      <a:pt x="53" y="8418"/>
                    </a:cubicBezTo>
                    <a:cubicBezTo>
                      <a:pt x="122" y="9369"/>
                      <a:pt x="227" y="10312"/>
                      <a:pt x="454" y="11247"/>
                    </a:cubicBezTo>
                    <a:cubicBezTo>
                      <a:pt x="629" y="10304"/>
                      <a:pt x="734" y="9369"/>
                      <a:pt x="830" y="8435"/>
                    </a:cubicBezTo>
                    <a:cubicBezTo>
                      <a:pt x="917" y="7510"/>
                      <a:pt x="978" y="6567"/>
                      <a:pt x="1048" y="5641"/>
                    </a:cubicBezTo>
                    <a:cubicBezTo>
                      <a:pt x="1100" y="4698"/>
                      <a:pt x="1153" y="3772"/>
                      <a:pt x="1188" y="2838"/>
                    </a:cubicBezTo>
                    <a:cubicBezTo>
                      <a:pt x="1214" y="1895"/>
                      <a:pt x="1240" y="961"/>
                      <a:pt x="11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3"/>
              <p:cNvSpPr/>
              <p:nvPr/>
            </p:nvSpPr>
            <p:spPr>
              <a:xfrm>
                <a:off x="5836611" y="3735594"/>
                <a:ext cx="21507" cy="193923"/>
              </a:xfrm>
              <a:custGeom>
                <a:avLst/>
                <a:gdLst/>
                <a:ahLst/>
                <a:cxnLst/>
                <a:rect l="l" t="t" r="r" b="b"/>
                <a:pathLst>
                  <a:path w="1014" h="9143" extrusionOk="0">
                    <a:moveTo>
                      <a:pt x="682" y="1"/>
                    </a:moveTo>
                    <a:cubicBezTo>
                      <a:pt x="437" y="752"/>
                      <a:pt x="306" y="1520"/>
                      <a:pt x="201" y="2271"/>
                    </a:cubicBezTo>
                    <a:cubicBezTo>
                      <a:pt x="97" y="3031"/>
                      <a:pt x="44" y="3799"/>
                      <a:pt x="27" y="4559"/>
                    </a:cubicBezTo>
                    <a:cubicBezTo>
                      <a:pt x="1" y="5327"/>
                      <a:pt x="9" y="6087"/>
                      <a:pt x="79" y="6855"/>
                    </a:cubicBezTo>
                    <a:cubicBezTo>
                      <a:pt x="140" y="7615"/>
                      <a:pt x="228" y="8383"/>
                      <a:pt x="437" y="9143"/>
                    </a:cubicBezTo>
                    <a:cubicBezTo>
                      <a:pt x="647" y="8383"/>
                      <a:pt x="751" y="7632"/>
                      <a:pt x="839" y="6864"/>
                    </a:cubicBezTo>
                    <a:cubicBezTo>
                      <a:pt x="926" y="6104"/>
                      <a:pt x="970" y="5345"/>
                      <a:pt x="996" y="4585"/>
                    </a:cubicBezTo>
                    <a:cubicBezTo>
                      <a:pt x="1013" y="3834"/>
                      <a:pt x="1005" y="3066"/>
                      <a:pt x="961" y="2306"/>
                    </a:cubicBezTo>
                    <a:cubicBezTo>
                      <a:pt x="917" y="1538"/>
                      <a:pt x="839" y="778"/>
                      <a:pt x="6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3"/>
              <p:cNvSpPr/>
              <p:nvPr/>
            </p:nvSpPr>
            <p:spPr>
              <a:xfrm>
                <a:off x="5861619" y="3585929"/>
                <a:ext cx="197062" cy="21104"/>
              </a:xfrm>
              <a:custGeom>
                <a:avLst/>
                <a:gdLst/>
                <a:ahLst/>
                <a:cxnLst/>
                <a:rect l="l" t="t" r="r" b="b"/>
                <a:pathLst>
                  <a:path w="9291" h="995" extrusionOk="0">
                    <a:moveTo>
                      <a:pt x="4833" y="1"/>
                    </a:moveTo>
                    <a:cubicBezTo>
                      <a:pt x="4768" y="1"/>
                      <a:pt x="4702" y="1"/>
                      <a:pt x="4637" y="2"/>
                    </a:cubicBezTo>
                    <a:cubicBezTo>
                      <a:pt x="3851" y="19"/>
                      <a:pt x="3065" y="80"/>
                      <a:pt x="2297" y="211"/>
                    </a:cubicBezTo>
                    <a:cubicBezTo>
                      <a:pt x="1520" y="342"/>
                      <a:pt x="742" y="517"/>
                      <a:pt x="0" y="822"/>
                    </a:cubicBezTo>
                    <a:cubicBezTo>
                      <a:pt x="795" y="936"/>
                      <a:pt x="1572" y="953"/>
                      <a:pt x="2349" y="988"/>
                    </a:cubicBezTo>
                    <a:cubicBezTo>
                      <a:pt x="2729" y="993"/>
                      <a:pt x="3113" y="995"/>
                      <a:pt x="3498" y="995"/>
                    </a:cubicBezTo>
                    <a:cubicBezTo>
                      <a:pt x="3884" y="995"/>
                      <a:pt x="4270" y="993"/>
                      <a:pt x="4654" y="988"/>
                    </a:cubicBezTo>
                    <a:cubicBezTo>
                      <a:pt x="5414" y="980"/>
                      <a:pt x="6182" y="953"/>
                      <a:pt x="6951" y="910"/>
                    </a:cubicBezTo>
                    <a:cubicBezTo>
                      <a:pt x="7728" y="866"/>
                      <a:pt x="8496" y="814"/>
                      <a:pt x="9291" y="683"/>
                    </a:cubicBezTo>
                    <a:cubicBezTo>
                      <a:pt x="8540" y="395"/>
                      <a:pt x="7763" y="246"/>
                      <a:pt x="6986" y="133"/>
                    </a:cubicBezTo>
                    <a:cubicBezTo>
                      <a:pt x="6273" y="45"/>
                      <a:pt x="5553" y="1"/>
                      <a:pt x="48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3"/>
              <p:cNvSpPr/>
              <p:nvPr/>
            </p:nvSpPr>
            <p:spPr>
              <a:xfrm>
                <a:off x="5929028" y="3665852"/>
                <a:ext cx="159287" cy="22546"/>
              </a:xfrm>
              <a:custGeom>
                <a:avLst/>
                <a:gdLst/>
                <a:ahLst/>
                <a:cxnLst/>
                <a:rect l="l" t="t" r="r" b="b"/>
                <a:pathLst>
                  <a:path w="7510" h="1063" extrusionOk="0">
                    <a:moveTo>
                      <a:pt x="4245" y="0"/>
                    </a:moveTo>
                    <a:cubicBezTo>
                      <a:pt x="4070" y="0"/>
                      <a:pt x="3895" y="5"/>
                      <a:pt x="3720" y="15"/>
                    </a:cubicBezTo>
                    <a:cubicBezTo>
                      <a:pt x="3074" y="49"/>
                      <a:pt x="2445" y="145"/>
                      <a:pt x="1825" y="294"/>
                    </a:cubicBezTo>
                    <a:cubicBezTo>
                      <a:pt x="1197" y="451"/>
                      <a:pt x="586" y="643"/>
                      <a:pt x="1" y="940"/>
                    </a:cubicBezTo>
                    <a:cubicBezTo>
                      <a:pt x="655" y="1054"/>
                      <a:pt x="1302" y="1062"/>
                      <a:pt x="1930" y="1062"/>
                    </a:cubicBezTo>
                    <a:cubicBezTo>
                      <a:pt x="2550" y="1062"/>
                      <a:pt x="3170" y="1027"/>
                      <a:pt x="3781" y="992"/>
                    </a:cubicBezTo>
                    <a:lnTo>
                      <a:pt x="5624" y="896"/>
                    </a:lnTo>
                    <a:cubicBezTo>
                      <a:pt x="6235" y="861"/>
                      <a:pt x="6855" y="844"/>
                      <a:pt x="7510" y="792"/>
                    </a:cubicBezTo>
                    <a:cubicBezTo>
                      <a:pt x="6942" y="442"/>
                      <a:pt x="6305" y="242"/>
                      <a:pt x="5667" y="119"/>
                    </a:cubicBezTo>
                    <a:cubicBezTo>
                      <a:pt x="5196" y="36"/>
                      <a:pt x="4719" y="0"/>
                      <a:pt x="4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3"/>
              <p:cNvSpPr/>
              <p:nvPr/>
            </p:nvSpPr>
            <p:spPr>
              <a:xfrm>
                <a:off x="6018667" y="3776532"/>
                <a:ext cx="132075" cy="22992"/>
              </a:xfrm>
              <a:custGeom>
                <a:avLst/>
                <a:gdLst/>
                <a:ahLst/>
                <a:cxnLst/>
                <a:rect l="l" t="t" r="r" b="b"/>
                <a:pathLst>
                  <a:path w="6227" h="1084" extrusionOk="0">
                    <a:moveTo>
                      <a:pt x="2545" y="1"/>
                    </a:moveTo>
                    <a:cubicBezTo>
                      <a:pt x="2221" y="1"/>
                      <a:pt x="1897" y="23"/>
                      <a:pt x="1572" y="70"/>
                    </a:cubicBezTo>
                    <a:cubicBezTo>
                      <a:pt x="1031" y="140"/>
                      <a:pt x="507" y="289"/>
                      <a:pt x="1" y="516"/>
                    </a:cubicBezTo>
                    <a:cubicBezTo>
                      <a:pt x="263" y="612"/>
                      <a:pt x="533" y="664"/>
                      <a:pt x="778" y="725"/>
                    </a:cubicBezTo>
                    <a:cubicBezTo>
                      <a:pt x="1048" y="769"/>
                      <a:pt x="1293" y="813"/>
                      <a:pt x="1555" y="839"/>
                    </a:cubicBezTo>
                    <a:cubicBezTo>
                      <a:pt x="2070" y="909"/>
                      <a:pt x="2576" y="961"/>
                      <a:pt x="3083" y="1005"/>
                    </a:cubicBezTo>
                    <a:cubicBezTo>
                      <a:pt x="3598" y="1048"/>
                      <a:pt x="4113" y="1075"/>
                      <a:pt x="4628" y="1083"/>
                    </a:cubicBezTo>
                    <a:cubicBezTo>
                      <a:pt x="5152" y="1083"/>
                      <a:pt x="5667" y="1083"/>
                      <a:pt x="6226" y="1005"/>
                    </a:cubicBezTo>
                    <a:cubicBezTo>
                      <a:pt x="5772" y="690"/>
                      <a:pt x="5266" y="481"/>
                      <a:pt x="4759" y="315"/>
                    </a:cubicBezTo>
                    <a:cubicBezTo>
                      <a:pt x="4244" y="166"/>
                      <a:pt x="3703" y="70"/>
                      <a:pt x="3170" y="27"/>
                    </a:cubicBezTo>
                    <a:cubicBezTo>
                      <a:pt x="2962" y="10"/>
                      <a:pt x="2754" y="1"/>
                      <a:pt x="25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3"/>
              <p:cNvSpPr/>
              <p:nvPr/>
            </p:nvSpPr>
            <p:spPr>
              <a:xfrm>
                <a:off x="6098675" y="3898284"/>
                <a:ext cx="75762" cy="27043"/>
              </a:xfrm>
              <a:custGeom>
                <a:avLst/>
                <a:gdLst/>
                <a:ahLst/>
                <a:cxnLst/>
                <a:rect l="l" t="t" r="r" b="b"/>
                <a:pathLst>
                  <a:path w="3572" h="1275" extrusionOk="0">
                    <a:moveTo>
                      <a:pt x="796" y="0"/>
                    </a:moveTo>
                    <a:cubicBezTo>
                      <a:pt x="541" y="0"/>
                      <a:pt x="282" y="29"/>
                      <a:pt x="1" y="111"/>
                    </a:cubicBezTo>
                    <a:cubicBezTo>
                      <a:pt x="228" y="408"/>
                      <a:pt x="507" y="591"/>
                      <a:pt x="787" y="731"/>
                    </a:cubicBezTo>
                    <a:cubicBezTo>
                      <a:pt x="1057" y="897"/>
                      <a:pt x="1354" y="1019"/>
                      <a:pt x="1651" y="1106"/>
                    </a:cubicBezTo>
                    <a:cubicBezTo>
                      <a:pt x="1939" y="1193"/>
                      <a:pt x="2245" y="1246"/>
                      <a:pt x="2568" y="1272"/>
                    </a:cubicBezTo>
                    <a:cubicBezTo>
                      <a:pt x="2622" y="1274"/>
                      <a:pt x="2678" y="1275"/>
                      <a:pt x="2733" y="1275"/>
                    </a:cubicBezTo>
                    <a:cubicBezTo>
                      <a:pt x="2996" y="1275"/>
                      <a:pt x="3269" y="1252"/>
                      <a:pt x="3572" y="1159"/>
                    </a:cubicBezTo>
                    <a:cubicBezTo>
                      <a:pt x="3327" y="879"/>
                      <a:pt x="3057" y="687"/>
                      <a:pt x="2786" y="530"/>
                    </a:cubicBezTo>
                    <a:cubicBezTo>
                      <a:pt x="2507" y="373"/>
                      <a:pt x="2218" y="250"/>
                      <a:pt x="1922" y="163"/>
                    </a:cubicBezTo>
                    <a:cubicBezTo>
                      <a:pt x="1625" y="76"/>
                      <a:pt x="1319" y="23"/>
                      <a:pt x="1005" y="6"/>
                    </a:cubicBezTo>
                    <a:cubicBezTo>
                      <a:pt x="935" y="2"/>
                      <a:pt x="866" y="0"/>
                      <a:pt x="7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3"/>
              <p:cNvSpPr/>
              <p:nvPr/>
            </p:nvSpPr>
            <p:spPr>
              <a:xfrm>
                <a:off x="5254873" y="3479470"/>
                <a:ext cx="965076" cy="650977"/>
              </a:xfrm>
              <a:custGeom>
                <a:avLst/>
                <a:gdLst/>
                <a:ahLst/>
                <a:cxnLst/>
                <a:rect l="l" t="t" r="r" b="b"/>
                <a:pathLst>
                  <a:path w="45501" h="30692" extrusionOk="0">
                    <a:moveTo>
                      <a:pt x="1" y="0"/>
                    </a:moveTo>
                    <a:cubicBezTo>
                      <a:pt x="71" y="2978"/>
                      <a:pt x="542" y="6147"/>
                      <a:pt x="2472" y="8417"/>
                    </a:cubicBezTo>
                    <a:cubicBezTo>
                      <a:pt x="3520" y="9648"/>
                      <a:pt x="4934" y="10513"/>
                      <a:pt x="6305" y="11351"/>
                    </a:cubicBezTo>
                    <a:cubicBezTo>
                      <a:pt x="8627" y="12774"/>
                      <a:pt x="10976" y="14215"/>
                      <a:pt x="13552" y="15071"/>
                    </a:cubicBezTo>
                    <a:cubicBezTo>
                      <a:pt x="16294" y="16005"/>
                      <a:pt x="19210" y="16250"/>
                      <a:pt x="22030" y="16817"/>
                    </a:cubicBezTo>
                    <a:cubicBezTo>
                      <a:pt x="25017" y="17411"/>
                      <a:pt x="27915" y="18345"/>
                      <a:pt x="30692" y="19603"/>
                    </a:cubicBezTo>
                    <a:cubicBezTo>
                      <a:pt x="33460" y="20860"/>
                      <a:pt x="36272" y="22641"/>
                      <a:pt x="37433" y="25444"/>
                    </a:cubicBezTo>
                    <a:lnTo>
                      <a:pt x="45501" y="30692"/>
                    </a:lnTo>
                    <a:cubicBezTo>
                      <a:pt x="44488" y="24405"/>
                      <a:pt x="39441" y="19445"/>
                      <a:pt x="33818" y="16459"/>
                    </a:cubicBezTo>
                    <a:cubicBezTo>
                      <a:pt x="28186" y="13490"/>
                      <a:pt x="21891" y="12102"/>
                      <a:pt x="15866" y="10068"/>
                    </a:cubicBezTo>
                    <a:cubicBezTo>
                      <a:pt x="9841" y="8024"/>
                      <a:pt x="3781" y="5108"/>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3"/>
              <p:cNvSpPr/>
              <p:nvPr/>
            </p:nvSpPr>
            <p:spPr>
              <a:xfrm>
                <a:off x="5200805" y="3517990"/>
                <a:ext cx="1026925" cy="626162"/>
              </a:xfrm>
              <a:custGeom>
                <a:avLst/>
                <a:gdLst/>
                <a:ahLst/>
                <a:cxnLst/>
                <a:rect l="l" t="t" r="r" b="b"/>
                <a:pathLst>
                  <a:path w="48417" h="29522" extrusionOk="0">
                    <a:moveTo>
                      <a:pt x="9806" y="24894"/>
                    </a:moveTo>
                    <a:cubicBezTo>
                      <a:pt x="9806" y="24894"/>
                      <a:pt x="9806" y="24894"/>
                      <a:pt x="9806" y="24894"/>
                    </a:cubicBezTo>
                    <a:cubicBezTo>
                      <a:pt x="9806" y="24894"/>
                      <a:pt x="9806" y="24894"/>
                      <a:pt x="9806" y="24894"/>
                    </a:cubicBezTo>
                    <a:close/>
                    <a:moveTo>
                      <a:pt x="725" y="0"/>
                    </a:moveTo>
                    <a:lnTo>
                      <a:pt x="725" y="0"/>
                    </a:lnTo>
                    <a:cubicBezTo>
                      <a:pt x="0" y="7038"/>
                      <a:pt x="1650" y="14294"/>
                      <a:pt x="5361" y="20336"/>
                    </a:cubicBezTo>
                    <a:cubicBezTo>
                      <a:pt x="5606" y="20729"/>
                      <a:pt x="5876" y="21131"/>
                      <a:pt x="6304" y="21305"/>
                    </a:cubicBezTo>
                    <a:cubicBezTo>
                      <a:pt x="6476" y="21376"/>
                      <a:pt x="6657" y="21402"/>
                      <a:pt x="6842" y="21402"/>
                    </a:cubicBezTo>
                    <a:cubicBezTo>
                      <a:pt x="7091" y="21402"/>
                      <a:pt x="7347" y="21355"/>
                      <a:pt x="7597" y="21305"/>
                    </a:cubicBezTo>
                    <a:cubicBezTo>
                      <a:pt x="11063" y="20616"/>
                      <a:pt x="14521" y="19926"/>
                      <a:pt x="17987" y="19245"/>
                    </a:cubicBezTo>
                    <a:lnTo>
                      <a:pt x="17987" y="19245"/>
                    </a:lnTo>
                    <a:cubicBezTo>
                      <a:pt x="15796" y="21777"/>
                      <a:pt x="12949" y="23741"/>
                      <a:pt x="9806" y="24894"/>
                    </a:cubicBezTo>
                    <a:lnTo>
                      <a:pt x="9806" y="24894"/>
                    </a:lnTo>
                    <a:cubicBezTo>
                      <a:pt x="9813" y="24891"/>
                      <a:pt x="9822" y="24890"/>
                      <a:pt x="9833" y="24890"/>
                    </a:cubicBezTo>
                    <a:cubicBezTo>
                      <a:pt x="10173" y="24890"/>
                      <a:pt x="12228" y="26191"/>
                      <a:pt x="12635" y="26335"/>
                    </a:cubicBezTo>
                    <a:cubicBezTo>
                      <a:pt x="13656" y="26710"/>
                      <a:pt x="14739" y="26955"/>
                      <a:pt x="15822" y="27129"/>
                    </a:cubicBezTo>
                    <a:cubicBezTo>
                      <a:pt x="17617" y="27409"/>
                      <a:pt x="19446" y="27459"/>
                      <a:pt x="21268" y="27459"/>
                    </a:cubicBezTo>
                    <a:cubicBezTo>
                      <a:pt x="21723" y="27459"/>
                      <a:pt x="22178" y="27456"/>
                      <a:pt x="22632" y="27452"/>
                    </a:cubicBezTo>
                    <a:cubicBezTo>
                      <a:pt x="23605" y="27441"/>
                      <a:pt x="24578" y="27424"/>
                      <a:pt x="25550" y="27424"/>
                    </a:cubicBezTo>
                    <a:cubicBezTo>
                      <a:pt x="26890" y="27424"/>
                      <a:pt x="28229" y="27457"/>
                      <a:pt x="29565" y="27583"/>
                    </a:cubicBezTo>
                    <a:cubicBezTo>
                      <a:pt x="31425" y="27758"/>
                      <a:pt x="34367" y="27906"/>
                      <a:pt x="35564" y="29522"/>
                    </a:cubicBezTo>
                    <a:lnTo>
                      <a:pt x="48041" y="29522"/>
                    </a:lnTo>
                    <a:cubicBezTo>
                      <a:pt x="48417" y="25811"/>
                      <a:pt x="45483" y="23104"/>
                      <a:pt x="42951" y="20843"/>
                    </a:cubicBezTo>
                    <a:cubicBezTo>
                      <a:pt x="40934" y="19053"/>
                      <a:pt x="38777" y="17245"/>
                      <a:pt x="36446" y="15935"/>
                    </a:cubicBezTo>
                    <a:cubicBezTo>
                      <a:pt x="31486" y="13141"/>
                      <a:pt x="25959" y="11517"/>
                      <a:pt x="20423" y="10181"/>
                    </a:cubicBezTo>
                    <a:cubicBezTo>
                      <a:pt x="13028" y="8400"/>
                      <a:pt x="4654" y="6514"/>
                      <a:pt x="7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3"/>
              <p:cNvSpPr/>
              <p:nvPr/>
            </p:nvSpPr>
            <p:spPr>
              <a:xfrm>
                <a:off x="5287114" y="3672449"/>
                <a:ext cx="795799" cy="465050"/>
              </a:xfrm>
              <a:custGeom>
                <a:avLst/>
                <a:gdLst/>
                <a:ahLst/>
                <a:cxnLst/>
                <a:rect l="l" t="t" r="r" b="b"/>
                <a:pathLst>
                  <a:path w="37520" h="21926" extrusionOk="0">
                    <a:moveTo>
                      <a:pt x="0" y="0"/>
                    </a:moveTo>
                    <a:lnTo>
                      <a:pt x="445" y="559"/>
                    </a:lnTo>
                    <a:cubicBezTo>
                      <a:pt x="585" y="751"/>
                      <a:pt x="733" y="926"/>
                      <a:pt x="891" y="1101"/>
                    </a:cubicBezTo>
                    <a:cubicBezTo>
                      <a:pt x="1039" y="1284"/>
                      <a:pt x="1196" y="1450"/>
                      <a:pt x="1362" y="1624"/>
                    </a:cubicBezTo>
                    <a:cubicBezTo>
                      <a:pt x="1511" y="1799"/>
                      <a:pt x="1676" y="1974"/>
                      <a:pt x="1842" y="2131"/>
                    </a:cubicBezTo>
                    <a:cubicBezTo>
                      <a:pt x="2497" y="2812"/>
                      <a:pt x="3204" y="3432"/>
                      <a:pt x="3947" y="4008"/>
                    </a:cubicBezTo>
                    <a:cubicBezTo>
                      <a:pt x="4689" y="4593"/>
                      <a:pt x="5466" y="5126"/>
                      <a:pt x="6269" y="5615"/>
                    </a:cubicBezTo>
                    <a:cubicBezTo>
                      <a:pt x="7081" y="6095"/>
                      <a:pt x="7920" y="6523"/>
                      <a:pt x="8784" y="6916"/>
                    </a:cubicBezTo>
                    <a:cubicBezTo>
                      <a:pt x="9203" y="7108"/>
                      <a:pt x="9657" y="7283"/>
                      <a:pt x="10094" y="7457"/>
                    </a:cubicBezTo>
                    <a:cubicBezTo>
                      <a:pt x="10530" y="7614"/>
                      <a:pt x="10976" y="7780"/>
                      <a:pt x="11430" y="7911"/>
                    </a:cubicBezTo>
                    <a:cubicBezTo>
                      <a:pt x="12338" y="8182"/>
                      <a:pt x="13246" y="8409"/>
                      <a:pt x="14154" y="8636"/>
                    </a:cubicBezTo>
                    <a:cubicBezTo>
                      <a:pt x="15953" y="9090"/>
                      <a:pt x="17734" y="9570"/>
                      <a:pt x="19498" y="10120"/>
                    </a:cubicBezTo>
                    <a:cubicBezTo>
                      <a:pt x="20379" y="10400"/>
                      <a:pt x="21253" y="10688"/>
                      <a:pt x="22126" y="11011"/>
                    </a:cubicBezTo>
                    <a:cubicBezTo>
                      <a:pt x="22999" y="11317"/>
                      <a:pt x="23863" y="11640"/>
                      <a:pt x="24728" y="11980"/>
                    </a:cubicBezTo>
                    <a:cubicBezTo>
                      <a:pt x="25583" y="12321"/>
                      <a:pt x="26430" y="12679"/>
                      <a:pt x="27269" y="13063"/>
                    </a:cubicBezTo>
                    <a:cubicBezTo>
                      <a:pt x="27696" y="13246"/>
                      <a:pt x="28098" y="13456"/>
                      <a:pt x="28517" y="13657"/>
                    </a:cubicBezTo>
                    <a:cubicBezTo>
                      <a:pt x="28928" y="13866"/>
                      <a:pt x="29338" y="14084"/>
                      <a:pt x="29740" y="14303"/>
                    </a:cubicBezTo>
                    <a:cubicBezTo>
                      <a:pt x="30534" y="14748"/>
                      <a:pt x="31320" y="15246"/>
                      <a:pt x="32062" y="15778"/>
                    </a:cubicBezTo>
                    <a:cubicBezTo>
                      <a:pt x="32813" y="16311"/>
                      <a:pt x="33520" y="16887"/>
                      <a:pt x="34193" y="17525"/>
                    </a:cubicBezTo>
                    <a:cubicBezTo>
                      <a:pt x="35537" y="18782"/>
                      <a:pt x="36681" y="20249"/>
                      <a:pt x="37519" y="21925"/>
                    </a:cubicBezTo>
                    <a:cubicBezTo>
                      <a:pt x="36873" y="20162"/>
                      <a:pt x="35817" y="18564"/>
                      <a:pt x="34542" y="17175"/>
                    </a:cubicBezTo>
                    <a:cubicBezTo>
                      <a:pt x="33896" y="16486"/>
                      <a:pt x="33197" y="15840"/>
                      <a:pt x="32455" y="15255"/>
                    </a:cubicBezTo>
                    <a:cubicBezTo>
                      <a:pt x="32097" y="14958"/>
                      <a:pt x="31713" y="14687"/>
                      <a:pt x="31320" y="14416"/>
                    </a:cubicBezTo>
                    <a:cubicBezTo>
                      <a:pt x="30927" y="14137"/>
                      <a:pt x="30534" y="13892"/>
                      <a:pt x="30133" y="13639"/>
                    </a:cubicBezTo>
                    <a:cubicBezTo>
                      <a:pt x="29321" y="13150"/>
                      <a:pt x="28509" y="12687"/>
                      <a:pt x="27653" y="12277"/>
                    </a:cubicBezTo>
                    <a:cubicBezTo>
                      <a:pt x="26815" y="11858"/>
                      <a:pt x="25950" y="11465"/>
                      <a:pt x="25086" y="11107"/>
                    </a:cubicBezTo>
                    <a:cubicBezTo>
                      <a:pt x="24230" y="10749"/>
                      <a:pt x="23357" y="10408"/>
                      <a:pt x="22466" y="10077"/>
                    </a:cubicBezTo>
                    <a:cubicBezTo>
                      <a:pt x="21584" y="9762"/>
                      <a:pt x="20703" y="9457"/>
                      <a:pt x="19803" y="9177"/>
                    </a:cubicBezTo>
                    <a:cubicBezTo>
                      <a:pt x="18913" y="8889"/>
                      <a:pt x="18004" y="8627"/>
                      <a:pt x="17096" y="8391"/>
                    </a:cubicBezTo>
                    <a:cubicBezTo>
                      <a:pt x="16197" y="8147"/>
                      <a:pt x="15280" y="7920"/>
                      <a:pt x="14372" y="7719"/>
                    </a:cubicBezTo>
                    <a:cubicBezTo>
                      <a:pt x="13464" y="7518"/>
                      <a:pt x="12556" y="7309"/>
                      <a:pt x="11674" y="7064"/>
                    </a:cubicBezTo>
                    <a:cubicBezTo>
                      <a:pt x="10801" y="6820"/>
                      <a:pt x="9928" y="6532"/>
                      <a:pt x="9081" y="6191"/>
                    </a:cubicBezTo>
                    <a:cubicBezTo>
                      <a:pt x="8225" y="5859"/>
                      <a:pt x="7396" y="5466"/>
                      <a:pt x="6575" y="5039"/>
                    </a:cubicBezTo>
                    <a:cubicBezTo>
                      <a:pt x="5772" y="4611"/>
                      <a:pt x="4986" y="4130"/>
                      <a:pt x="4217" y="3607"/>
                    </a:cubicBezTo>
                    <a:cubicBezTo>
                      <a:pt x="4034" y="3476"/>
                      <a:pt x="3842" y="3353"/>
                      <a:pt x="3650" y="3214"/>
                    </a:cubicBezTo>
                    <a:lnTo>
                      <a:pt x="3100" y="2803"/>
                    </a:lnTo>
                    <a:lnTo>
                      <a:pt x="2550" y="2367"/>
                    </a:lnTo>
                    <a:cubicBezTo>
                      <a:pt x="2366" y="2227"/>
                      <a:pt x="2192" y="2070"/>
                      <a:pt x="2017" y="1921"/>
                    </a:cubicBezTo>
                    <a:cubicBezTo>
                      <a:pt x="1318" y="1310"/>
                      <a:pt x="637" y="67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3"/>
              <p:cNvSpPr/>
              <p:nvPr/>
            </p:nvSpPr>
            <p:spPr>
              <a:xfrm>
                <a:off x="5560293" y="3929506"/>
                <a:ext cx="129657" cy="126709"/>
              </a:xfrm>
              <a:custGeom>
                <a:avLst/>
                <a:gdLst/>
                <a:ahLst/>
                <a:cxnLst/>
                <a:rect l="l" t="t" r="r" b="b"/>
                <a:pathLst>
                  <a:path w="6113" h="5974" extrusionOk="0">
                    <a:moveTo>
                      <a:pt x="6112" y="1"/>
                    </a:moveTo>
                    <a:lnTo>
                      <a:pt x="6112" y="1"/>
                    </a:lnTo>
                    <a:cubicBezTo>
                      <a:pt x="5562" y="516"/>
                      <a:pt x="5073" y="1040"/>
                      <a:pt x="4584" y="1546"/>
                    </a:cubicBezTo>
                    <a:cubicBezTo>
                      <a:pt x="4086" y="2053"/>
                      <a:pt x="3597" y="2550"/>
                      <a:pt x="3100" y="3039"/>
                    </a:cubicBezTo>
                    <a:cubicBezTo>
                      <a:pt x="2593" y="3528"/>
                      <a:pt x="2078" y="4009"/>
                      <a:pt x="1572" y="4489"/>
                    </a:cubicBezTo>
                    <a:cubicBezTo>
                      <a:pt x="1057" y="4969"/>
                      <a:pt x="524" y="5441"/>
                      <a:pt x="0" y="5973"/>
                    </a:cubicBezTo>
                    <a:cubicBezTo>
                      <a:pt x="725" y="5799"/>
                      <a:pt x="1406" y="5484"/>
                      <a:pt x="2052" y="5100"/>
                    </a:cubicBezTo>
                    <a:cubicBezTo>
                      <a:pt x="2681" y="4716"/>
                      <a:pt x="3257" y="4253"/>
                      <a:pt x="3798" y="3738"/>
                    </a:cubicBezTo>
                    <a:cubicBezTo>
                      <a:pt x="4322" y="3223"/>
                      <a:pt x="4785" y="2647"/>
                      <a:pt x="5195" y="2027"/>
                    </a:cubicBezTo>
                    <a:cubicBezTo>
                      <a:pt x="5588" y="1398"/>
                      <a:pt x="5920" y="726"/>
                      <a:pt x="61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3"/>
              <p:cNvSpPr/>
              <p:nvPr/>
            </p:nvSpPr>
            <p:spPr>
              <a:xfrm>
                <a:off x="5687518" y="3955447"/>
                <a:ext cx="108171" cy="112434"/>
              </a:xfrm>
              <a:custGeom>
                <a:avLst/>
                <a:gdLst/>
                <a:ahLst/>
                <a:cxnLst/>
                <a:rect l="l" t="t" r="r" b="b"/>
                <a:pathLst>
                  <a:path w="5100" h="5301" extrusionOk="0">
                    <a:moveTo>
                      <a:pt x="5100" y="0"/>
                    </a:moveTo>
                    <a:lnTo>
                      <a:pt x="5100" y="0"/>
                    </a:lnTo>
                    <a:cubicBezTo>
                      <a:pt x="4593" y="419"/>
                      <a:pt x="4157" y="856"/>
                      <a:pt x="3738" y="1275"/>
                    </a:cubicBezTo>
                    <a:cubicBezTo>
                      <a:pt x="3310" y="1712"/>
                      <a:pt x="2891" y="2140"/>
                      <a:pt x="2480" y="2576"/>
                    </a:cubicBezTo>
                    <a:cubicBezTo>
                      <a:pt x="2061" y="3013"/>
                      <a:pt x="1651" y="3441"/>
                      <a:pt x="1232" y="3886"/>
                    </a:cubicBezTo>
                    <a:cubicBezTo>
                      <a:pt x="821" y="4340"/>
                      <a:pt x="394" y="4785"/>
                      <a:pt x="1" y="5300"/>
                    </a:cubicBezTo>
                    <a:cubicBezTo>
                      <a:pt x="638" y="5126"/>
                      <a:pt x="1188" y="4820"/>
                      <a:pt x="1738" y="4480"/>
                    </a:cubicBezTo>
                    <a:cubicBezTo>
                      <a:pt x="2262" y="4130"/>
                      <a:pt x="2751" y="3720"/>
                      <a:pt x="3188" y="3266"/>
                    </a:cubicBezTo>
                    <a:cubicBezTo>
                      <a:pt x="3624" y="2803"/>
                      <a:pt x="4017" y="2305"/>
                      <a:pt x="4349" y="1755"/>
                    </a:cubicBezTo>
                    <a:cubicBezTo>
                      <a:pt x="4672" y="1214"/>
                      <a:pt x="4943" y="638"/>
                      <a:pt x="5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3"/>
              <p:cNvSpPr/>
              <p:nvPr/>
            </p:nvSpPr>
            <p:spPr>
              <a:xfrm>
                <a:off x="5319694" y="3866467"/>
                <a:ext cx="157251" cy="23204"/>
              </a:xfrm>
              <a:custGeom>
                <a:avLst/>
                <a:gdLst/>
                <a:ahLst/>
                <a:cxnLst/>
                <a:rect l="l" t="t" r="r" b="b"/>
                <a:pathLst>
                  <a:path w="7414" h="1094" extrusionOk="0">
                    <a:moveTo>
                      <a:pt x="5971" y="0"/>
                    </a:moveTo>
                    <a:cubicBezTo>
                      <a:pt x="5821" y="0"/>
                      <a:pt x="5670" y="2"/>
                      <a:pt x="5519" y="4"/>
                    </a:cubicBezTo>
                    <a:cubicBezTo>
                      <a:pt x="4908" y="22"/>
                      <a:pt x="4297" y="48"/>
                      <a:pt x="3685" y="91"/>
                    </a:cubicBezTo>
                    <a:cubicBezTo>
                      <a:pt x="3074" y="153"/>
                      <a:pt x="2463" y="205"/>
                      <a:pt x="1852" y="284"/>
                    </a:cubicBezTo>
                    <a:cubicBezTo>
                      <a:pt x="1241" y="353"/>
                      <a:pt x="629" y="441"/>
                      <a:pt x="1" y="615"/>
                    </a:cubicBezTo>
                    <a:cubicBezTo>
                      <a:pt x="612" y="860"/>
                      <a:pt x="1232" y="982"/>
                      <a:pt x="1878" y="1034"/>
                    </a:cubicBezTo>
                    <a:cubicBezTo>
                      <a:pt x="2264" y="1072"/>
                      <a:pt x="2657" y="1094"/>
                      <a:pt x="3050" y="1094"/>
                    </a:cubicBezTo>
                    <a:cubicBezTo>
                      <a:pt x="3288" y="1094"/>
                      <a:pt x="3527" y="1086"/>
                      <a:pt x="3764" y="1069"/>
                    </a:cubicBezTo>
                    <a:cubicBezTo>
                      <a:pt x="4384" y="1026"/>
                      <a:pt x="5021" y="921"/>
                      <a:pt x="5633" y="772"/>
                    </a:cubicBezTo>
                    <a:cubicBezTo>
                      <a:pt x="6244" y="615"/>
                      <a:pt x="6846" y="414"/>
                      <a:pt x="7414" y="83"/>
                    </a:cubicBezTo>
                    <a:cubicBezTo>
                      <a:pt x="6923" y="16"/>
                      <a:pt x="6447" y="0"/>
                      <a:pt x="59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3"/>
              <p:cNvSpPr/>
              <p:nvPr/>
            </p:nvSpPr>
            <p:spPr>
              <a:xfrm>
                <a:off x="5279329" y="3784995"/>
                <a:ext cx="77056" cy="21040"/>
              </a:xfrm>
              <a:custGeom>
                <a:avLst/>
                <a:gdLst/>
                <a:ahLst/>
                <a:cxnLst/>
                <a:rect l="l" t="t" r="r" b="b"/>
                <a:pathLst>
                  <a:path w="3633" h="992" extrusionOk="0">
                    <a:moveTo>
                      <a:pt x="1627" y="0"/>
                    </a:moveTo>
                    <a:cubicBezTo>
                      <a:pt x="1401" y="0"/>
                      <a:pt x="1180" y="13"/>
                      <a:pt x="943" y="47"/>
                    </a:cubicBezTo>
                    <a:cubicBezTo>
                      <a:pt x="646" y="91"/>
                      <a:pt x="341" y="143"/>
                      <a:pt x="0" y="300"/>
                    </a:cubicBezTo>
                    <a:cubicBezTo>
                      <a:pt x="262" y="553"/>
                      <a:pt x="568" y="702"/>
                      <a:pt x="865" y="824"/>
                    </a:cubicBezTo>
                    <a:cubicBezTo>
                      <a:pt x="1170" y="920"/>
                      <a:pt x="1485" y="981"/>
                      <a:pt x="1808" y="990"/>
                    </a:cubicBezTo>
                    <a:cubicBezTo>
                      <a:pt x="1837" y="991"/>
                      <a:pt x="1867" y="991"/>
                      <a:pt x="1897" y="991"/>
                    </a:cubicBezTo>
                    <a:cubicBezTo>
                      <a:pt x="2170" y="991"/>
                      <a:pt x="2467" y="955"/>
                      <a:pt x="2742" y="876"/>
                    </a:cubicBezTo>
                    <a:cubicBezTo>
                      <a:pt x="3056" y="789"/>
                      <a:pt x="3353" y="658"/>
                      <a:pt x="3633" y="422"/>
                    </a:cubicBezTo>
                    <a:cubicBezTo>
                      <a:pt x="3310" y="248"/>
                      <a:pt x="3004" y="169"/>
                      <a:pt x="2707" y="108"/>
                    </a:cubicBezTo>
                    <a:cubicBezTo>
                      <a:pt x="2401" y="38"/>
                      <a:pt x="2122" y="12"/>
                      <a:pt x="1825" y="3"/>
                    </a:cubicBezTo>
                    <a:cubicBezTo>
                      <a:pt x="1758" y="1"/>
                      <a:pt x="1693" y="0"/>
                      <a:pt x="1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3"/>
              <p:cNvSpPr/>
              <p:nvPr/>
            </p:nvSpPr>
            <p:spPr>
              <a:xfrm>
                <a:off x="5406193" y="3693745"/>
                <a:ext cx="32791" cy="61318"/>
              </a:xfrm>
              <a:custGeom>
                <a:avLst/>
                <a:gdLst/>
                <a:ahLst/>
                <a:cxnLst/>
                <a:rect l="l" t="t" r="r" b="b"/>
                <a:pathLst>
                  <a:path w="1546" h="2891" extrusionOk="0">
                    <a:moveTo>
                      <a:pt x="44" y="1"/>
                    </a:moveTo>
                    <a:lnTo>
                      <a:pt x="44" y="1"/>
                    </a:lnTo>
                    <a:cubicBezTo>
                      <a:pt x="0" y="332"/>
                      <a:pt x="44" y="620"/>
                      <a:pt x="105" y="891"/>
                    </a:cubicBezTo>
                    <a:cubicBezTo>
                      <a:pt x="158" y="1153"/>
                      <a:pt x="254" y="1398"/>
                      <a:pt x="367" y="1633"/>
                    </a:cubicBezTo>
                    <a:cubicBezTo>
                      <a:pt x="481" y="1860"/>
                      <a:pt x="612" y="2096"/>
                      <a:pt x="786" y="2297"/>
                    </a:cubicBezTo>
                    <a:cubicBezTo>
                      <a:pt x="961" y="2506"/>
                      <a:pt x="1162" y="2716"/>
                      <a:pt x="1441" y="2891"/>
                    </a:cubicBezTo>
                    <a:cubicBezTo>
                      <a:pt x="1546" y="2576"/>
                      <a:pt x="1528" y="2279"/>
                      <a:pt x="1502" y="1991"/>
                    </a:cubicBezTo>
                    <a:cubicBezTo>
                      <a:pt x="1459" y="1712"/>
                      <a:pt x="1371" y="1450"/>
                      <a:pt x="1249" y="1197"/>
                    </a:cubicBezTo>
                    <a:cubicBezTo>
                      <a:pt x="1127" y="944"/>
                      <a:pt x="978" y="717"/>
                      <a:pt x="777" y="507"/>
                    </a:cubicBezTo>
                    <a:cubicBezTo>
                      <a:pt x="585" y="315"/>
                      <a:pt x="367" y="114"/>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3"/>
              <p:cNvSpPr/>
              <p:nvPr/>
            </p:nvSpPr>
            <p:spPr>
              <a:xfrm>
                <a:off x="5487687" y="3724310"/>
                <a:ext cx="43162" cy="80025"/>
              </a:xfrm>
              <a:custGeom>
                <a:avLst/>
                <a:gdLst/>
                <a:ahLst/>
                <a:cxnLst/>
                <a:rect l="l" t="t" r="r" b="b"/>
                <a:pathLst>
                  <a:path w="2035" h="3773" extrusionOk="0">
                    <a:moveTo>
                      <a:pt x="0" y="0"/>
                    </a:moveTo>
                    <a:cubicBezTo>
                      <a:pt x="35" y="402"/>
                      <a:pt x="131" y="751"/>
                      <a:pt x="253" y="1092"/>
                    </a:cubicBezTo>
                    <a:cubicBezTo>
                      <a:pt x="376" y="1423"/>
                      <a:pt x="507" y="1747"/>
                      <a:pt x="673" y="2052"/>
                    </a:cubicBezTo>
                    <a:cubicBezTo>
                      <a:pt x="830" y="2358"/>
                      <a:pt x="1004" y="2663"/>
                      <a:pt x="1214" y="2943"/>
                    </a:cubicBezTo>
                    <a:cubicBezTo>
                      <a:pt x="1424" y="3231"/>
                      <a:pt x="1651" y="3510"/>
                      <a:pt x="1965" y="3772"/>
                    </a:cubicBezTo>
                    <a:cubicBezTo>
                      <a:pt x="2035" y="3371"/>
                      <a:pt x="1991" y="2986"/>
                      <a:pt x="1912" y="2628"/>
                    </a:cubicBezTo>
                    <a:cubicBezTo>
                      <a:pt x="1825" y="2270"/>
                      <a:pt x="1694" y="1930"/>
                      <a:pt x="1528" y="1598"/>
                    </a:cubicBezTo>
                    <a:cubicBezTo>
                      <a:pt x="1371" y="1275"/>
                      <a:pt x="1162" y="969"/>
                      <a:pt x="908" y="699"/>
                    </a:cubicBezTo>
                    <a:cubicBezTo>
                      <a:pt x="655" y="419"/>
                      <a:pt x="376" y="16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3"/>
              <p:cNvSpPr/>
              <p:nvPr/>
            </p:nvSpPr>
            <p:spPr>
              <a:xfrm>
                <a:off x="5638265" y="3759860"/>
                <a:ext cx="49080" cy="85964"/>
              </a:xfrm>
              <a:custGeom>
                <a:avLst/>
                <a:gdLst/>
                <a:ahLst/>
                <a:cxnLst/>
                <a:rect l="l" t="t" r="r" b="b"/>
                <a:pathLst>
                  <a:path w="2314" h="4053" extrusionOk="0">
                    <a:moveTo>
                      <a:pt x="0" y="1"/>
                    </a:moveTo>
                    <a:lnTo>
                      <a:pt x="0" y="1"/>
                    </a:lnTo>
                    <a:cubicBezTo>
                      <a:pt x="79" y="429"/>
                      <a:pt x="218" y="795"/>
                      <a:pt x="367" y="1145"/>
                    </a:cubicBezTo>
                    <a:cubicBezTo>
                      <a:pt x="515" y="1511"/>
                      <a:pt x="672" y="1843"/>
                      <a:pt x="856" y="2175"/>
                    </a:cubicBezTo>
                    <a:cubicBezTo>
                      <a:pt x="1039" y="2498"/>
                      <a:pt x="1240" y="2821"/>
                      <a:pt x="1458" y="3135"/>
                    </a:cubicBezTo>
                    <a:cubicBezTo>
                      <a:pt x="1694" y="3450"/>
                      <a:pt x="1930" y="3755"/>
                      <a:pt x="2261" y="4052"/>
                    </a:cubicBezTo>
                    <a:cubicBezTo>
                      <a:pt x="2314" y="3624"/>
                      <a:pt x="2261" y="3214"/>
                      <a:pt x="2157" y="2821"/>
                    </a:cubicBezTo>
                    <a:cubicBezTo>
                      <a:pt x="2061" y="2428"/>
                      <a:pt x="1912" y="2053"/>
                      <a:pt x="1711" y="1703"/>
                    </a:cubicBezTo>
                    <a:cubicBezTo>
                      <a:pt x="1511" y="1354"/>
                      <a:pt x="1284" y="1031"/>
                      <a:pt x="1004" y="734"/>
                    </a:cubicBezTo>
                    <a:cubicBezTo>
                      <a:pt x="716" y="446"/>
                      <a:pt x="402" y="18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3"/>
              <p:cNvSpPr/>
              <p:nvPr/>
            </p:nvSpPr>
            <p:spPr>
              <a:xfrm>
                <a:off x="5791792" y="3804318"/>
                <a:ext cx="30585" cy="90948"/>
              </a:xfrm>
              <a:custGeom>
                <a:avLst/>
                <a:gdLst/>
                <a:ahLst/>
                <a:cxnLst/>
                <a:rect l="l" t="t" r="r" b="b"/>
                <a:pathLst>
                  <a:path w="1442" h="4288" extrusionOk="0">
                    <a:moveTo>
                      <a:pt x="44" y="0"/>
                    </a:moveTo>
                    <a:lnTo>
                      <a:pt x="44" y="0"/>
                    </a:lnTo>
                    <a:cubicBezTo>
                      <a:pt x="0" y="419"/>
                      <a:pt x="27" y="795"/>
                      <a:pt x="70" y="1179"/>
                    </a:cubicBezTo>
                    <a:cubicBezTo>
                      <a:pt x="131" y="1537"/>
                      <a:pt x="201" y="1904"/>
                      <a:pt x="306" y="2253"/>
                    </a:cubicBezTo>
                    <a:cubicBezTo>
                      <a:pt x="402" y="2602"/>
                      <a:pt x="524" y="2952"/>
                      <a:pt x="673" y="3283"/>
                    </a:cubicBezTo>
                    <a:cubicBezTo>
                      <a:pt x="839" y="3624"/>
                      <a:pt x="1013" y="3964"/>
                      <a:pt x="1275" y="4288"/>
                    </a:cubicBezTo>
                    <a:cubicBezTo>
                      <a:pt x="1406" y="3886"/>
                      <a:pt x="1441" y="3493"/>
                      <a:pt x="1424" y="3109"/>
                    </a:cubicBezTo>
                    <a:cubicBezTo>
                      <a:pt x="1406" y="2716"/>
                      <a:pt x="1354" y="2349"/>
                      <a:pt x="1240" y="1974"/>
                    </a:cubicBezTo>
                    <a:cubicBezTo>
                      <a:pt x="1136" y="1607"/>
                      <a:pt x="987" y="1258"/>
                      <a:pt x="795" y="917"/>
                    </a:cubicBezTo>
                    <a:cubicBezTo>
                      <a:pt x="594" y="594"/>
                      <a:pt x="367" y="271"/>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3"/>
              <p:cNvSpPr/>
              <p:nvPr/>
            </p:nvSpPr>
            <p:spPr>
              <a:xfrm>
                <a:off x="5911614" y="3859700"/>
                <a:ext cx="25579" cy="83525"/>
              </a:xfrm>
              <a:custGeom>
                <a:avLst/>
                <a:gdLst/>
                <a:ahLst/>
                <a:cxnLst/>
                <a:rect l="l" t="t" r="r" b="b"/>
                <a:pathLst>
                  <a:path w="1206" h="3938" extrusionOk="0">
                    <a:moveTo>
                      <a:pt x="79" y="0"/>
                    </a:moveTo>
                    <a:cubicBezTo>
                      <a:pt x="1" y="384"/>
                      <a:pt x="10" y="716"/>
                      <a:pt x="10" y="1065"/>
                    </a:cubicBezTo>
                    <a:cubicBezTo>
                      <a:pt x="36" y="1406"/>
                      <a:pt x="79" y="1720"/>
                      <a:pt x="141" y="2035"/>
                    </a:cubicBezTo>
                    <a:cubicBezTo>
                      <a:pt x="202" y="2358"/>
                      <a:pt x="289" y="2663"/>
                      <a:pt x="394" y="2978"/>
                    </a:cubicBezTo>
                    <a:cubicBezTo>
                      <a:pt x="516" y="3292"/>
                      <a:pt x="638" y="3606"/>
                      <a:pt x="856" y="3938"/>
                    </a:cubicBezTo>
                    <a:cubicBezTo>
                      <a:pt x="1049" y="3597"/>
                      <a:pt x="1136" y="3239"/>
                      <a:pt x="1171" y="2890"/>
                    </a:cubicBezTo>
                    <a:cubicBezTo>
                      <a:pt x="1206" y="2541"/>
                      <a:pt x="1180" y="2183"/>
                      <a:pt x="1118" y="1842"/>
                    </a:cubicBezTo>
                    <a:cubicBezTo>
                      <a:pt x="1049" y="1493"/>
                      <a:pt x="926" y="1170"/>
                      <a:pt x="769" y="847"/>
                    </a:cubicBezTo>
                    <a:cubicBezTo>
                      <a:pt x="603" y="533"/>
                      <a:pt x="394" y="236"/>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3"/>
              <p:cNvSpPr/>
              <p:nvPr/>
            </p:nvSpPr>
            <p:spPr>
              <a:xfrm>
                <a:off x="6045520" y="3942848"/>
                <a:ext cx="20955" cy="97057"/>
              </a:xfrm>
              <a:custGeom>
                <a:avLst/>
                <a:gdLst/>
                <a:ahLst/>
                <a:cxnLst/>
                <a:rect l="l" t="t" r="r" b="b"/>
                <a:pathLst>
                  <a:path w="988" h="4576" extrusionOk="0">
                    <a:moveTo>
                      <a:pt x="289" y="1"/>
                    </a:moveTo>
                    <a:cubicBezTo>
                      <a:pt x="149" y="411"/>
                      <a:pt x="97" y="795"/>
                      <a:pt x="53" y="1162"/>
                    </a:cubicBezTo>
                    <a:cubicBezTo>
                      <a:pt x="9" y="1546"/>
                      <a:pt x="1" y="1913"/>
                      <a:pt x="1" y="2288"/>
                    </a:cubicBezTo>
                    <a:cubicBezTo>
                      <a:pt x="1" y="2655"/>
                      <a:pt x="27" y="3030"/>
                      <a:pt x="71" y="3415"/>
                    </a:cubicBezTo>
                    <a:cubicBezTo>
                      <a:pt x="132" y="3790"/>
                      <a:pt x="193" y="4174"/>
                      <a:pt x="350" y="4576"/>
                    </a:cubicBezTo>
                    <a:cubicBezTo>
                      <a:pt x="612" y="4218"/>
                      <a:pt x="752" y="3834"/>
                      <a:pt x="848" y="3458"/>
                    </a:cubicBezTo>
                    <a:cubicBezTo>
                      <a:pt x="944" y="3065"/>
                      <a:pt x="987" y="2672"/>
                      <a:pt x="979" y="2279"/>
                    </a:cubicBezTo>
                    <a:cubicBezTo>
                      <a:pt x="979" y="1869"/>
                      <a:pt x="926" y="1485"/>
                      <a:pt x="813" y="1101"/>
                    </a:cubicBezTo>
                    <a:cubicBezTo>
                      <a:pt x="708" y="717"/>
                      <a:pt x="551" y="350"/>
                      <a:pt x="2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1" name="Google Shape;621;p13"/>
            <p:cNvGrpSpPr/>
            <p:nvPr/>
          </p:nvGrpSpPr>
          <p:grpSpPr>
            <a:xfrm>
              <a:off x="-548300" y="2499338"/>
              <a:ext cx="1261525" cy="3056350"/>
              <a:chOff x="4683175" y="1971488"/>
              <a:chExt cx="1261525" cy="3056350"/>
            </a:xfrm>
          </p:grpSpPr>
          <p:sp>
            <p:nvSpPr>
              <p:cNvPr id="622" name="Google Shape;622;p13"/>
              <p:cNvSpPr/>
              <p:nvPr/>
            </p:nvSpPr>
            <p:spPr>
              <a:xfrm>
                <a:off x="5097050" y="4241038"/>
                <a:ext cx="87350" cy="87350"/>
              </a:xfrm>
              <a:custGeom>
                <a:avLst/>
                <a:gdLst/>
                <a:ahLst/>
                <a:cxnLst/>
                <a:rect l="l" t="t" r="r" b="b"/>
                <a:pathLst>
                  <a:path w="3494" h="3494" extrusionOk="0">
                    <a:moveTo>
                      <a:pt x="1747" y="1"/>
                    </a:moveTo>
                    <a:cubicBezTo>
                      <a:pt x="787" y="1"/>
                      <a:pt x="1" y="787"/>
                      <a:pt x="1" y="1747"/>
                    </a:cubicBezTo>
                    <a:cubicBezTo>
                      <a:pt x="1" y="2716"/>
                      <a:pt x="787" y="3494"/>
                      <a:pt x="1747" y="3494"/>
                    </a:cubicBezTo>
                    <a:cubicBezTo>
                      <a:pt x="2707" y="3494"/>
                      <a:pt x="3493" y="2716"/>
                      <a:pt x="3493" y="1747"/>
                    </a:cubicBezTo>
                    <a:cubicBezTo>
                      <a:pt x="3493" y="787"/>
                      <a:pt x="2707" y="1"/>
                      <a:pt x="17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3"/>
              <p:cNvSpPr/>
              <p:nvPr/>
            </p:nvSpPr>
            <p:spPr>
              <a:xfrm>
                <a:off x="5207075" y="4446463"/>
                <a:ext cx="32100" cy="32325"/>
              </a:xfrm>
              <a:custGeom>
                <a:avLst/>
                <a:gdLst/>
                <a:ahLst/>
                <a:cxnLst/>
                <a:rect l="l" t="t" r="r" b="b"/>
                <a:pathLst>
                  <a:path w="1284" h="1293" extrusionOk="0">
                    <a:moveTo>
                      <a:pt x="638" y="0"/>
                    </a:moveTo>
                    <a:cubicBezTo>
                      <a:pt x="280" y="0"/>
                      <a:pt x="0" y="289"/>
                      <a:pt x="0" y="647"/>
                    </a:cubicBezTo>
                    <a:cubicBezTo>
                      <a:pt x="0" y="996"/>
                      <a:pt x="280" y="1293"/>
                      <a:pt x="638" y="1293"/>
                    </a:cubicBezTo>
                    <a:cubicBezTo>
                      <a:pt x="1005" y="1293"/>
                      <a:pt x="1284" y="1013"/>
                      <a:pt x="1284" y="647"/>
                    </a:cubicBezTo>
                    <a:cubicBezTo>
                      <a:pt x="1284" y="297"/>
                      <a:pt x="1005" y="0"/>
                      <a:pt x="6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3"/>
              <p:cNvSpPr/>
              <p:nvPr/>
            </p:nvSpPr>
            <p:spPr>
              <a:xfrm>
                <a:off x="5021975" y="4535313"/>
                <a:ext cx="29050" cy="28850"/>
              </a:xfrm>
              <a:custGeom>
                <a:avLst/>
                <a:gdLst/>
                <a:ahLst/>
                <a:cxnLst/>
                <a:rect l="l" t="t" r="r" b="b"/>
                <a:pathLst>
                  <a:path w="1162" h="1154" extrusionOk="0">
                    <a:moveTo>
                      <a:pt x="585" y="0"/>
                    </a:moveTo>
                    <a:cubicBezTo>
                      <a:pt x="262" y="0"/>
                      <a:pt x="0" y="262"/>
                      <a:pt x="0" y="576"/>
                    </a:cubicBezTo>
                    <a:cubicBezTo>
                      <a:pt x="0" y="891"/>
                      <a:pt x="262" y="1153"/>
                      <a:pt x="585" y="1153"/>
                    </a:cubicBezTo>
                    <a:cubicBezTo>
                      <a:pt x="595" y="1153"/>
                      <a:pt x="605" y="1154"/>
                      <a:pt x="615" y="1154"/>
                    </a:cubicBezTo>
                    <a:cubicBezTo>
                      <a:pt x="916" y="1154"/>
                      <a:pt x="1161" y="898"/>
                      <a:pt x="1161" y="576"/>
                    </a:cubicBezTo>
                    <a:cubicBezTo>
                      <a:pt x="1161" y="262"/>
                      <a:pt x="899" y="0"/>
                      <a:pt x="5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13"/>
              <p:cNvSpPr/>
              <p:nvPr/>
            </p:nvSpPr>
            <p:spPr>
              <a:xfrm>
                <a:off x="5079375" y="4668788"/>
                <a:ext cx="91050" cy="84725"/>
              </a:xfrm>
              <a:custGeom>
                <a:avLst/>
                <a:gdLst/>
                <a:ahLst/>
                <a:cxnLst/>
                <a:rect l="l" t="t" r="r" b="b"/>
                <a:pathLst>
                  <a:path w="3642" h="3389" extrusionOk="0">
                    <a:moveTo>
                      <a:pt x="1817" y="1"/>
                    </a:moveTo>
                    <a:cubicBezTo>
                      <a:pt x="1728" y="1"/>
                      <a:pt x="1637" y="8"/>
                      <a:pt x="1546" y="22"/>
                    </a:cubicBezTo>
                    <a:cubicBezTo>
                      <a:pt x="620" y="180"/>
                      <a:pt x="0" y="1044"/>
                      <a:pt x="149" y="1969"/>
                    </a:cubicBezTo>
                    <a:cubicBezTo>
                      <a:pt x="283" y="2796"/>
                      <a:pt x="1005" y="3388"/>
                      <a:pt x="1818" y="3388"/>
                    </a:cubicBezTo>
                    <a:cubicBezTo>
                      <a:pt x="1907" y="3388"/>
                      <a:pt x="1997" y="3381"/>
                      <a:pt x="2087" y="3367"/>
                    </a:cubicBezTo>
                    <a:cubicBezTo>
                      <a:pt x="3013" y="3218"/>
                      <a:pt x="3642" y="2345"/>
                      <a:pt x="3493" y="1419"/>
                    </a:cubicBezTo>
                    <a:cubicBezTo>
                      <a:pt x="3351" y="593"/>
                      <a:pt x="2635" y="1"/>
                      <a:pt x="18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3"/>
              <p:cNvSpPr/>
              <p:nvPr/>
            </p:nvSpPr>
            <p:spPr>
              <a:xfrm>
                <a:off x="4921125" y="4404538"/>
                <a:ext cx="36475" cy="36700"/>
              </a:xfrm>
              <a:custGeom>
                <a:avLst/>
                <a:gdLst/>
                <a:ahLst/>
                <a:cxnLst/>
                <a:rect l="l" t="t" r="r" b="b"/>
                <a:pathLst>
                  <a:path w="1459" h="1468" extrusionOk="0">
                    <a:moveTo>
                      <a:pt x="734" y="1"/>
                    </a:moveTo>
                    <a:cubicBezTo>
                      <a:pt x="323" y="1"/>
                      <a:pt x="0" y="333"/>
                      <a:pt x="0" y="734"/>
                    </a:cubicBezTo>
                    <a:cubicBezTo>
                      <a:pt x="0" y="1136"/>
                      <a:pt x="323" y="1468"/>
                      <a:pt x="734" y="1468"/>
                    </a:cubicBezTo>
                    <a:cubicBezTo>
                      <a:pt x="1135" y="1450"/>
                      <a:pt x="1458" y="1136"/>
                      <a:pt x="1458" y="734"/>
                    </a:cubicBezTo>
                    <a:cubicBezTo>
                      <a:pt x="1458" y="333"/>
                      <a:pt x="1135" y="1"/>
                      <a:pt x="7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3"/>
              <p:cNvSpPr/>
              <p:nvPr/>
            </p:nvSpPr>
            <p:spPr>
              <a:xfrm>
                <a:off x="5450900" y="4720413"/>
                <a:ext cx="65525" cy="65525"/>
              </a:xfrm>
              <a:custGeom>
                <a:avLst/>
                <a:gdLst/>
                <a:ahLst/>
                <a:cxnLst/>
                <a:rect l="l" t="t" r="r" b="b"/>
                <a:pathLst>
                  <a:path w="2621" h="2621" extrusionOk="0">
                    <a:moveTo>
                      <a:pt x="1310" y="1"/>
                    </a:moveTo>
                    <a:cubicBezTo>
                      <a:pt x="586" y="1"/>
                      <a:pt x="1" y="594"/>
                      <a:pt x="1" y="1310"/>
                    </a:cubicBezTo>
                    <a:cubicBezTo>
                      <a:pt x="1" y="2035"/>
                      <a:pt x="586" y="2620"/>
                      <a:pt x="1310" y="2620"/>
                    </a:cubicBezTo>
                    <a:cubicBezTo>
                      <a:pt x="2035" y="2620"/>
                      <a:pt x="2620" y="2035"/>
                      <a:pt x="2620" y="1310"/>
                    </a:cubicBezTo>
                    <a:cubicBezTo>
                      <a:pt x="2620" y="594"/>
                      <a:pt x="2035" y="1"/>
                      <a:pt x="13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3"/>
              <p:cNvSpPr/>
              <p:nvPr/>
            </p:nvSpPr>
            <p:spPr>
              <a:xfrm>
                <a:off x="5002325" y="3956838"/>
                <a:ext cx="122250" cy="122275"/>
              </a:xfrm>
              <a:custGeom>
                <a:avLst/>
                <a:gdLst/>
                <a:ahLst/>
                <a:cxnLst/>
                <a:rect l="l" t="t" r="r" b="b"/>
                <a:pathLst>
                  <a:path w="4890" h="4891" extrusionOk="0">
                    <a:moveTo>
                      <a:pt x="2445" y="0"/>
                    </a:moveTo>
                    <a:cubicBezTo>
                      <a:pt x="1100" y="0"/>
                      <a:pt x="0" y="1092"/>
                      <a:pt x="0" y="2445"/>
                    </a:cubicBezTo>
                    <a:cubicBezTo>
                      <a:pt x="0" y="3790"/>
                      <a:pt x="1100" y="4890"/>
                      <a:pt x="2445" y="4890"/>
                    </a:cubicBezTo>
                    <a:cubicBezTo>
                      <a:pt x="3798" y="4890"/>
                      <a:pt x="4890" y="3790"/>
                      <a:pt x="4890" y="2445"/>
                    </a:cubicBezTo>
                    <a:cubicBezTo>
                      <a:pt x="4890" y="1092"/>
                      <a:pt x="3798" y="0"/>
                      <a:pt x="24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3"/>
              <p:cNvSpPr/>
              <p:nvPr/>
            </p:nvSpPr>
            <p:spPr>
              <a:xfrm>
                <a:off x="5007550" y="3756213"/>
                <a:ext cx="29075" cy="29075"/>
              </a:xfrm>
              <a:custGeom>
                <a:avLst/>
                <a:gdLst/>
                <a:ahLst/>
                <a:cxnLst/>
                <a:rect l="l" t="t" r="r" b="b"/>
                <a:pathLst>
                  <a:path w="1163" h="1163" extrusionOk="0">
                    <a:moveTo>
                      <a:pt x="577" y="1"/>
                    </a:moveTo>
                    <a:cubicBezTo>
                      <a:pt x="263" y="1"/>
                      <a:pt x="1" y="263"/>
                      <a:pt x="1" y="577"/>
                    </a:cubicBezTo>
                    <a:cubicBezTo>
                      <a:pt x="1" y="900"/>
                      <a:pt x="263" y="1162"/>
                      <a:pt x="577" y="1162"/>
                    </a:cubicBezTo>
                    <a:cubicBezTo>
                      <a:pt x="900" y="1162"/>
                      <a:pt x="1162" y="900"/>
                      <a:pt x="1162" y="577"/>
                    </a:cubicBezTo>
                    <a:cubicBezTo>
                      <a:pt x="1162" y="263"/>
                      <a:pt x="900" y="1"/>
                      <a:pt x="5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3"/>
              <p:cNvSpPr/>
              <p:nvPr/>
            </p:nvSpPr>
            <p:spPr>
              <a:xfrm>
                <a:off x="5022175" y="3590538"/>
                <a:ext cx="82550" cy="82550"/>
              </a:xfrm>
              <a:custGeom>
                <a:avLst/>
                <a:gdLst/>
                <a:ahLst/>
                <a:cxnLst/>
                <a:rect l="l" t="t" r="r" b="b"/>
                <a:pathLst>
                  <a:path w="3302" h="3302" extrusionOk="0">
                    <a:moveTo>
                      <a:pt x="1651" y="1"/>
                    </a:moveTo>
                    <a:cubicBezTo>
                      <a:pt x="743" y="1"/>
                      <a:pt x="1" y="743"/>
                      <a:pt x="1" y="1651"/>
                    </a:cubicBezTo>
                    <a:cubicBezTo>
                      <a:pt x="1" y="2559"/>
                      <a:pt x="743" y="3301"/>
                      <a:pt x="1651" y="3301"/>
                    </a:cubicBezTo>
                    <a:cubicBezTo>
                      <a:pt x="2559" y="3301"/>
                      <a:pt x="3301" y="2559"/>
                      <a:pt x="3301" y="1651"/>
                    </a:cubicBezTo>
                    <a:cubicBezTo>
                      <a:pt x="3301" y="743"/>
                      <a:pt x="2559" y="1"/>
                      <a:pt x="16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3"/>
              <p:cNvSpPr/>
              <p:nvPr/>
            </p:nvSpPr>
            <p:spPr>
              <a:xfrm>
                <a:off x="4905175" y="4808588"/>
                <a:ext cx="69225" cy="62800"/>
              </a:xfrm>
              <a:custGeom>
                <a:avLst/>
                <a:gdLst/>
                <a:ahLst/>
                <a:cxnLst/>
                <a:rect l="l" t="t" r="r" b="b"/>
                <a:pathLst>
                  <a:path w="2769" h="2512" extrusionOk="0">
                    <a:moveTo>
                      <a:pt x="1383" y="1"/>
                    </a:moveTo>
                    <a:cubicBezTo>
                      <a:pt x="1068" y="1"/>
                      <a:pt x="752" y="119"/>
                      <a:pt x="507" y="359"/>
                    </a:cubicBezTo>
                    <a:cubicBezTo>
                      <a:pt x="9" y="839"/>
                      <a:pt x="1" y="1634"/>
                      <a:pt x="490" y="2132"/>
                    </a:cubicBezTo>
                    <a:cubicBezTo>
                      <a:pt x="734" y="2385"/>
                      <a:pt x="1060" y="2512"/>
                      <a:pt x="1387" y="2512"/>
                    </a:cubicBezTo>
                    <a:cubicBezTo>
                      <a:pt x="1702" y="2512"/>
                      <a:pt x="2018" y="2394"/>
                      <a:pt x="2262" y="2158"/>
                    </a:cubicBezTo>
                    <a:cubicBezTo>
                      <a:pt x="2760" y="1669"/>
                      <a:pt x="2769" y="874"/>
                      <a:pt x="2280" y="377"/>
                    </a:cubicBezTo>
                    <a:cubicBezTo>
                      <a:pt x="2035" y="128"/>
                      <a:pt x="1709" y="1"/>
                      <a:pt x="13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3"/>
              <p:cNvSpPr/>
              <p:nvPr/>
            </p:nvSpPr>
            <p:spPr>
              <a:xfrm>
                <a:off x="5532550" y="4312638"/>
                <a:ext cx="27750" cy="27750"/>
              </a:xfrm>
              <a:custGeom>
                <a:avLst/>
                <a:gdLst/>
                <a:ahLst/>
                <a:cxnLst/>
                <a:rect l="l" t="t" r="r" b="b"/>
                <a:pathLst>
                  <a:path w="1110" h="1110" extrusionOk="0">
                    <a:moveTo>
                      <a:pt x="559" y="1"/>
                    </a:moveTo>
                    <a:cubicBezTo>
                      <a:pt x="253" y="1"/>
                      <a:pt x="0" y="245"/>
                      <a:pt x="0" y="551"/>
                    </a:cubicBezTo>
                    <a:cubicBezTo>
                      <a:pt x="0" y="865"/>
                      <a:pt x="253" y="1110"/>
                      <a:pt x="559" y="1110"/>
                    </a:cubicBezTo>
                    <a:cubicBezTo>
                      <a:pt x="865" y="1110"/>
                      <a:pt x="1109" y="865"/>
                      <a:pt x="1109" y="551"/>
                    </a:cubicBezTo>
                    <a:cubicBezTo>
                      <a:pt x="1109" y="245"/>
                      <a:pt x="865" y="1"/>
                      <a:pt x="5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3"/>
              <p:cNvSpPr/>
              <p:nvPr/>
            </p:nvSpPr>
            <p:spPr>
              <a:xfrm>
                <a:off x="5700400" y="4814488"/>
                <a:ext cx="26650" cy="26675"/>
              </a:xfrm>
              <a:custGeom>
                <a:avLst/>
                <a:gdLst/>
                <a:ahLst/>
                <a:cxnLst/>
                <a:rect l="l" t="t" r="r" b="b"/>
                <a:pathLst>
                  <a:path w="1066" h="1067" extrusionOk="0">
                    <a:moveTo>
                      <a:pt x="533" y="1"/>
                    </a:moveTo>
                    <a:cubicBezTo>
                      <a:pt x="236" y="1"/>
                      <a:pt x="1" y="237"/>
                      <a:pt x="1" y="533"/>
                    </a:cubicBezTo>
                    <a:cubicBezTo>
                      <a:pt x="1" y="830"/>
                      <a:pt x="236" y="1066"/>
                      <a:pt x="533" y="1066"/>
                    </a:cubicBezTo>
                    <a:cubicBezTo>
                      <a:pt x="830" y="1066"/>
                      <a:pt x="1066" y="830"/>
                      <a:pt x="1066" y="533"/>
                    </a:cubicBezTo>
                    <a:cubicBezTo>
                      <a:pt x="1066" y="237"/>
                      <a:pt x="830" y="1"/>
                      <a:pt x="5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3"/>
              <p:cNvSpPr/>
              <p:nvPr/>
            </p:nvSpPr>
            <p:spPr>
              <a:xfrm>
                <a:off x="4683175" y="2003563"/>
                <a:ext cx="1247775" cy="3024275"/>
              </a:xfrm>
              <a:custGeom>
                <a:avLst/>
                <a:gdLst/>
                <a:ahLst/>
                <a:cxnLst/>
                <a:rect l="l" t="t" r="r" b="b"/>
                <a:pathLst>
                  <a:path w="49911" h="120971" extrusionOk="0">
                    <a:moveTo>
                      <a:pt x="13517" y="1"/>
                    </a:moveTo>
                    <a:cubicBezTo>
                      <a:pt x="13535" y="1258"/>
                      <a:pt x="13587" y="2516"/>
                      <a:pt x="13639" y="3755"/>
                    </a:cubicBezTo>
                    <a:cubicBezTo>
                      <a:pt x="13674" y="5004"/>
                      <a:pt x="13718" y="6244"/>
                      <a:pt x="13779" y="7493"/>
                    </a:cubicBezTo>
                    <a:cubicBezTo>
                      <a:pt x="13814" y="8732"/>
                      <a:pt x="13858" y="9972"/>
                      <a:pt x="13901" y="11204"/>
                    </a:cubicBezTo>
                    <a:cubicBezTo>
                      <a:pt x="13928" y="12435"/>
                      <a:pt x="13971" y="13666"/>
                      <a:pt x="14015" y="14906"/>
                    </a:cubicBezTo>
                    <a:cubicBezTo>
                      <a:pt x="14032" y="16137"/>
                      <a:pt x="14058" y="17368"/>
                      <a:pt x="14085" y="18590"/>
                    </a:cubicBezTo>
                    <a:lnTo>
                      <a:pt x="14111" y="20433"/>
                    </a:lnTo>
                    <a:cubicBezTo>
                      <a:pt x="14120" y="21044"/>
                      <a:pt x="14128" y="21673"/>
                      <a:pt x="14146" y="22284"/>
                    </a:cubicBezTo>
                    <a:cubicBezTo>
                      <a:pt x="14146" y="23515"/>
                      <a:pt x="14155" y="24738"/>
                      <a:pt x="14163" y="25960"/>
                    </a:cubicBezTo>
                    <a:cubicBezTo>
                      <a:pt x="14163" y="27182"/>
                      <a:pt x="14155" y="28405"/>
                      <a:pt x="14155" y="29627"/>
                    </a:cubicBezTo>
                    <a:cubicBezTo>
                      <a:pt x="14111" y="34517"/>
                      <a:pt x="13989" y="39398"/>
                      <a:pt x="13770" y="44261"/>
                    </a:cubicBezTo>
                    <a:cubicBezTo>
                      <a:pt x="13543" y="49134"/>
                      <a:pt x="13212" y="53988"/>
                      <a:pt x="12792" y="58834"/>
                    </a:cubicBezTo>
                    <a:cubicBezTo>
                      <a:pt x="12365" y="63681"/>
                      <a:pt x="11814" y="68527"/>
                      <a:pt x="11186" y="73346"/>
                    </a:cubicBezTo>
                    <a:cubicBezTo>
                      <a:pt x="10540" y="78184"/>
                      <a:pt x="9806" y="83012"/>
                      <a:pt x="8977" y="87823"/>
                    </a:cubicBezTo>
                    <a:cubicBezTo>
                      <a:pt x="8147" y="92643"/>
                      <a:pt x="7222" y="97463"/>
                      <a:pt x="6226" y="102292"/>
                    </a:cubicBezTo>
                    <a:cubicBezTo>
                      <a:pt x="5964" y="103497"/>
                      <a:pt x="5720" y="104710"/>
                      <a:pt x="5467" y="105915"/>
                    </a:cubicBezTo>
                    <a:cubicBezTo>
                      <a:pt x="5196" y="107120"/>
                      <a:pt x="4943" y="108334"/>
                      <a:pt x="4690" y="109556"/>
                    </a:cubicBezTo>
                    <a:cubicBezTo>
                      <a:pt x="4419" y="110761"/>
                      <a:pt x="4157" y="111975"/>
                      <a:pt x="3895" y="113198"/>
                    </a:cubicBezTo>
                    <a:cubicBezTo>
                      <a:pt x="3860" y="113363"/>
                      <a:pt x="3825" y="113512"/>
                      <a:pt x="3781" y="113678"/>
                    </a:cubicBezTo>
                    <a:cubicBezTo>
                      <a:pt x="2716" y="115494"/>
                      <a:pt x="1503" y="117223"/>
                      <a:pt x="27" y="118838"/>
                    </a:cubicBezTo>
                    <a:cubicBezTo>
                      <a:pt x="725" y="118515"/>
                      <a:pt x="1406" y="118122"/>
                      <a:pt x="2061" y="117694"/>
                    </a:cubicBezTo>
                    <a:lnTo>
                      <a:pt x="2061" y="117694"/>
                    </a:lnTo>
                    <a:lnTo>
                      <a:pt x="1834" y="117921"/>
                    </a:lnTo>
                    <a:cubicBezTo>
                      <a:pt x="1537" y="118244"/>
                      <a:pt x="1223" y="118515"/>
                      <a:pt x="918" y="118821"/>
                    </a:cubicBezTo>
                    <a:cubicBezTo>
                      <a:pt x="612" y="119118"/>
                      <a:pt x="289" y="119423"/>
                      <a:pt x="1" y="119737"/>
                    </a:cubicBezTo>
                    <a:cubicBezTo>
                      <a:pt x="411" y="119607"/>
                      <a:pt x="813" y="119467"/>
                      <a:pt x="1232" y="119318"/>
                    </a:cubicBezTo>
                    <a:cubicBezTo>
                      <a:pt x="1642" y="119179"/>
                      <a:pt x="2053" y="119030"/>
                      <a:pt x="2454" y="118864"/>
                    </a:cubicBezTo>
                    <a:cubicBezTo>
                      <a:pt x="2926" y="118664"/>
                      <a:pt x="3389" y="118471"/>
                      <a:pt x="3860" y="118262"/>
                    </a:cubicBezTo>
                    <a:cubicBezTo>
                      <a:pt x="4026" y="118253"/>
                      <a:pt x="4192" y="118244"/>
                      <a:pt x="4349" y="118244"/>
                    </a:cubicBezTo>
                    <a:lnTo>
                      <a:pt x="4375" y="118244"/>
                    </a:lnTo>
                    <a:cubicBezTo>
                      <a:pt x="4829" y="118445"/>
                      <a:pt x="5292" y="118637"/>
                      <a:pt x="5746" y="118821"/>
                    </a:cubicBezTo>
                    <a:cubicBezTo>
                      <a:pt x="6261" y="119013"/>
                      <a:pt x="6785" y="119205"/>
                      <a:pt x="7318" y="119379"/>
                    </a:cubicBezTo>
                    <a:cubicBezTo>
                      <a:pt x="7842" y="119537"/>
                      <a:pt x="8383" y="119694"/>
                      <a:pt x="8916" y="119842"/>
                    </a:cubicBezTo>
                    <a:cubicBezTo>
                      <a:pt x="11055" y="120401"/>
                      <a:pt x="13255" y="120750"/>
                      <a:pt x="15473" y="120890"/>
                    </a:cubicBezTo>
                    <a:cubicBezTo>
                      <a:pt x="16283" y="120944"/>
                      <a:pt x="17094" y="120971"/>
                      <a:pt x="17906" y="120971"/>
                    </a:cubicBezTo>
                    <a:cubicBezTo>
                      <a:pt x="19316" y="120971"/>
                      <a:pt x="20727" y="120891"/>
                      <a:pt x="22135" y="120742"/>
                    </a:cubicBezTo>
                    <a:cubicBezTo>
                      <a:pt x="24344" y="120497"/>
                      <a:pt x="26545" y="120087"/>
                      <a:pt x="28693" y="119493"/>
                    </a:cubicBezTo>
                    <a:cubicBezTo>
                      <a:pt x="30841" y="118908"/>
                      <a:pt x="32936" y="118140"/>
                      <a:pt x="34971" y="117214"/>
                    </a:cubicBezTo>
                    <a:cubicBezTo>
                      <a:pt x="36988" y="116289"/>
                      <a:pt x="38943" y="115197"/>
                      <a:pt x="40760" y="113931"/>
                    </a:cubicBezTo>
                    <a:cubicBezTo>
                      <a:pt x="41222" y="113608"/>
                      <a:pt x="41668" y="113285"/>
                      <a:pt x="42113" y="112953"/>
                    </a:cubicBezTo>
                    <a:cubicBezTo>
                      <a:pt x="42550" y="112604"/>
                      <a:pt x="42986" y="112272"/>
                      <a:pt x="43414" y="111923"/>
                    </a:cubicBezTo>
                    <a:cubicBezTo>
                      <a:pt x="43624" y="111748"/>
                      <a:pt x="43842" y="111556"/>
                      <a:pt x="44051" y="111373"/>
                    </a:cubicBezTo>
                    <a:cubicBezTo>
                      <a:pt x="44252" y="111189"/>
                      <a:pt x="44462" y="111015"/>
                      <a:pt x="44671" y="110831"/>
                    </a:cubicBezTo>
                    <a:cubicBezTo>
                      <a:pt x="45073" y="110447"/>
                      <a:pt x="45466" y="110063"/>
                      <a:pt x="45859" y="109670"/>
                    </a:cubicBezTo>
                    <a:cubicBezTo>
                      <a:pt x="46243" y="109268"/>
                      <a:pt x="46627" y="108867"/>
                      <a:pt x="46994" y="108448"/>
                    </a:cubicBezTo>
                    <a:cubicBezTo>
                      <a:pt x="47352" y="108020"/>
                      <a:pt x="47719" y="107601"/>
                      <a:pt x="48050" y="107173"/>
                    </a:cubicBezTo>
                    <a:cubicBezTo>
                      <a:pt x="48391" y="106727"/>
                      <a:pt x="48723" y="106273"/>
                      <a:pt x="49037" y="105828"/>
                    </a:cubicBezTo>
                    <a:cubicBezTo>
                      <a:pt x="49343" y="105357"/>
                      <a:pt x="49640" y="104894"/>
                      <a:pt x="49910" y="104405"/>
                    </a:cubicBezTo>
                    <a:lnTo>
                      <a:pt x="49910" y="104405"/>
                    </a:lnTo>
                    <a:cubicBezTo>
                      <a:pt x="49325" y="104536"/>
                      <a:pt x="48810" y="104719"/>
                      <a:pt x="48295" y="104911"/>
                    </a:cubicBezTo>
                    <a:cubicBezTo>
                      <a:pt x="47771" y="105103"/>
                      <a:pt x="47273" y="105287"/>
                      <a:pt x="46767" y="105479"/>
                    </a:cubicBezTo>
                    <a:cubicBezTo>
                      <a:pt x="46269" y="105671"/>
                      <a:pt x="45763" y="105854"/>
                      <a:pt x="45274" y="106046"/>
                    </a:cubicBezTo>
                    <a:cubicBezTo>
                      <a:pt x="44767" y="106238"/>
                      <a:pt x="44278" y="106422"/>
                      <a:pt x="43798" y="106605"/>
                    </a:cubicBezTo>
                    <a:cubicBezTo>
                      <a:pt x="43309" y="106780"/>
                      <a:pt x="42820" y="106963"/>
                      <a:pt x="42340" y="107155"/>
                    </a:cubicBezTo>
                    <a:cubicBezTo>
                      <a:pt x="42096" y="107243"/>
                      <a:pt x="41860" y="107321"/>
                      <a:pt x="41607" y="107417"/>
                    </a:cubicBezTo>
                    <a:cubicBezTo>
                      <a:pt x="41362" y="107505"/>
                      <a:pt x="41126" y="107592"/>
                      <a:pt x="40882" y="107688"/>
                    </a:cubicBezTo>
                    <a:cubicBezTo>
                      <a:pt x="40402" y="107854"/>
                      <a:pt x="39921" y="108037"/>
                      <a:pt x="39441" y="108212"/>
                    </a:cubicBezTo>
                    <a:cubicBezTo>
                      <a:pt x="38961" y="108386"/>
                      <a:pt x="38481" y="108552"/>
                      <a:pt x="38018" y="108727"/>
                    </a:cubicBezTo>
                    <a:cubicBezTo>
                      <a:pt x="36114" y="109391"/>
                      <a:pt x="34228" y="110037"/>
                      <a:pt x="32342" y="110630"/>
                    </a:cubicBezTo>
                    <a:cubicBezTo>
                      <a:pt x="30448" y="111233"/>
                      <a:pt x="28562" y="111792"/>
                      <a:pt x="26649" y="112324"/>
                    </a:cubicBezTo>
                    <a:cubicBezTo>
                      <a:pt x="24755" y="112848"/>
                      <a:pt x="22842" y="113337"/>
                      <a:pt x="20913" y="113791"/>
                    </a:cubicBezTo>
                    <a:cubicBezTo>
                      <a:pt x="19970" y="114010"/>
                      <a:pt x="19027" y="114228"/>
                      <a:pt x="18066" y="114429"/>
                    </a:cubicBezTo>
                    <a:cubicBezTo>
                      <a:pt x="20363" y="113363"/>
                      <a:pt x="22589" y="112097"/>
                      <a:pt x="24711" y="110674"/>
                    </a:cubicBezTo>
                    <a:cubicBezTo>
                      <a:pt x="26938" y="109181"/>
                      <a:pt x="29042" y="107513"/>
                      <a:pt x="31015" y="105688"/>
                    </a:cubicBezTo>
                    <a:cubicBezTo>
                      <a:pt x="32997" y="103863"/>
                      <a:pt x="34813" y="101890"/>
                      <a:pt x="36472" y="99786"/>
                    </a:cubicBezTo>
                    <a:cubicBezTo>
                      <a:pt x="38131" y="97681"/>
                      <a:pt x="39633" y="95455"/>
                      <a:pt x="40917" y="93106"/>
                    </a:cubicBezTo>
                    <a:cubicBezTo>
                      <a:pt x="41231" y="92512"/>
                      <a:pt x="41537" y="91927"/>
                      <a:pt x="41842" y="91325"/>
                    </a:cubicBezTo>
                    <a:cubicBezTo>
                      <a:pt x="42130" y="90722"/>
                      <a:pt x="42410" y="90111"/>
                      <a:pt x="42698" y="89517"/>
                    </a:cubicBezTo>
                    <a:cubicBezTo>
                      <a:pt x="42829" y="89212"/>
                      <a:pt x="42960" y="88906"/>
                      <a:pt x="43082" y="88583"/>
                    </a:cubicBezTo>
                    <a:cubicBezTo>
                      <a:pt x="43213" y="88277"/>
                      <a:pt x="43327" y="87972"/>
                      <a:pt x="43458" y="87658"/>
                    </a:cubicBezTo>
                    <a:cubicBezTo>
                      <a:pt x="43693" y="87038"/>
                      <a:pt x="43920" y="86400"/>
                      <a:pt x="44139" y="85780"/>
                    </a:cubicBezTo>
                    <a:cubicBezTo>
                      <a:pt x="44331" y="85152"/>
                      <a:pt x="44532" y="84514"/>
                      <a:pt x="44715" y="83868"/>
                    </a:cubicBezTo>
                    <a:cubicBezTo>
                      <a:pt x="44890" y="83231"/>
                      <a:pt x="45047" y="82584"/>
                      <a:pt x="45195" y="81938"/>
                    </a:cubicBezTo>
                    <a:cubicBezTo>
                      <a:pt x="45326" y="81283"/>
                      <a:pt x="45448" y="80629"/>
                      <a:pt x="45553" y="79974"/>
                    </a:cubicBezTo>
                    <a:cubicBezTo>
                      <a:pt x="45641" y="79310"/>
                      <a:pt x="45728" y="78655"/>
                      <a:pt x="45771" y="77992"/>
                    </a:cubicBezTo>
                    <a:lnTo>
                      <a:pt x="45771" y="77992"/>
                    </a:lnTo>
                    <a:cubicBezTo>
                      <a:pt x="45326" y="78498"/>
                      <a:pt x="44925" y="79013"/>
                      <a:pt x="44523" y="79528"/>
                    </a:cubicBezTo>
                    <a:cubicBezTo>
                      <a:pt x="44104" y="80044"/>
                      <a:pt x="43702" y="80541"/>
                      <a:pt x="43309" y="81056"/>
                    </a:cubicBezTo>
                    <a:cubicBezTo>
                      <a:pt x="42908" y="81554"/>
                      <a:pt x="42497" y="82061"/>
                      <a:pt x="42104" y="82558"/>
                    </a:cubicBezTo>
                    <a:cubicBezTo>
                      <a:pt x="41703" y="83056"/>
                      <a:pt x="41301" y="83554"/>
                      <a:pt x="40917" y="84043"/>
                    </a:cubicBezTo>
                    <a:cubicBezTo>
                      <a:pt x="40515" y="84540"/>
                      <a:pt x="40113" y="85021"/>
                      <a:pt x="39729" y="85510"/>
                    </a:cubicBezTo>
                    <a:cubicBezTo>
                      <a:pt x="39520" y="85745"/>
                      <a:pt x="39328" y="85990"/>
                      <a:pt x="39127" y="86226"/>
                    </a:cubicBezTo>
                    <a:lnTo>
                      <a:pt x="38542" y="86950"/>
                    </a:lnTo>
                    <a:cubicBezTo>
                      <a:pt x="38123" y="87413"/>
                      <a:pt x="37730" y="87893"/>
                      <a:pt x="37337" y="88365"/>
                    </a:cubicBezTo>
                    <a:cubicBezTo>
                      <a:pt x="36935" y="88836"/>
                      <a:pt x="36516" y="89290"/>
                      <a:pt x="36123" y="89762"/>
                    </a:cubicBezTo>
                    <a:cubicBezTo>
                      <a:pt x="34499" y="91604"/>
                      <a:pt x="32849" y="93412"/>
                      <a:pt x="31164" y="95158"/>
                    </a:cubicBezTo>
                    <a:cubicBezTo>
                      <a:pt x="29470" y="96904"/>
                      <a:pt x="27741" y="98590"/>
                      <a:pt x="25977" y="100240"/>
                    </a:cubicBezTo>
                    <a:cubicBezTo>
                      <a:pt x="24466" y="101637"/>
                      <a:pt x="22930" y="102999"/>
                      <a:pt x="21349" y="104335"/>
                    </a:cubicBezTo>
                    <a:cubicBezTo>
                      <a:pt x="21533" y="104108"/>
                      <a:pt x="21716" y="103872"/>
                      <a:pt x="21908" y="103654"/>
                    </a:cubicBezTo>
                    <a:cubicBezTo>
                      <a:pt x="22179" y="103322"/>
                      <a:pt x="22458" y="102982"/>
                      <a:pt x="22738" y="102632"/>
                    </a:cubicBezTo>
                    <a:cubicBezTo>
                      <a:pt x="23270" y="101934"/>
                      <a:pt x="23812" y="101244"/>
                      <a:pt x="24318" y="100528"/>
                    </a:cubicBezTo>
                    <a:cubicBezTo>
                      <a:pt x="26370" y="97673"/>
                      <a:pt x="28212" y="94695"/>
                      <a:pt x="29863" y="91630"/>
                    </a:cubicBezTo>
                    <a:cubicBezTo>
                      <a:pt x="31513" y="88566"/>
                      <a:pt x="32962" y="85422"/>
                      <a:pt x="34263" y="82218"/>
                    </a:cubicBezTo>
                    <a:cubicBezTo>
                      <a:pt x="35556" y="79031"/>
                      <a:pt x="36691" y="75791"/>
                      <a:pt x="37712" y="72526"/>
                    </a:cubicBezTo>
                    <a:cubicBezTo>
                      <a:pt x="38219" y="70902"/>
                      <a:pt x="38690" y="69251"/>
                      <a:pt x="39127" y="67618"/>
                    </a:cubicBezTo>
                    <a:cubicBezTo>
                      <a:pt x="39563" y="65968"/>
                      <a:pt x="40000" y="64335"/>
                      <a:pt x="40375" y="62615"/>
                    </a:cubicBezTo>
                    <a:cubicBezTo>
                      <a:pt x="40559" y="61768"/>
                      <a:pt x="40733" y="60904"/>
                      <a:pt x="40864" y="60039"/>
                    </a:cubicBezTo>
                    <a:cubicBezTo>
                      <a:pt x="41004" y="59166"/>
                      <a:pt x="41118" y="58293"/>
                      <a:pt x="41179" y="57411"/>
                    </a:cubicBezTo>
                    <a:cubicBezTo>
                      <a:pt x="41249" y="56529"/>
                      <a:pt x="41266" y="55647"/>
                      <a:pt x="41222" y="54774"/>
                    </a:cubicBezTo>
                    <a:cubicBezTo>
                      <a:pt x="41179" y="53892"/>
                      <a:pt x="41083" y="53019"/>
                      <a:pt x="40908" y="52164"/>
                    </a:cubicBezTo>
                    <a:cubicBezTo>
                      <a:pt x="39965" y="55516"/>
                      <a:pt x="38516" y="58424"/>
                      <a:pt x="36944" y="61375"/>
                    </a:cubicBezTo>
                    <a:cubicBezTo>
                      <a:pt x="36158" y="62851"/>
                      <a:pt x="35355" y="64344"/>
                      <a:pt x="34578" y="65846"/>
                    </a:cubicBezTo>
                    <a:cubicBezTo>
                      <a:pt x="33792" y="67348"/>
                      <a:pt x="33041" y="68858"/>
                      <a:pt x="32281" y="70360"/>
                    </a:cubicBezTo>
                    <a:cubicBezTo>
                      <a:pt x="30779" y="73355"/>
                      <a:pt x="29330" y="76359"/>
                      <a:pt x="27846" y="79328"/>
                    </a:cubicBezTo>
                    <a:cubicBezTo>
                      <a:pt x="26361" y="82296"/>
                      <a:pt x="24877" y="85230"/>
                      <a:pt x="23331" y="88112"/>
                    </a:cubicBezTo>
                    <a:cubicBezTo>
                      <a:pt x="21786" y="91002"/>
                      <a:pt x="20179" y="93840"/>
                      <a:pt x="18485" y="96607"/>
                    </a:cubicBezTo>
                    <a:cubicBezTo>
                      <a:pt x="18040" y="97341"/>
                      <a:pt x="17595" y="98057"/>
                      <a:pt x="17132" y="98782"/>
                    </a:cubicBezTo>
                    <a:cubicBezTo>
                      <a:pt x="19088" y="95237"/>
                      <a:pt x="20799" y="91569"/>
                      <a:pt x="22284" y="87815"/>
                    </a:cubicBezTo>
                    <a:cubicBezTo>
                      <a:pt x="23881" y="83807"/>
                      <a:pt x="25226" y="79712"/>
                      <a:pt x="26344" y="75564"/>
                    </a:cubicBezTo>
                    <a:cubicBezTo>
                      <a:pt x="27470" y="71417"/>
                      <a:pt x="28352" y="67217"/>
                      <a:pt x="29042" y="62991"/>
                    </a:cubicBezTo>
                    <a:cubicBezTo>
                      <a:pt x="29714" y="58765"/>
                      <a:pt x="30212" y="54521"/>
                      <a:pt x="30483" y="50260"/>
                    </a:cubicBezTo>
                    <a:cubicBezTo>
                      <a:pt x="30561" y="49204"/>
                      <a:pt x="30605" y="48138"/>
                      <a:pt x="30657" y="47073"/>
                    </a:cubicBezTo>
                    <a:cubicBezTo>
                      <a:pt x="30692" y="46008"/>
                      <a:pt x="30736" y="44951"/>
                      <a:pt x="30753" y="43886"/>
                    </a:cubicBezTo>
                    <a:cubicBezTo>
                      <a:pt x="30788" y="41764"/>
                      <a:pt x="30788" y="39634"/>
                      <a:pt x="30718" y="37512"/>
                    </a:cubicBezTo>
                    <a:lnTo>
                      <a:pt x="30666" y="35923"/>
                    </a:lnTo>
                    <a:cubicBezTo>
                      <a:pt x="30648" y="35390"/>
                      <a:pt x="30622" y="34866"/>
                      <a:pt x="30587" y="34325"/>
                    </a:cubicBezTo>
                    <a:cubicBezTo>
                      <a:pt x="30535" y="33268"/>
                      <a:pt x="30456" y="32212"/>
                      <a:pt x="30386" y="31138"/>
                    </a:cubicBezTo>
                    <a:cubicBezTo>
                      <a:pt x="30308" y="30081"/>
                      <a:pt x="30186" y="29025"/>
                      <a:pt x="30081" y="27968"/>
                    </a:cubicBezTo>
                    <a:cubicBezTo>
                      <a:pt x="29959" y="26903"/>
                      <a:pt x="29828" y="25846"/>
                      <a:pt x="29662" y="24790"/>
                    </a:cubicBezTo>
                    <a:cubicBezTo>
                      <a:pt x="29400" y="25829"/>
                      <a:pt x="29182" y="26877"/>
                      <a:pt x="28955" y="27907"/>
                    </a:cubicBezTo>
                    <a:lnTo>
                      <a:pt x="28623" y="29470"/>
                    </a:lnTo>
                    <a:lnTo>
                      <a:pt x="28308" y="31024"/>
                    </a:lnTo>
                    <a:lnTo>
                      <a:pt x="27688" y="34124"/>
                    </a:lnTo>
                    <a:lnTo>
                      <a:pt x="27086" y="37224"/>
                    </a:lnTo>
                    <a:cubicBezTo>
                      <a:pt x="26291" y="41345"/>
                      <a:pt x="25514" y="45440"/>
                      <a:pt x="24694" y="49527"/>
                    </a:cubicBezTo>
                    <a:cubicBezTo>
                      <a:pt x="23061" y="57673"/>
                      <a:pt x="21323" y="65732"/>
                      <a:pt x="19193" y="73652"/>
                    </a:cubicBezTo>
                    <a:cubicBezTo>
                      <a:pt x="18127" y="77616"/>
                      <a:pt x="16966" y="81545"/>
                      <a:pt x="15691" y="85431"/>
                    </a:cubicBezTo>
                    <a:lnTo>
                      <a:pt x="15525" y="85920"/>
                    </a:lnTo>
                    <a:cubicBezTo>
                      <a:pt x="16530" y="82148"/>
                      <a:pt x="17394" y="78323"/>
                      <a:pt x="18101" y="74473"/>
                    </a:cubicBezTo>
                    <a:cubicBezTo>
                      <a:pt x="19018" y="69522"/>
                      <a:pt x="19708" y="64527"/>
                      <a:pt x="20153" y="59507"/>
                    </a:cubicBezTo>
                    <a:cubicBezTo>
                      <a:pt x="20607" y="54486"/>
                      <a:pt x="20825" y="49457"/>
                      <a:pt x="20791" y="44419"/>
                    </a:cubicBezTo>
                    <a:cubicBezTo>
                      <a:pt x="20756" y="39380"/>
                      <a:pt x="20494" y="34351"/>
                      <a:pt x="19970" y="29339"/>
                    </a:cubicBezTo>
                    <a:cubicBezTo>
                      <a:pt x="19830" y="28090"/>
                      <a:pt x="19673" y="26842"/>
                      <a:pt x="19533" y="25602"/>
                    </a:cubicBezTo>
                    <a:cubicBezTo>
                      <a:pt x="19359" y="24353"/>
                      <a:pt x="19184" y="23113"/>
                      <a:pt x="19001" y="21865"/>
                    </a:cubicBezTo>
                    <a:cubicBezTo>
                      <a:pt x="18904" y="21245"/>
                      <a:pt x="18791" y="20625"/>
                      <a:pt x="18686" y="20014"/>
                    </a:cubicBezTo>
                    <a:lnTo>
                      <a:pt x="18354" y="18154"/>
                    </a:lnTo>
                    <a:cubicBezTo>
                      <a:pt x="18119" y="16923"/>
                      <a:pt x="17865" y="15692"/>
                      <a:pt x="17612" y="14469"/>
                    </a:cubicBezTo>
                    <a:cubicBezTo>
                      <a:pt x="17342" y="13247"/>
                      <a:pt x="17053" y="12024"/>
                      <a:pt x="16774" y="10802"/>
                    </a:cubicBezTo>
                    <a:cubicBezTo>
                      <a:pt x="16468" y="9588"/>
                      <a:pt x="16137" y="8374"/>
                      <a:pt x="15814" y="7161"/>
                    </a:cubicBezTo>
                    <a:cubicBezTo>
                      <a:pt x="15464" y="5965"/>
                      <a:pt x="15106" y="4760"/>
                      <a:pt x="14740" y="3563"/>
                    </a:cubicBezTo>
                    <a:cubicBezTo>
                      <a:pt x="14347" y="2376"/>
                      <a:pt x="13954" y="1180"/>
                      <a:pt x="13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3"/>
              <p:cNvSpPr/>
              <p:nvPr/>
            </p:nvSpPr>
            <p:spPr>
              <a:xfrm>
                <a:off x="4735125" y="2552788"/>
                <a:ext cx="607525" cy="2408425"/>
              </a:xfrm>
              <a:custGeom>
                <a:avLst/>
                <a:gdLst/>
                <a:ahLst/>
                <a:cxnLst/>
                <a:rect l="l" t="t" r="r" b="b"/>
                <a:pathLst>
                  <a:path w="24301" h="96337" extrusionOk="0">
                    <a:moveTo>
                      <a:pt x="21087" y="1"/>
                    </a:moveTo>
                    <a:cubicBezTo>
                      <a:pt x="20913" y="1066"/>
                      <a:pt x="20799" y="2114"/>
                      <a:pt x="20668" y="3170"/>
                    </a:cubicBezTo>
                    <a:lnTo>
                      <a:pt x="20476" y="4751"/>
                    </a:lnTo>
                    <a:lnTo>
                      <a:pt x="20302" y="6322"/>
                    </a:lnTo>
                    <a:lnTo>
                      <a:pt x="19970" y="9466"/>
                    </a:lnTo>
                    <a:lnTo>
                      <a:pt x="19638" y="12600"/>
                    </a:lnTo>
                    <a:cubicBezTo>
                      <a:pt x="19219" y="16783"/>
                      <a:pt x="18809" y="20930"/>
                      <a:pt x="18363" y="25060"/>
                    </a:cubicBezTo>
                    <a:cubicBezTo>
                      <a:pt x="17473" y="33329"/>
                      <a:pt x="16469" y="41511"/>
                      <a:pt x="15045" y="49587"/>
                    </a:cubicBezTo>
                    <a:cubicBezTo>
                      <a:pt x="14347" y="53630"/>
                      <a:pt x="13543" y="57647"/>
                      <a:pt x="12627" y="61637"/>
                    </a:cubicBezTo>
                    <a:cubicBezTo>
                      <a:pt x="11719" y="65636"/>
                      <a:pt x="10662" y="69583"/>
                      <a:pt x="9492" y="73530"/>
                    </a:cubicBezTo>
                    <a:cubicBezTo>
                      <a:pt x="8313" y="77459"/>
                      <a:pt x="7012" y="81371"/>
                      <a:pt x="5572" y="85274"/>
                    </a:cubicBezTo>
                    <a:cubicBezTo>
                      <a:pt x="4131" y="89159"/>
                      <a:pt x="2603" y="92931"/>
                      <a:pt x="1" y="96337"/>
                    </a:cubicBezTo>
                    <a:cubicBezTo>
                      <a:pt x="935" y="95795"/>
                      <a:pt x="1791" y="95149"/>
                      <a:pt x="2594" y="94468"/>
                    </a:cubicBezTo>
                    <a:cubicBezTo>
                      <a:pt x="3406" y="93761"/>
                      <a:pt x="4183" y="92984"/>
                      <a:pt x="4908" y="92163"/>
                    </a:cubicBezTo>
                    <a:cubicBezTo>
                      <a:pt x="6357" y="90530"/>
                      <a:pt x="7623" y="88740"/>
                      <a:pt x="8793" y="86941"/>
                    </a:cubicBezTo>
                    <a:cubicBezTo>
                      <a:pt x="11125" y="83326"/>
                      <a:pt x="13168" y="79519"/>
                      <a:pt x="14923" y="75590"/>
                    </a:cubicBezTo>
                    <a:cubicBezTo>
                      <a:pt x="16696" y="71644"/>
                      <a:pt x="18180" y="67601"/>
                      <a:pt x="19402" y="63462"/>
                    </a:cubicBezTo>
                    <a:cubicBezTo>
                      <a:pt x="20625" y="59332"/>
                      <a:pt x="21594" y="55132"/>
                      <a:pt x="22336" y="50897"/>
                    </a:cubicBezTo>
                    <a:cubicBezTo>
                      <a:pt x="23087" y="46662"/>
                      <a:pt x="23593" y="42393"/>
                      <a:pt x="23899" y="38132"/>
                    </a:cubicBezTo>
                    <a:cubicBezTo>
                      <a:pt x="24205" y="33862"/>
                      <a:pt x="24301" y="29583"/>
                      <a:pt x="24196" y="25322"/>
                    </a:cubicBezTo>
                    <a:cubicBezTo>
                      <a:pt x="24170" y="24257"/>
                      <a:pt x="24126" y="23183"/>
                      <a:pt x="24082" y="22127"/>
                    </a:cubicBezTo>
                    <a:cubicBezTo>
                      <a:pt x="24013" y="21070"/>
                      <a:pt x="23960" y="19996"/>
                      <a:pt x="23890" y="18939"/>
                    </a:cubicBezTo>
                    <a:cubicBezTo>
                      <a:pt x="23733" y="16809"/>
                      <a:pt x="23541" y="14696"/>
                      <a:pt x="23288" y="12592"/>
                    </a:cubicBezTo>
                    <a:lnTo>
                      <a:pt x="23087" y="11002"/>
                    </a:lnTo>
                    <a:cubicBezTo>
                      <a:pt x="23026" y="10470"/>
                      <a:pt x="22947" y="9946"/>
                      <a:pt x="22869" y="9422"/>
                    </a:cubicBezTo>
                    <a:cubicBezTo>
                      <a:pt x="22729" y="8365"/>
                      <a:pt x="22554" y="7318"/>
                      <a:pt x="22380" y="6270"/>
                    </a:cubicBezTo>
                    <a:cubicBezTo>
                      <a:pt x="22205" y="5213"/>
                      <a:pt x="21987" y="4174"/>
                      <a:pt x="21786" y="3127"/>
                    </a:cubicBezTo>
                    <a:cubicBezTo>
                      <a:pt x="21568" y="2087"/>
                      <a:pt x="21349" y="1040"/>
                      <a:pt x="210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3"/>
              <p:cNvSpPr/>
              <p:nvPr/>
            </p:nvSpPr>
            <p:spPr>
              <a:xfrm>
                <a:off x="4735125" y="2552563"/>
                <a:ext cx="548800" cy="2408650"/>
              </a:xfrm>
              <a:custGeom>
                <a:avLst/>
                <a:gdLst/>
                <a:ahLst/>
                <a:cxnLst/>
                <a:rect l="l" t="t" r="r" b="b"/>
                <a:pathLst>
                  <a:path w="21952" h="96346" extrusionOk="0">
                    <a:moveTo>
                      <a:pt x="21079" y="1"/>
                    </a:moveTo>
                    <a:lnTo>
                      <a:pt x="21079" y="1"/>
                    </a:lnTo>
                    <a:cubicBezTo>
                      <a:pt x="21271" y="8392"/>
                      <a:pt x="21271" y="16801"/>
                      <a:pt x="20852" y="25174"/>
                    </a:cubicBezTo>
                    <a:lnTo>
                      <a:pt x="20764" y="26746"/>
                    </a:lnTo>
                    <a:lnTo>
                      <a:pt x="20668" y="28318"/>
                    </a:lnTo>
                    <a:cubicBezTo>
                      <a:pt x="20590" y="29365"/>
                      <a:pt x="20537" y="30404"/>
                      <a:pt x="20450" y="31443"/>
                    </a:cubicBezTo>
                    <a:lnTo>
                      <a:pt x="20328" y="33024"/>
                    </a:lnTo>
                    <a:lnTo>
                      <a:pt x="20188" y="34578"/>
                    </a:lnTo>
                    <a:cubicBezTo>
                      <a:pt x="20144" y="35093"/>
                      <a:pt x="20101" y="35617"/>
                      <a:pt x="20048" y="36141"/>
                    </a:cubicBezTo>
                    <a:lnTo>
                      <a:pt x="19883" y="37704"/>
                    </a:lnTo>
                    <a:cubicBezTo>
                      <a:pt x="19786" y="38752"/>
                      <a:pt x="19656" y="39782"/>
                      <a:pt x="19533" y="40821"/>
                    </a:cubicBezTo>
                    <a:cubicBezTo>
                      <a:pt x="19481" y="41345"/>
                      <a:pt x="19402" y="41860"/>
                      <a:pt x="19332" y="42384"/>
                    </a:cubicBezTo>
                    <a:lnTo>
                      <a:pt x="19132" y="43947"/>
                    </a:lnTo>
                    <a:cubicBezTo>
                      <a:pt x="18974" y="44977"/>
                      <a:pt x="18835" y="46016"/>
                      <a:pt x="18669" y="47056"/>
                    </a:cubicBezTo>
                    <a:lnTo>
                      <a:pt x="18416" y="48601"/>
                    </a:lnTo>
                    <a:cubicBezTo>
                      <a:pt x="18328" y="49125"/>
                      <a:pt x="18258" y="49640"/>
                      <a:pt x="18154" y="50155"/>
                    </a:cubicBezTo>
                    <a:cubicBezTo>
                      <a:pt x="17446" y="54285"/>
                      <a:pt x="16565" y="58372"/>
                      <a:pt x="15517" y="62423"/>
                    </a:cubicBezTo>
                    <a:cubicBezTo>
                      <a:pt x="14486" y="66475"/>
                      <a:pt x="13229" y="70465"/>
                      <a:pt x="11815" y="74403"/>
                    </a:cubicBezTo>
                    <a:lnTo>
                      <a:pt x="11282" y="75879"/>
                    </a:lnTo>
                    <a:lnTo>
                      <a:pt x="10714" y="77346"/>
                    </a:lnTo>
                    <a:cubicBezTo>
                      <a:pt x="10339" y="78323"/>
                      <a:pt x="9929" y="79284"/>
                      <a:pt x="9536" y="80262"/>
                    </a:cubicBezTo>
                    <a:lnTo>
                      <a:pt x="9239" y="80978"/>
                    </a:lnTo>
                    <a:lnTo>
                      <a:pt x="8924" y="81694"/>
                    </a:lnTo>
                    <a:lnTo>
                      <a:pt x="8287" y="83135"/>
                    </a:lnTo>
                    <a:cubicBezTo>
                      <a:pt x="8182" y="83379"/>
                      <a:pt x="8069" y="83606"/>
                      <a:pt x="7964" y="83851"/>
                    </a:cubicBezTo>
                    <a:lnTo>
                      <a:pt x="7623" y="84558"/>
                    </a:lnTo>
                    <a:lnTo>
                      <a:pt x="6960" y="85972"/>
                    </a:lnTo>
                    <a:cubicBezTo>
                      <a:pt x="6052" y="87850"/>
                      <a:pt x="5083" y="89709"/>
                      <a:pt x="3956" y="91473"/>
                    </a:cubicBezTo>
                    <a:cubicBezTo>
                      <a:pt x="3397" y="92364"/>
                      <a:pt x="2786" y="93211"/>
                      <a:pt x="2131" y="94032"/>
                    </a:cubicBezTo>
                    <a:cubicBezTo>
                      <a:pt x="1476" y="94852"/>
                      <a:pt x="769" y="95630"/>
                      <a:pt x="1" y="96346"/>
                    </a:cubicBezTo>
                    <a:cubicBezTo>
                      <a:pt x="813" y="95673"/>
                      <a:pt x="1555" y="94931"/>
                      <a:pt x="2236" y="94110"/>
                    </a:cubicBezTo>
                    <a:cubicBezTo>
                      <a:pt x="2917" y="93324"/>
                      <a:pt x="3572" y="92486"/>
                      <a:pt x="4174" y="91622"/>
                    </a:cubicBezTo>
                    <a:cubicBezTo>
                      <a:pt x="5388" y="89884"/>
                      <a:pt x="6427" y="88050"/>
                      <a:pt x="7405" y="86182"/>
                    </a:cubicBezTo>
                    <a:lnTo>
                      <a:pt x="8112" y="84776"/>
                    </a:lnTo>
                    <a:lnTo>
                      <a:pt x="8479" y="84069"/>
                    </a:lnTo>
                    <a:cubicBezTo>
                      <a:pt x="8593" y="83824"/>
                      <a:pt x="8715" y="83597"/>
                      <a:pt x="8828" y="83362"/>
                    </a:cubicBezTo>
                    <a:lnTo>
                      <a:pt x="9501" y="81930"/>
                    </a:lnTo>
                    <a:lnTo>
                      <a:pt x="9841" y="81222"/>
                    </a:lnTo>
                    <a:lnTo>
                      <a:pt x="10164" y="80498"/>
                    </a:lnTo>
                    <a:lnTo>
                      <a:pt x="10810" y="79057"/>
                    </a:lnTo>
                    <a:lnTo>
                      <a:pt x="10976" y="78699"/>
                    </a:lnTo>
                    <a:lnTo>
                      <a:pt x="11125" y="78341"/>
                    </a:lnTo>
                    <a:lnTo>
                      <a:pt x="11430" y="77607"/>
                    </a:lnTo>
                    <a:lnTo>
                      <a:pt x="12033" y="76141"/>
                    </a:lnTo>
                    <a:lnTo>
                      <a:pt x="12600" y="74674"/>
                    </a:lnTo>
                    <a:cubicBezTo>
                      <a:pt x="13369" y="72709"/>
                      <a:pt x="14050" y="70718"/>
                      <a:pt x="14705" y="68710"/>
                    </a:cubicBezTo>
                    <a:cubicBezTo>
                      <a:pt x="14792" y="68457"/>
                      <a:pt x="14871" y="68212"/>
                      <a:pt x="14949" y="67959"/>
                    </a:cubicBezTo>
                    <a:lnTo>
                      <a:pt x="15176" y="67208"/>
                    </a:lnTo>
                    <a:lnTo>
                      <a:pt x="15648" y="65698"/>
                    </a:lnTo>
                    <a:lnTo>
                      <a:pt x="16084" y="64178"/>
                    </a:lnTo>
                    <a:cubicBezTo>
                      <a:pt x="16224" y="63672"/>
                      <a:pt x="16381" y="63165"/>
                      <a:pt x="16512" y="62650"/>
                    </a:cubicBezTo>
                    <a:cubicBezTo>
                      <a:pt x="17612" y="58581"/>
                      <a:pt x="18494" y="54460"/>
                      <a:pt x="19236" y="50312"/>
                    </a:cubicBezTo>
                    <a:cubicBezTo>
                      <a:pt x="19961" y="46165"/>
                      <a:pt x="20511" y="41982"/>
                      <a:pt x="20922" y="37791"/>
                    </a:cubicBezTo>
                    <a:lnTo>
                      <a:pt x="21061" y="36220"/>
                    </a:lnTo>
                    <a:cubicBezTo>
                      <a:pt x="21114" y="35696"/>
                      <a:pt x="21149" y="35172"/>
                      <a:pt x="21192" y="34648"/>
                    </a:cubicBezTo>
                    <a:lnTo>
                      <a:pt x="21315" y="33076"/>
                    </a:lnTo>
                    <a:lnTo>
                      <a:pt x="21411" y="31505"/>
                    </a:lnTo>
                    <a:cubicBezTo>
                      <a:pt x="21489" y="30457"/>
                      <a:pt x="21533" y="29400"/>
                      <a:pt x="21585" y="28352"/>
                    </a:cubicBezTo>
                    <a:cubicBezTo>
                      <a:pt x="21620" y="27820"/>
                      <a:pt x="21629" y="27296"/>
                      <a:pt x="21646" y="26772"/>
                    </a:cubicBezTo>
                    <a:lnTo>
                      <a:pt x="21707" y="25200"/>
                    </a:lnTo>
                    <a:cubicBezTo>
                      <a:pt x="21952" y="16801"/>
                      <a:pt x="21716" y="8383"/>
                      <a:pt x="210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3"/>
              <p:cNvSpPr/>
              <p:nvPr/>
            </p:nvSpPr>
            <p:spPr>
              <a:xfrm>
                <a:off x="4805425" y="1971913"/>
                <a:ext cx="299075" cy="2933425"/>
              </a:xfrm>
              <a:custGeom>
                <a:avLst/>
                <a:gdLst/>
                <a:ahLst/>
                <a:cxnLst/>
                <a:rect l="l" t="t" r="r" b="b"/>
                <a:pathLst>
                  <a:path w="11963" h="117337" extrusionOk="0">
                    <a:moveTo>
                      <a:pt x="0" y="1"/>
                    </a:moveTo>
                    <a:cubicBezTo>
                      <a:pt x="114" y="1249"/>
                      <a:pt x="280" y="2489"/>
                      <a:pt x="446" y="3729"/>
                    </a:cubicBezTo>
                    <a:cubicBezTo>
                      <a:pt x="594" y="4960"/>
                      <a:pt x="743" y="6200"/>
                      <a:pt x="917" y="7423"/>
                    </a:cubicBezTo>
                    <a:cubicBezTo>
                      <a:pt x="1057" y="8663"/>
                      <a:pt x="1205" y="9894"/>
                      <a:pt x="1371" y="11116"/>
                    </a:cubicBezTo>
                    <a:cubicBezTo>
                      <a:pt x="1511" y="12347"/>
                      <a:pt x="1659" y="13570"/>
                      <a:pt x="1808" y="14792"/>
                    </a:cubicBezTo>
                    <a:cubicBezTo>
                      <a:pt x="1939" y="16015"/>
                      <a:pt x="2078" y="17237"/>
                      <a:pt x="2227" y="18459"/>
                    </a:cubicBezTo>
                    <a:lnTo>
                      <a:pt x="2410" y="20293"/>
                    </a:lnTo>
                    <a:lnTo>
                      <a:pt x="2602" y="22127"/>
                    </a:lnTo>
                    <a:cubicBezTo>
                      <a:pt x="2716" y="23358"/>
                      <a:pt x="2838" y="24572"/>
                      <a:pt x="2952" y="25794"/>
                    </a:cubicBezTo>
                    <a:cubicBezTo>
                      <a:pt x="3056" y="27016"/>
                      <a:pt x="3161" y="28230"/>
                      <a:pt x="3275" y="29453"/>
                    </a:cubicBezTo>
                    <a:cubicBezTo>
                      <a:pt x="3676" y="34333"/>
                      <a:pt x="3991" y="39197"/>
                      <a:pt x="4200" y="44069"/>
                    </a:cubicBezTo>
                    <a:cubicBezTo>
                      <a:pt x="4410" y="48933"/>
                      <a:pt x="4515" y="53805"/>
                      <a:pt x="4532" y="58669"/>
                    </a:cubicBezTo>
                    <a:cubicBezTo>
                      <a:pt x="4541" y="63541"/>
                      <a:pt x="4436" y="68404"/>
                      <a:pt x="4235" y="73276"/>
                    </a:cubicBezTo>
                    <a:cubicBezTo>
                      <a:pt x="4026" y="78140"/>
                      <a:pt x="3720" y="83012"/>
                      <a:pt x="3327" y="87884"/>
                    </a:cubicBezTo>
                    <a:cubicBezTo>
                      <a:pt x="2934" y="92765"/>
                      <a:pt x="2454" y="97646"/>
                      <a:pt x="1886" y="102545"/>
                    </a:cubicBezTo>
                    <a:cubicBezTo>
                      <a:pt x="1729" y="103767"/>
                      <a:pt x="1581" y="104990"/>
                      <a:pt x="1450" y="106221"/>
                    </a:cubicBezTo>
                    <a:cubicBezTo>
                      <a:pt x="1293" y="107443"/>
                      <a:pt x="1144" y="108683"/>
                      <a:pt x="1004" y="109914"/>
                    </a:cubicBezTo>
                    <a:cubicBezTo>
                      <a:pt x="830" y="111137"/>
                      <a:pt x="681" y="112377"/>
                      <a:pt x="533" y="113617"/>
                    </a:cubicBezTo>
                    <a:cubicBezTo>
                      <a:pt x="376" y="114848"/>
                      <a:pt x="219" y="116079"/>
                      <a:pt x="88" y="117336"/>
                    </a:cubicBezTo>
                    <a:cubicBezTo>
                      <a:pt x="620" y="116201"/>
                      <a:pt x="1109" y="115040"/>
                      <a:pt x="1616" y="113940"/>
                    </a:cubicBezTo>
                    <a:cubicBezTo>
                      <a:pt x="2078" y="112787"/>
                      <a:pt x="2550" y="111617"/>
                      <a:pt x="2995" y="110447"/>
                    </a:cubicBezTo>
                    <a:cubicBezTo>
                      <a:pt x="3432" y="109277"/>
                      <a:pt x="3860" y="108089"/>
                      <a:pt x="4279" y="106911"/>
                    </a:cubicBezTo>
                    <a:cubicBezTo>
                      <a:pt x="4680" y="105723"/>
                      <a:pt x="5065" y="104536"/>
                      <a:pt x="5440" y="103331"/>
                    </a:cubicBezTo>
                    <a:cubicBezTo>
                      <a:pt x="6916" y="98528"/>
                      <a:pt x="8138" y="93647"/>
                      <a:pt x="9099" y="88714"/>
                    </a:cubicBezTo>
                    <a:cubicBezTo>
                      <a:pt x="10068" y="83772"/>
                      <a:pt x="10784" y="78786"/>
                      <a:pt x="11247" y="73774"/>
                    </a:cubicBezTo>
                    <a:cubicBezTo>
                      <a:pt x="11736" y="68754"/>
                      <a:pt x="11963" y="63724"/>
                      <a:pt x="11963" y="58677"/>
                    </a:cubicBezTo>
                    <a:cubicBezTo>
                      <a:pt x="11963" y="53648"/>
                      <a:pt x="11718" y="48601"/>
                      <a:pt x="11238" y="43598"/>
                    </a:cubicBezTo>
                    <a:cubicBezTo>
                      <a:pt x="10758" y="38586"/>
                      <a:pt x="10042" y="33600"/>
                      <a:pt x="9064" y="28667"/>
                    </a:cubicBezTo>
                    <a:cubicBezTo>
                      <a:pt x="8819" y="27427"/>
                      <a:pt x="8557" y="26204"/>
                      <a:pt x="8295" y="24973"/>
                    </a:cubicBezTo>
                    <a:cubicBezTo>
                      <a:pt x="7998" y="23751"/>
                      <a:pt x="7719" y="22528"/>
                      <a:pt x="7422" y="21306"/>
                    </a:cubicBezTo>
                    <a:cubicBezTo>
                      <a:pt x="7265" y="20695"/>
                      <a:pt x="7108" y="20101"/>
                      <a:pt x="6942" y="19490"/>
                    </a:cubicBezTo>
                    <a:lnTo>
                      <a:pt x="6444" y="17665"/>
                    </a:lnTo>
                    <a:cubicBezTo>
                      <a:pt x="6095" y="16451"/>
                      <a:pt x="5737" y="15255"/>
                      <a:pt x="5379" y="14050"/>
                    </a:cubicBezTo>
                    <a:cubicBezTo>
                      <a:pt x="4995" y="12854"/>
                      <a:pt x="4602" y="11657"/>
                      <a:pt x="4209" y="10470"/>
                    </a:cubicBezTo>
                    <a:cubicBezTo>
                      <a:pt x="3799" y="9291"/>
                      <a:pt x="3371" y="8104"/>
                      <a:pt x="2934" y="6934"/>
                    </a:cubicBezTo>
                    <a:cubicBezTo>
                      <a:pt x="2471" y="5764"/>
                      <a:pt x="2009" y="4602"/>
                      <a:pt x="1537" y="3441"/>
                    </a:cubicBezTo>
                    <a:cubicBezTo>
                      <a:pt x="1031" y="2288"/>
                      <a:pt x="533" y="1136"/>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3"/>
              <p:cNvSpPr/>
              <p:nvPr/>
            </p:nvSpPr>
            <p:spPr>
              <a:xfrm>
                <a:off x="4805425" y="1971488"/>
                <a:ext cx="219400" cy="2933850"/>
              </a:xfrm>
              <a:custGeom>
                <a:avLst/>
                <a:gdLst/>
                <a:ahLst/>
                <a:cxnLst/>
                <a:rect l="l" t="t" r="r" b="b"/>
                <a:pathLst>
                  <a:path w="8776" h="117354" extrusionOk="0">
                    <a:moveTo>
                      <a:pt x="0" y="0"/>
                    </a:moveTo>
                    <a:lnTo>
                      <a:pt x="0" y="0"/>
                    </a:lnTo>
                    <a:cubicBezTo>
                      <a:pt x="2524" y="9579"/>
                      <a:pt x="4453" y="19306"/>
                      <a:pt x="5746" y="29103"/>
                    </a:cubicBezTo>
                    <a:lnTo>
                      <a:pt x="6200" y="32788"/>
                    </a:lnTo>
                    <a:lnTo>
                      <a:pt x="6593" y="36472"/>
                    </a:lnTo>
                    <a:lnTo>
                      <a:pt x="6924" y="40166"/>
                    </a:lnTo>
                    <a:lnTo>
                      <a:pt x="7204" y="43859"/>
                    </a:lnTo>
                    <a:cubicBezTo>
                      <a:pt x="7527" y="48793"/>
                      <a:pt x="7693" y="53735"/>
                      <a:pt x="7693" y="58677"/>
                    </a:cubicBezTo>
                    <a:cubicBezTo>
                      <a:pt x="7702" y="63619"/>
                      <a:pt x="7544" y="68552"/>
                      <a:pt x="7221" y="73486"/>
                    </a:cubicBezTo>
                    <a:lnTo>
                      <a:pt x="6959" y="77188"/>
                    </a:lnTo>
                    <a:lnTo>
                      <a:pt x="6636" y="80873"/>
                    </a:lnTo>
                    <a:lnTo>
                      <a:pt x="6243" y="84566"/>
                    </a:lnTo>
                    <a:lnTo>
                      <a:pt x="5789" y="88242"/>
                    </a:lnTo>
                    <a:cubicBezTo>
                      <a:pt x="4515" y="98048"/>
                      <a:pt x="2594" y="107766"/>
                      <a:pt x="88" y="117353"/>
                    </a:cubicBezTo>
                    <a:cubicBezTo>
                      <a:pt x="3030" y="107888"/>
                      <a:pt x="5196" y="98179"/>
                      <a:pt x="6610" y="88364"/>
                    </a:cubicBezTo>
                    <a:lnTo>
                      <a:pt x="7125" y="84671"/>
                    </a:lnTo>
                    <a:lnTo>
                      <a:pt x="7562" y="80977"/>
                    </a:lnTo>
                    <a:lnTo>
                      <a:pt x="7937" y="77275"/>
                    </a:lnTo>
                    <a:lnTo>
                      <a:pt x="8243" y="73564"/>
                    </a:lnTo>
                    <a:cubicBezTo>
                      <a:pt x="8601" y="68605"/>
                      <a:pt x="8767" y="63645"/>
                      <a:pt x="8776" y="58677"/>
                    </a:cubicBezTo>
                    <a:cubicBezTo>
                      <a:pt x="8767" y="53708"/>
                      <a:pt x="8575" y="48740"/>
                      <a:pt x="8217" y="43789"/>
                    </a:cubicBezTo>
                    <a:lnTo>
                      <a:pt x="7911" y="40078"/>
                    </a:lnTo>
                    <a:lnTo>
                      <a:pt x="7544" y="36376"/>
                    </a:lnTo>
                    <a:lnTo>
                      <a:pt x="7108" y="32674"/>
                    </a:lnTo>
                    <a:lnTo>
                      <a:pt x="6593" y="28989"/>
                    </a:lnTo>
                    <a:cubicBezTo>
                      <a:pt x="5143" y="19166"/>
                      <a:pt x="2960" y="9465"/>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3"/>
              <p:cNvSpPr/>
              <p:nvPr/>
            </p:nvSpPr>
            <p:spPr>
              <a:xfrm>
                <a:off x="4736225" y="3209188"/>
                <a:ext cx="887575" cy="1774500"/>
              </a:xfrm>
              <a:custGeom>
                <a:avLst/>
                <a:gdLst/>
                <a:ahLst/>
                <a:cxnLst/>
                <a:rect l="l" t="t" r="r" b="b"/>
                <a:pathLst>
                  <a:path w="35503" h="70980" extrusionOk="0">
                    <a:moveTo>
                      <a:pt x="34735" y="1"/>
                    </a:moveTo>
                    <a:cubicBezTo>
                      <a:pt x="34106" y="3415"/>
                      <a:pt x="32910" y="6453"/>
                      <a:pt x="31617" y="9527"/>
                    </a:cubicBezTo>
                    <a:cubicBezTo>
                      <a:pt x="30971" y="11064"/>
                      <a:pt x="30290" y="12626"/>
                      <a:pt x="29662" y="14198"/>
                    </a:cubicBezTo>
                    <a:cubicBezTo>
                      <a:pt x="29015" y="15761"/>
                      <a:pt x="28395" y="17333"/>
                      <a:pt x="27784" y="18896"/>
                    </a:cubicBezTo>
                    <a:cubicBezTo>
                      <a:pt x="26553" y="22013"/>
                      <a:pt x="25374" y="25139"/>
                      <a:pt x="24161" y="28221"/>
                    </a:cubicBezTo>
                    <a:cubicBezTo>
                      <a:pt x="22947" y="31312"/>
                      <a:pt x="21725" y="34368"/>
                      <a:pt x="20450" y="37381"/>
                    </a:cubicBezTo>
                    <a:cubicBezTo>
                      <a:pt x="19175" y="40393"/>
                      <a:pt x="17830" y="43362"/>
                      <a:pt x="16390" y="46278"/>
                    </a:cubicBezTo>
                    <a:cubicBezTo>
                      <a:pt x="14949" y="49203"/>
                      <a:pt x="13395" y="52050"/>
                      <a:pt x="11736" y="54853"/>
                    </a:cubicBezTo>
                    <a:cubicBezTo>
                      <a:pt x="10068" y="57647"/>
                      <a:pt x="8304" y="60415"/>
                      <a:pt x="6340" y="63078"/>
                    </a:cubicBezTo>
                    <a:cubicBezTo>
                      <a:pt x="5842" y="63741"/>
                      <a:pt x="5353" y="64414"/>
                      <a:pt x="4838" y="65069"/>
                    </a:cubicBezTo>
                    <a:lnTo>
                      <a:pt x="4078" y="66064"/>
                    </a:lnTo>
                    <a:lnTo>
                      <a:pt x="3292" y="67051"/>
                    </a:lnTo>
                    <a:cubicBezTo>
                      <a:pt x="2777" y="67714"/>
                      <a:pt x="2218" y="68360"/>
                      <a:pt x="1677" y="69015"/>
                    </a:cubicBezTo>
                    <a:cubicBezTo>
                      <a:pt x="1415" y="69347"/>
                      <a:pt x="1118" y="69653"/>
                      <a:pt x="847" y="69984"/>
                    </a:cubicBezTo>
                    <a:cubicBezTo>
                      <a:pt x="559" y="70308"/>
                      <a:pt x="280" y="70639"/>
                      <a:pt x="0" y="70980"/>
                    </a:cubicBezTo>
                    <a:cubicBezTo>
                      <a:pt x="411" y="70814"/>
                      <a:pt x="804" y="70631"/>
                      <a:pt x="1197" y="70421"/>
                    </a:cubicBezTo>
                    <a:cubicBezTo>
                      <a:pt x="1598" y="70238"/>
                      <a:pt x="1991" y="70063"/>
                      <a:pt x="2375" y="69853"/>
                    </a:cubicBezTo>
                    <a:cubicBezTo>
                      <a:pt x="3135" y="69434"/>
                      <a:pt x="3921" y="69041"/>
                      <a:pt x="4654" y="68579"/>
                    </a:cubicBezTo>
                    <a:cubicBezTo>
                      <a:pt x="5030" y="68343"/>
                      <a:pt x="5397" y="68125"/>
                      <a:pt x="5772" y="67889"/>
                    </a:cubicBezTo>
                    <a:cubicBezTo>
                      <a:pt x="6130" y="67644"/>
                      <a:pt x="6488" y="67400"/>
                      <a:pt x="6846" y="67147"/>
                    </a:cubicBezTo>
                    <a:cubicBezTo>
                      <a:pt x="7571" y="66666"/>
                      <a:pt x="8261" y="66116"/>
                      <a:pt x="8959" y="65584"/>
                    </a:cubicBezTo>
                    <a:cubicBezTo>
                      <a:pt x="9308" y="65322"/>
                      <a:pt x="9631" y="65042"/>
                      <a:pt x="9972" y="64754"/>
                    </a:cubicBezTo>
                    <a:cubicBezTo>
                      <a:pt x="10312" y="64484"/>
                      <a:pt x="10635" y="64187"/>
                      <a:pt x="10976" y="63907"/>
                    </a:cubicBezTo>
                    <a:cubicBezTo>
                      <a:pt x="11299" y="63610"/>
                      <a:pt x="11622" y="63305"/>
                      <a:pt x="11945" y="63008"/>
                    </a:cubicBezTo>
                    <a:cubicBezTo>
                      <a:pt x="12277" y="62711"/>
                      <a:pt x="12600" y="62423"/>
                      <a:pt x="12906" y="62100"/>
                    </a:cubicBezTo>
                    <a:cubicBezTo>
                      <a:pt x="13517" y="61480"/>
                      <a:pt x="14154" y="60869"/>
                      <a:pt x="14739" y="60214"/>
                    </a:cubicBezTo>
                    <a:lnTo>
                      <a:pt x="15621" y="59245"/>
                    </a:lnTo>
                    <a:cubicBezTo>
                      <a:pt x="15909" y="58913"/>
                      <a:pt x="16189" y="58581"/>
                      <a:pt x="16477" y="58240"/>
                    </a:cubicBezTo>
                    <a:cubicBezTo>
                      <a:pt x="17612" y="56905"/>
                      <a:pt x="18669" y="55499"/>
                      <a:pt x="19699" y="54067"/>
                    </a:cubicBezTo>
                    <a:cubicBezTo>
                      <a:pt x="19943" y="53709"/>
                      <a:pt x="20188" y="53342"/>
                      <a:pt x="20441" y="52975"/>
                    </a:cubicBezTo>
                    <a:cubicBezTo>
                      <a:pt x="20686" y="52609"/>
                      <a:pt x="20939" y="52251"/>
                      <a:pt x="21166" y="51875"/>
                    </a:cubicBezTo>
                    <a:cubicBezTo>
                      <a:pt x="21637" y="51133"/>
                      <a:pt x="22117" y="50399"/>
                      <a:pt x="22554" y="49640"/>
                    </a:cubicBezTo>
                    <a:cubicBezTo>
                      <a:pt x="24353" y="46619"/>
                      <a:pt x="25916" y="43484"/>
                      <a:pt x="27278" y="40288"/>
                    </a:cubicBezTo>
                    <a:cubicBezTo>
                      <a:pt x="28649" y="37084"/>
                      <a:pt x="29810" y="33827"/>
                      <a:pt x="30814" y="30526"/>
                    </a:cubicBezTo>
                    <a:cubicBezTo>
                      <a:pt x="31836" y="27234"/>
                      <a:pt x="32674" y="23899"/>
                      <a:pt x="33381" y="20564"/>
                    </a:cubicBezTo>
                    <a:cubicBezTo>
                      <a:pt x="33739" y="18896"/>
                      <a:pt x="34062" y="17219"/>
                      <a:pt x="34350" y="15543"/>
                    </a:cubicBezTo>
                    <a:cubicBezTo>
                      <a:pt x="34639" y="13858"/>
                      <a:pt x="34918" y="12190"/>
                      <a:pt x="35136" y="10452"/>
                    </a:cubicBezTo>
                    <a:cubicBezTo>
                      <a:pt x="35250" y="9597"/>
                      <a:pt x="35346" y="8732"/>
                      <a:pt x="35398" y="7850"/>
                    </a:cubicBezTo>
                    <a:cubicBezTo>
                      <a:pt x="35468" y="6977"/>
                      <a:pt x="35503" y="6087"/>
                      <a:pt x="35477" y="5205"/>
                    </a:cubicBezTo>
                    <a:cubicBezTo>
                      <a:pt x="35459" y="4323"/>
                      <a:pt x="35398" y="3441"/>
                      <a:pt x="35285" y="2568"/>
                    </a:cubicBezTo>
                    <a:cubicBezTo>
                      <a:pt x="35162" y="1695"/>
                      <a:pt x="34997" y="830"/>
                      <a:pt x="347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3"/>
              <p:cNvSpPr/>
              <p:nvPr/>
            </p:nvSpPr>
            <p:spPr>
              <a:xfrm>
                <a:off x="4736225" y="3209638"/>
                <a:ext cx="869675" cy="1774050"/>
              </a:xfrm>
              <a:custGeom>
                <a:avLst/>
                <a:gdLst/>
                <a:ahLst/>
                <a:cxnLst/>
                <a:rect l="l" t="t" r="r" b="b"/>
                <a:pathLst>
                  <a:path w="34787" h="70962" extrusionOk="0">
                    <a:moveTo>
                      <a:pt x="34700" y="0"/>
                    </a:moveTo>
                    <a:lnTo>
                      <a:pt x="34700" y="0"/>
                    </a:lnTo>
                    <a:cubicBezTo>
                      <a:pt x="34735" y="1685"/>
                      <a:pt x="34560" y="3362"/>
                      <a:pt x="34263" y="5021"/>
                    </a:cubicBezTo>
                    <a:cubicBezTo>
                      <a:pt x="33975" y="6671"/>
                      <a:pt x="33556" y="8313"/>
                      <a:pt x="33084" y="9928"/>
                    </a:cubicBezTo>
                    <a:cubicBezTo>
                      <a:pt x="32630" y="11543"/>
                      <a:pt x="32124" y="13159"/>
                      <a:pt x="31635" y="14774"/>
                    </a:cubicBezTo>
                    <a:cubicBezTo>
                      <a:pt x="31137" y="16389"/>
                      <a:pt x="30657" y="18005"/>
                      <a:pt x="30142" y="19603"/>
                    </a:cubicBezTo>
                    <a:cubicBezTo>
                      <a:pt x="29111" y="22824"/>
                      <a:pt x="28099" y="26038"/>
                      <a:pt x="26963" y="29207"/>
                    </a:cubicBezTo>
                    <a:cubicBezTo>
                      <a:pt x="25837" y="32386"/>
                      <a:pt x="24650" y="35538"/>
                      <a:pt x="23331" y="38629"/>
                    </a:cubicBezTo>
                    <a:cubicBezTo>
                      <a:pt x="22021" y="41728"/>
                      <a:pt x="20581" y="44767"/>
                      <a:pt x="18983" y="47718"/>
                    </a:cubicBezTo>
                    <a:lnTo>
                      <a:pt x="18686" y="48277"/>
                    </a:lnTo>
                    <a:lnTo>
                      <a:pt x="18380" y="48827"/>
                    </a:lnTo>
                    <a:lnTo>
                      <a:pt x="17778" y="49927"/>
                    </a:lnTo>
                    <a:cubicBezTo>
                      <a:pt x="17577" y="50285"/>
                      <a:pt x="17350" y="50643"/>
                      <a:pt x="17140" y="51010"/>
                    </a:cubicBezTo>
                    <a:cubicBezTo>
                      <a:pt x="16922" y="51368"/>
                      <a:pt x="16713" y="51726"/>
                      <a:pt x="16494" y="52084"/>
                    </a:cubicBezTo>
                    <a:lnTo>
                      <a:pt x="15831" y="53158"/>
                    </a:lnTo>
                    <a:lnTo>
                      <a:pt x="15490" y="53691"/>
                    </a:lnTo>
                    <a:lnTo>
                      <a:pt x="15141" y="54215"/>
                    </a:lnTo>
                    <a:lnTo>
                      <a:pt x="14460" y="55262"/>
                    </a:lnTo>
                    <a:cubicBezTo>
                      <a:pt x="14346" y="55437"/>
                      <a:pt x="14224" y="55612"/>
                      <a:pt x="14111" y="55786"/>
                    </a:cubicBezTo>
                    <a:lnTo>
                      <a:pt x="13744" y="56301"/>
                    </a:lnTo>
                    <a:cubicBezTo>
                      <a:pt x="13508" y="56642"/>
                      <a:pt x="13281" y="56991"/>
                      <a:pt x="13028" y="57323"/>
                    </a:cubicBezTo>
                    <a:lnTo>
                      <a:pt x="12277" y="58345"/>
                    </a:lnTo>
                    <a:lnTo>
                      <a:pt x="11902" y="58842"/>
                    </a:lnTo>
                    <a:lnTo>
                      <a:pt x="11509" y="59331"/>
                    </a:lnTo>
                    <a:lnTo>
                      <a:pt x="10732" y="60327"/>
                    </a:lnTo>
                    <a:lnTo>
                      <a:pt x="10539" y="60580"/>
                    </a:lnTo>
                    <a:lnTo>
                      <a:pt x="10339" y="60816"/>
                    </a:lnTo>
                    <a:lnTo>
                      <a:pt x="9937" y="61296"/>
                    </a:lnTo>
                    <a:cubicBezTo>
                      <a:pt x="9666" y="61628"/>
                      <a:pt x="9404" y="61951"/>
                      <a:pt x="9134" y="62274"/>
                    </a:cubicBezTo>
                    <a:lnTo>
                      <a:pt x="8287" y="63208"/>
                    </a:lnTo>
                    <a:lnTo>
                      <a:pt x="7876" y="63680"/>
                    </a:lnTo>
                    <a:cubicBezTo>
                      <a:pt x="7745" y="63828"/>
                      <a:pt x="7588" y="63985"/>
                      <a:pt x="7448" y="64134"/>
                    </a:cubicBezTo>
                    <a:cubicBezTo>
                      <a:pt x="5161" y="66605"/>
                      <a:pt x="2664" y="68884"/>
                      <a:pt x="0" y="70962"/>
                    </a:cubicBezTo>
                    <a:cubicBezTo>
                      <a:pt x="2812" y="69067"/>
                      <a:pt x="5423" y="66884"/>
                      <a:pt x="7806" y="64527"/>
                    </a:cubicBezTo>
                    <a:cubicBezTo>
                      <a:pt x="10216" y="62152"/>
                      <a:pt x="12417" y="59541"/>
                      <a:pt x="14425" y="56799"/>
                    </a:cubicBezTo>
                    <a:cubicBezTo>
                      <a:pt x="16442" y="54066"/>
                      <a:pt x="18241" y="51185"/>
                      <a:pt x="19891" y="48216"/>
                    </a:cubicBezTo>
                    <a:lnTo>
                      <a:pt x="20502" y="47098"/>
                    </a:lnTo>
                    <a:cubicBezTo>
                      <a:pt x="20712" y="46714"/>
                      <a:pt x="20895" y="46339"/>
                      <a:pt x="21087" y="45963"/>
                    </a:cubicBezTo>
                    <a:cubicBezTo>
                      <a:pt x="21288" y="45579"/>
                      <a:pt x="21489" y="45212"/>
                      <a:pt x="21672" y="44828"/>
                    </a:cubicBezTo>
                    <a:lnTo>
                      <a:pt x="22222" y="43684"/>
                    </a:lnTo>
                    <a:lnTo>
                      <a:pt x="22510" y="43117"/>
                    </a:lnTo>
                    <a:cubicBezTo>
                      <a:pt x="22606" y="42916"/>
                      <a:pt x="22694" y="42733"/>
                      <a:pt x="22781" y="42540"/>
                    </a:cubicBezTo>
                    <a:lnTo>
                      <a:pt x="23314" y="41379"/>
                    </a:lnTo>
                    <a:cubicBezTo>
                      <a:pt x="23488" y="40995"/>
                      <a:pt x="23654" y="40602"/>
                      <a:pt x="23829" y="40227"/>
                    </a:cubicBezTo>
                    <a:lnTo>
                      <a:pt x="24344" y="39057"/>
                    </a:lnTo>
                    <a:cubicBezTo>
                      <a:pt x="25654" y="35922"/>
                      <a:pt x="26850" y="32761"/>
                      <a:pt x="27941" y="29548"/>
                    </a:cubicBezTo>
                    <a:cubicBezTo>
                      <a:pt x="28221" y="28745"/>
                      <a:pt x="28483" y="27941"/>
                      <a:pt x="28745" y="27138"/>
                    </a:cubicBezTo>
                    <a:cubicBezTo>
                      <a:pt x="28989" y="26326"/>
                      <a:pt x="29251" y="25523"/>
                      <a:pt x="29504" y="24711"/>
                    </a:cubicBezTo>
                    <a:cubicBezTo>
                      <a:pt x="30011" y="23095"/>
                      <a:pt x="30500" y="21471"/>
                      <a:pt x="30954" y="19847"/>
                    </a:cubicBezTo>
                    <a:cubicBezTo>
                      <a:pt x="31888" y="16590"/>
                      <a:pt x="32779" y="13342"/>
                      <a:pt x="33608" y="10059"/>
                    </a:cubicBezTo>
                    <a:cubicBezTo>
                      <a:pt x="33809" y="9238"/>
                      <a:pt x="33992" y="8409"/>
                      <a:pt x="34158" y="7579"/>
                    </a:cubicBezTo>
                    <a:cubicBezTo>
                      <a:pt x="34324" y="6750"/>
                      <a:pt x="34473" y="5911"/>
                      <a:pt x="34569" y="5064"/>
                    </a:cubicBezTo>
                    <a:cubicBezTo>
                      <a:pt x="34682" y="4226"/>
                      <a:pt x="34761" y="3388"/>
                      <a:pt x="34778" y="2532"/>
                    </a:cubicBezTo>
                    <a:cubicBezTo>
                      <a:pt x="34787" y="1694"/>
                      <a:pt x="34769" y="847"/>
                      <a:pt x="34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3"/>
              <p:cNvSpPr/>
              <p:nvPr/>
            </p:nvSpPr>
            <p:spPr>
              <a:xfrm>
                <a:off x="4791675" y="3842238"/>
                <a:ext cx="993025" cy="1100200"/>
              </a:xfrm>
              <a:custGeom>
                <a:avLst/>
                <a:gdLst/>
                <a:ahLst/>
                <a:cxnLst/>
                <a:rect l="l" t="t" r="r" b="b"/>
                <a:pathLst>
                  <a:path w="39721" h="44008" extrusionOk="0">
                    <a:moveTo>
                      <a:pt x="39711" y="0"/>
                    </a:moveTo>
                    <a:lnTo>
                      <a:pt x="39711" y="0"/>
                    </a:lnTo>
                    <a:cubicBezTo>
                      <a:pt x="39310" y="542"/>
                      <a:pt x="38960" y="1100"/>
                      <a:pt x="38594" y="1651"/>
                    </a:cubicBezTo>
                    <a:cubicBezTo>
                      <a:pt x="38227" y="2192"/>
                      <a:pt x="37878" y="2725"/>
                      <a:pt x="37528" y="3275"/>
                    </a:cubicBezTo>
                    <a:cubicBezTo>
                      <a:pt x="37162" y="3807"/>
                      <a:pt x="36804" y="4340"/>
                      <a:pt x="36472" y="4881"/>
                    </a:cubicBezTo>
                    <a:cubicBezTo>
                      <a:pt x="36105" y="5405"/>
                      <a:pt x="35756" y="5938"/>
                      <a:pt x="35407" y="6462"/>
                    </a:cubicBezTo>
                    <a:cubicBezTo>
                      <a:pt x="35049" y="6986"/>
                      <a:pt x="34699" y="7501"/>
                      <a:pt x="34350" y="8025"/>
                    </a:cubicBezTo>
                    <a:cubicBezTo>
                      <a:pt x="34167" y="8287"/>
                      <a:pt x="33992" y="8549"/>
                      <a:pt x="33818" y="8793"/>
                    </a:cubicBezTo>
                    <a:cubicBezTo>
                      <a:pt x="33643" y="9055"/>
                      <a:pt x="33468" y="9308"/>
                      <a:pt x="33294" y="9570"/>
                    </a:cubicBezTo>
                    <a:cubicBezTo>
                      <a:pt x="32936" y="10077"/>
                      <a:pt x="32569" y="10583"/>
                      <a:pt x="32220" y="11089"/>
                    </a:cubicBezTo>
                    <a:cubicBezTo>
                      <a:pt x="31862" y="11578"/>
                      <a:pt x="31495" y="12085"/>
                      <a:pt x="31146" y="12583"/>
                    </a:cubicBezTo>
                    <a:cubicBezTo>
                      <a:pt x="29688" y="14556"/>
                      <a:pt x="28221" y="16503"/>
                      <a:pt x="26693" y="18389"/>
                    </a:cubicBezTo>
                    <a:cubicBezTo>
                      <a:pt x="25165" y="20275"/>
                      <a:pt x="23593" y="22109"/>
                      <a:pt x="21978" y="23916"/>
                    </a:cubicBezTo>
                    <a:cubicBezTo>
                      <a:pt x="20362" y="25706"/>
                      <a:pt x="18686" y="27461"/>
                      <a:pt x="16966" y="29173"/>
                    </a:cubicBezTo>
                    <a:cubicBezTo>
                      <a:pt x="15254" y="30884"/>
                      <a:pt x="13473" y="32560"/>
                      <a:pt x="11648" y="34202"/>
                    </a:cubicBezTo>
                    <a:cubicBezTo>
                      <a:pt x="9815" y="35844"/>
                      <a:pt x="7937" y="37468"/>
                      <a:pt x="5999" y="39083"/>
                    </a:cubicBezTo>
                    <a:cubicBezTo>
                      <a:pt x="5519" y="39476"/>
                      <a:pt x="5021" y="39878"/>
                      <a:pt x="4532" y="40297"/>
                    </a:cubicBezTo>
                    <a:cubicBezTo>
                      <a:pt x="4034" y="40690"/>
                      <a:pt x="3537" y="41091"/>
                      <a:pt x="3039" y="41510"/>
                    </a:cubicBezTo>
                    <a:cubicBezTo>
                      <a:pt x="2532" y="41912"/>
                      <a:pt x="2035" y="42314"/>
                      <a:pt x="1528" y="42742"/>
                    </a:cubicBezTo>
                    <a:cubicBezTo>
                      <a:pt x="1022" y="43143"/>
                      <a:pt x="507" y="43562"/>
                      <a:pt x="0" y="44008"/>
                    </a:cubicBezTo>
                    <a:cubicBezTo>
                      <a:pt x="664" y="43955"/>
                      <a:pt x="1319" y="43850"/>
                      <a:pt x="1991" y="43763"/>
                    </a:cubicBezTo>
                    <a:cubicBezTo>
                      <a:pt x="2646" y="43650"/>
                      <a:pt x="3283" y="43519"/>
                      <a:pt x="3938" y="43370"/>
                    </a:cubicBezTo>
                    <a:cubicBezTo>
                      <a:pt x="4584" y="43222"/>
                      <a:pt x="5230" y="43047"/>
                      <a:pt x="5877" y="42872"/>
                    </a:cubicBezTo>
                    <a:cubicBezTo>
                      <a:pt x="6505" y="42672"/>
                      <a:pt x="7143" y="42471"/>
                      <a:pt x="7771" y="42261"/>
                    </a:cubicBezTo>
                    <a:cubicBezTo>
                      <a:pt x="10286" y="41388"/>
                      <a:pt x="12713" y="40262"/>
                      <a:pt x="15045" y="38943"/>
                    </a:cubicBezTo>
                    <a:cubicBezTo>
                      <a:pt x="17367" y="37625"/>
                      <a:pt x="19568" y="36105"/>
                      <a:pt x="21655" y="34412"/>
                    </a:cubicBezTo>
                    <a:cubicBezTo>
                      <a:pt x="23733" y="32718"/>
                      <a:pt x="25680" y="30867"/>
                      <a:pt x="27487" y="28876"/>
                    </a:cubicBezTo>
                    <a:cubicBezTo>
                      <a:pt x="29286" y="26894"/>
                      <a:pt x="30936" y="24763"/>
                      <a:pt x="32394" y="22519"/>
                    </a:cubicBezTo>
                    <a:cubicBezTo>
                      <a:pt x="33870" y="20266"/>
                      <a:pt x="35162" y="17909"/>
                      <a:pt x="36227" y="15464"/>
                    </a:cubicBezTo>
                    <a:cubicBezTo>
                      <a:pt x="36489" y="14844"/>
                      <a:pt x="36743" y="14224"/>
                      <a:pt x="36996" y="13613"/>
                    </a:cubicBezTo>
                    <a:cubicBezTo>
                      <a:pt x="37223" y="12984"/>
                      <a:pt x="37450" y="12364"/>
                      <a:pt x="37668" y="11736"/>
                    </a:cubicBezTo>
                    <a:cubicBezTo>
                      <a:pt x="37782" y="11412"/>
                      <a:pt x="37878" y="11098"/>
                      <a:pt x="37974" y="10784"/>
                    </a:cubicBezTo>
                    <a:lnTo>
                      <a:pt x="38271" y="9832"/>
                    </a:lnTo>
                    <a:cubicBezTo>
                      <a:pt x="38445" y="9186"/>
                      <a:pt x="38611" y="8549"/>
                      <a:pt x="38768" y="7902"/>
                    </a:cubicBezTo>
                    <a:cubicBezTo>
                      <a:pt x="38917" y="7247"/>
                      <a:pt x="39048" y="6601"/>
                      <a:pt x="39179" y="5946"/>
                    </a:cubicBezTo>
                    <a:cubicBezTo>
                      <a:pt x="39284" y="5292"/>
                      <a:pt x="39397" y="4637"/>
                      <a:pt x="39484" y="3982"/>
                    </a:cubicBezTo>
                    <a:cubicBezTo>
                      <a:pt x="39554" y="3318"/>
                      <a:pt x="39615" y="2663"/>
                      <a:pt x="39668" y="2000"/>
                    </a:cubicBezTo>
                    <a:cubicBezTo>
                      <a:pt x="39694" y="1327"/>
                      <a:pt x="39720" y="664"/>
                      <a:pt x="397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3"/>
              <p:cNvSpPr/>
              <p:nvPr/>
            </p:nvSpPr>
            <p:spPr>
              <a:xfrm>
                <a:off x="4791675" y="3841363"/>
                <a:ext cx="993025" cy="1101075"/>
              </a:xfrm>
              <a:custGeom>
                <a:avLst/>
                <a:gdLst/>
                <a:ahLst/>
                <a:cxnLst/>
                <a:rect l="l" t="t" r="r" b="b"/>
                <a:pathLst>
                  <a:path w="39721" h="44043" extrusionOk="0">
                    <a:moveTo>
                      <a:pt x="39720" y="0"/>
                    </a:moveTo>
                    <a:lnTo>
                      <a:pt x="39720" y="0"/>
                    </a:lnTo>
                    <a:cubicBezTo>
                      <a:pt x="38035" y="4811"/>
                      <a:pt x="35904" y="9457"/>
                      <a:pt x="33320" y="13822"/>
                    </a:cubicBezTo>
                    <a:lnTo>
                      <a:pt x="32333" y="15447"/>
                    </a:lnTo>
                    <a:lnTo>
                      <a:pt x="31303" y="17053"/>
                    </a:lnTo>
                    <a:lnTo>
                      <a:pt x="30238" y="18625"/>
                    </a:lnTo>
                    <a:lnTo>
                      <a:pt x="29120" y="20162"/>
                    </a:lnTo>
                    <a:cubicBezTo>
                      <a:pt x="27618" y="22205"/>
                      <a:pt x="26020" y="24169"/>
                      <a:pt x="24318" y="26047"/>
                    </a:cubicBezTo>
                    <a:cubicBezTo>
                      <a:pt x="22632" y="27933"/>
                      <a:pt x="20842" y="29723"/>
                      <a:pt x="18965" y="31425"/>
                    </a:cubicBezTo>
                    <a:lnTo>
                      <a:pt x="17542" y="32691"/>
                    </a:lnTo>
                    <a:lnTo>
                      <a:pt x="16093" y="33914"/>
                    </a:lnTo>
                    <a:lnTo>
                      <a:pt x="14608" y="35101"/>
                    </a:lnTo>
                    <a:lnTo>
                      <a:pt x="13089" y="36263"/>
                    </a:lnTo>
                    <a:cubicBezTo>
                      <a:pt x="9020" y="39275"/>
                      <a:pt x="4628" y="41868"/>
                      <a:pt x="0" y="44043"/>
                    </a:cubicBezTo>
                    <a:cubicBezTo>
                      <a:pt x="4794" y="42296"/>
                      <a:pt x="9369" y="39869"/>
                      <a:pt x="13613" y="36944"/>
                    </a:cubicBezTo>
                    <a:lnTo>
                      <a:pt x="15184" y="35835"/>
                    </a:lnTo>
                    <a:lnTo>
                      <a:pt x="16712" y="34665"/>
                    </a:lnTo>
                    <a:lnTo>
                      <a:pt x="18206" y="33451"/>
                    </a:lnTo>
                    <a:lnTo>
                      <a:pt x="19672" y="32203"/>
                    </a:lnTo>
                    <a:cubicBezTo>
                      <a:pt x="21593" y="30509"/>
                      <a:pt x="23427" y="28684"/>
                      <a:pt x="25147" y="26789"/>
                    </a:cubicBezTo>
                    <a:cubicBezTo>
                      <a:pt x="26867" y="24868"/>
                      <a:pt x="28483" y="22868"/>
                      <a:pt x="29976" y="20773"/>
                    </a:cubicBezTo>
                    <a:lnTo>
                      <a:pt x="31067" y="19192"/>
                    </a:lnTo>
                    <a:lnTo>
                      <a:pt x="32115" y="17577"/>
                    </a:lnTo>
                    <a:lnTo>
                      <a:pt x="33119" y="15927"/>
                    </a:lnTo>
                    <a:lnTo>
                      <a:pt x="34071" y="14242"/>
                    </a:lnTo>
                    <a:cubicBezTo>
                      <a:pt x="36533" y="9745"/>
                      <a:pt x="38480" y="4960"/>
                      <a:pt x="397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3"/>
              <p:cNvSpPr/>
              <p:nvPr/>
            </p:nvSpPr>
            <p:spPr>
              <a:xfrm>
                <a:off x="4798875" y="4489238"/>
                <a:ext cx="1145825" cy="488175"/>
              </a:xfrm>
              <a:custGeom>
                <a:avLst/>
                <a:gdLst/>
                <a:ahLst/>
                <a:cxnLst/>
                <a:rect l="l" t="t" r="r" b="b"/>
                <a:pathLst>
                  <a:path w="45833" h="19527" extrusionOk="0">
                    <a:moveTo>
                      <a:pt x="45832" y="1"/>
                    </a:moveTo>
                    <a:lnTo>
                      <a:pt x="45832" y="1"/>
                    </a:lnTo>
                    <a:cubicBezTo>
                      <a:pt x="45308" y="219"/>
                      <a:pt x="44802" y="455"/>
                      <a:pt x="44313" y="682"/>
                    </a:cubicBezTo>
                    <a:cubicBezTo>
                      <a:pt x="43807" y="918"/>
                      <a:pt x="43326" y="1145"/>
                      <a:pt x="42846" y="1380"/>
                    </a:cubicBezTo>
                    <a:cubicBezTo>
                      <a:pt x="42357" y="1616"/>
                      <a:pt x="41877" y="1843"/>
                      <a:pt x="41405" y="2079"/>
                    </a:cubicBezTo>
                    <a:cubicBezTo>
                      <a:pt x="40925" y="2315"/>
                      <a:pt x="40462" y="2542"/>
                      <a:pt x="39991" y="2769"/>
                    </a:cubicBezTo>
                    <a:cubicBezTo>
                      <a:pt x="39511" y="2996"/>
                      <a:pt x="39039" y="3214"/>
                      <a:pt x="38585" y="3450"/>
                    </a:cubicBezTo>
                    <a:cubicBezTo>
                      <a:pt x="38341" y="3555"/>
                      <a:pt x="38114" y="3668"/>
                      <a:pt x="37887" y="3773"/>
                    </a:cubicBezTo>
                    <a:cubicBezTo>
                      <a:pt x="37651" y="3886"/>
                      <a:pt x="37424" y="4000"/>
                      <a:pt x="37197" y="4113"/>
                    </a:cubicBezTo>
                    <a:cubicBezTo>
                      <a:pt x="36725" y="4323"/>
                      <a:pt x="36271" y="4541"/>
                      <a:pt x="35809" y="4759"/>
                    </a:cubicBezTo>
                    <a:cubicBezTo>
                      <a:pt x="35354" y="4960"/>
                      <a:pt x="34892" y="5170"/>
                      <a:pt x="34438" y="5388"/>
                    </a:cubicBezTo>
                    <a:cubicBezTo>
                      <a:pt x="32587" y="6226"/>
                      <a:pt x="30779" y="7038"/>
                      <a:pt x="28946" y="7798"/>
                    </a:cubicBezTo>
                    <a:cubicBezTo>
                      <a:pt x="27112" y="8566"/>
                      <a:pt x="25278" y="9300"/>
                      <a:pt x="23436" y="9998"/>
                    </a:cubicBezTo>
                    <a:cubicBezTo>
                      <a:pt x="21585" y="10697"/>
                      <a:pt x="19725" y="11352"/>
                      <a:pt x="17848" y="11972"/>
                    </a:cubicBezTo>
                    <a:cubicBezTo>
                      <a:pt x="15953" y="12592"/>
                      <a:pt x="14058" y="13185"/>
                      <a:pt x="12129" y="13762"/>
                    </a:cubicBezTo>
                    <a:cubicBezTo>
                      <a:pt x="10181" y="14338"/>
                      <a:pt x="8217" y="14897"/>
                      <a:pt x="6209" y="15438"/>
                    </a:cubicBezTo>
                    <a:cubicBezTo>
                      <a:pt x="5711" y="15569"/>
                      <a:pt x="5204" y="15718"/>
                      <a:pt x="4689" y="15857"/>
                    </a:cubicBezTo>
                    <a:cubicBezTo>
                      <a:pt x="4183" y="15988"/>
                      <a:pt x="3668" y="16128"/>
                      <a:pt x="3153" y="16268"/>
                    </a:cubicBezTo>
                    <a:cubicBezTo>
                      <a:pt x="2637" y="16416"/>
                      <a:pt x="2113" y="16556"/>
                      <a:pt x="1590" y="16704"/>
                    </a:cubicBezTo>
                    <a:cubicBezTo>
                      <a:pt x="1066" y="16853"/>
                      <a:pt x="533" y="16992"/>
                      <a:pt x="0" y="17176"/>
                    </a:cubicBezTo>
                    <a:cubicBezTo>
                      <a:pt x="507" y="17420"/>
                      <a:pt x="1031" y="17612"/>
                      <a:pt x="1581" y="17822"/>
                    </a:cubicBezTo>
                    <a:cubicBezTo>
                      <a:pt x="2105" y="18005"/>
                      <a:pt x="2629" y="18171"/>
                      <a:pt x="3161" y="18337"/>
                    </a:cubicBezTo>
                    <a:cubicBezTo>
                      <a:pt x="3694" y="18486"/>
                      <a:pt x="4235" y="18617"/>
                      <a:pt x="4777" y="18748"/>
                    </a:cubicBezTo>
                    <a:cubicBezTo>
                      <a:pt x="5309" y="18861"/>
                      <a:pt x="5859" y="18966"/>
                      <a:pt x="6401" y="19062"/>
                    </a:cubicBezTo>
                    <a:cubicBezTo>
                      <a:pt x="8289" y="19379"/>
                      <a:pt x="10211" y="19527"/>
                      <a:pt x="12131" y="19527"/>
                    </a:cubicBezTo>
                    <a:cubicBezTo>
                      <a:pt x="12430" y="19527"/>
                      <a:pt x="12729" y="19523"/>
                      <a:pt x="13028" y="19516"/>
                    </a:cubicBezTo>
                    <a:cubicBezTo>
                      <a:pt x="15254" y="19455"/>
                      <a:pt x="17472" y="19210"/>
                      <a:pt x="19655" y="18774"/>
                    </a:cubicBezTo>
                    <a:cubicBezTo>
                      <a:pt x="21838" y="18337"/>
                      <a:pt x="23986" y="17726"/>
                      <a:pt x="26073" y="16940"/>
                    </a:cubicBezTo>
                    <a:cubicBezTo>
                      <a:pt x="28168" y="16154"/>
                      <a:pt x="30185" y="15202"/>
                      <a:pt x="32115" y="14102"/>
                    </a:cubicBezTo>
                    <a:cubicBezTo>
                      <a:pt x="34053" y="12993"/>
                      <a:pt x="35887" y="11727"/>
                      <a:pt x="37598" y="10313"/>
                    </a:cubicBezTo>
                    <a:cubicBezTo>
                      <a:pt x="38026" y="9955"/>
                      <a:pt x="38437" y="9579"/>
                      <a:pt x="38856" y="9221"/>
                    </a:cubicBezTo>
                    <a:cubicBezTo>
                      <a:pt x="39257" y="8837"/>
                      <a:pt x="39659" y="8470"/>
                      <a:pt x="40052" y="8078"/>
                    </a:cubicBezTo>
                    <a:cubicBezTo>
                      <a:pt x="40253" y="7877"/>
                      <a:pt x="40445" y="7667"/>
                      <a:pt x="40628" y="7475"/>
                    </a:cubicBezTo>
                    <a:cubicBezTo>
                      <a:pt x="40820" y="7274"/>
                      <a:pt x="41013" y="7082"/>
                      <a:pt x="41196" y="6873"/>
                    </a:cubicBezTo>
                    <a:cubicBezTo>
                      <a:pt x="41563" y="6462"/>
                      <a:pt x="41921" y="6043"/>
                      <a:pt x="42279" y="5615"/>
                    </a:cubicBezTo>
                    <a:cubicBezTo>
                      <a:pt x="42619" y="5196"/>
                      <a:pt x="42968" y="4759"/>
                      <a:pt x="43291" y="4305"/>
                    </a:cubicBezTo>
                    <a:cubicBezTo>
                      <a:pt x="43615" y="3851"/>
                      <a:pt x="43929" y="3389"/>
                      <a:pt x="44234" y="2935"/>
                    </a:cubicBezTo>
                    <a:cubicBezTo>
                      <a:pt x="44531" y="2463"/>
                      <a:pt x="44811" y="1983"/>
                      <a:pt x="45081" y="1503"/>
                    </a:cubicBezTo>
                    <a:cubicBezTo>
                      <a:pt x="45352" y="1005"/>
                      <a:pt x="45597" y="507"/>
                      <a:pt x="458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3"/>
              <p:cNvSpPr/>
              <p:nvPr/>
            </p:nvSpPr>
            <p:spPr>
              <a:xfrm>
                <a:off x="4798875" y="4489238"/>
                <a:ext cx="1145825" cy="438025"/>
              </a:xfrm>
              <a:custGeom>
                <a:avLst/>
                <a:gdLst/>
                <a:ahLst/>
                <a:cxnLst/>
                <a:rect l="l" t="t" r="r" b="b"/>
                <a:pathLst>
                  <a:path w="45833" h="17521" extrusionOk="0">
                    <a:moveTo>
                      <a:pt x="45832" y="1"/>
                    </a:moveTo>
                    <a:lnTo>
                      <a:pt x="45832" y="1"/>
                    </a:lnTo>
                    <a:cubicBezTo>
                      <a:pt x="42698" y="2804"/>
                      <a:pt x="39336" y="5327"/>
                      <a:pt x="35774" y="7492"/>
                    </a:cubicBezTo>
                    <a:cubicBezTo>
                      <a:pt x="32220" y="9667"/>
                      <a:pt x="28448" y="11492"/>
                      <a:pt x="24554" y="12950"/>
                    </a:cubicBezTo>
                    <a:cubicBezTo>
                      <a:pt x="20651" y="14417"/>
                      <a:pt x="16625" y="15508"/>
                      <a:pt x="12504" y="16215"/>
                    </a:cubicBezTo>
                    <a:cubicBezTo>
                      <a:pt x="8691" y="16871"/>
                      <a:pt x="4810" y="17182"/>
                      <a:pt x="918" y="17182"/>
                    </a:cubicBezTo>
                    <a:cubicBezTo>
                      <a:pt x="612" y="17182"/>
                      <a:pt x="306" y="17180"/>
                      <a:pt x="0" y="17176"/>
                    </a:cubicBezTo>
                    <a:lnTo>
                      <a:pt x="0" y="17176"/>
                    </a:lnTo>
                    <a:cubicBezTo>
                      <a:pt x="1890" y="17409"/>
                      <a:pt x="3794" y="17520"/>
                      <a:pt x="5701" y="17520"/>
                    </a:cubicBezTo>
                    <a:cubicBezTo>
                      <a:pt x="8015" y="17520"/>
                      <a:pt x="10333" y="17356"/>
                      <a:pt x="12635" y="17045"/>
                    </a:cubicBezTo>
                    <a:cubicBezTo>
                      <a:pt x="16826" y="16486"/>
                      <a:pt x="20965" y="15456"/>
                      <a:pt x="24938" y="13971"/>
                    </a:cubicBezTo>
                    <a:cubicBezTo>
                      <a:pt x="28911" y="12487"/>
                      <a:pt x="32709" y="10540"/>
                      <a:pt x="36236" y="8208"/>
                    </a:cubicBezTo>
                    <a:cubicBezTo>
                      <a:pt x="39764" y="5868"/>
                      <a:pt x="43012" y="3127"/>
                      <a:pt x="458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45" name="Google Shape;645;p13"/>
          <p:cNvGrpSpPr/>
          <p:nvPr/>
        </p:nvGrpSpPr>
        <p:grpSpPr>
          <a:xfrm>
            <a:off x="131657" y="1067709"/>
            <a:ext cx="9012337" cy="1735102"/>
            <a:chOff x="131657" y="1067709"/>
            <a:chExt cx="9012337" cy="1735102"/>
          </a:xfrm>
        </p:grpSpPr>
        <p:grpSp>
          <p:nvGrpSpPr>
            <p:cNvPr id="646" name="Google Shape;646;p13"/>
            <p:cNvGrpSpPr/>
            <p:nvPr/>
          </p:nvGrpSpPr>
          <p:grpSpPr>
            <a:xfrm>
              <a:off x="131657" y="1207881"/>
              <a:ext cx="416358" cy="1594930"/>
              <a:chOff x="10512770" y="3179919"/>
              <a:chExt cx="416358" cy="1594930"/>
            </a:xfrm>
          </p:grpSpPr>
          <p:sp>
            <p:nvSpPr>
              <p:cNvPr id="647" name="Google Shape;647;p13"/>
              <p:cNvSpPr/>
              <p:nvPr/>
            </p:nvSpPr>
            <p:spPr>
              <a:xfrm rot="10800000">
                <a:off x="10694807" y="4461480"/>
                <a:ext cx="64785" cy="64785"/>
              </a:xfrm>
              <a:custGeom>
                <a:avLst/>
                <a:gdLst/>
                <a:ahLst/>
                <a:cxnLst/>
                <a:rect l="l" t="t" r="r" b="b"/>
                <a:pathLst>
                  <a:path w="4576" h="4576" extrusionOk="0">
                    <a:moveTo>
                      <a:pt x="2295" y="0"/>
                    </a:moveTo>
                    <a:cubicBezTo>
                      <a:pt x="1008" y="0"/>
                      <a:pt x="0" y="1040"/>
                      <a:pt x="0" y="2280"/>
                    </a:cubicBezTo>
                    <a:cubicBezTo>
                      <a:pt x="0" y="3552"/>
                      <a:pt x="1008" y="4576"/>
                      <a:pt x="2295" y="4576"/>
                    </a:cubicBezTo>
                    <a:cubicBezTo>
                      <a:pt x="3567" y="4576"/>
                      <a:pt x="4575" y="3521"/>
                      <a:pt x="4575" y="2280"/>
                    </a:cubicBezTo>
                    <a:cubicBezTo>
                      <a:pt x="4575" y="1009"/>
                      <a:pt x="3567" y="0"/>
                      <a:pt x="22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3"/>
              <p:cNvSpPr/>
              <p:nvPr/>
            </p:nvSpPr>
            <p:spPr>
              <a:xfrm rot="10800000">
                <a:off x="10636173" y="4349482"/>
                <a:ext cx="40193" cy="40193"/>
              </a:xfrm>
              <a:custGeom>
                <a:avLst/>
                <a:gdLst/>
                <a:ahLst/>
                <a:cxnLst/>
                <a:rect l="l" t="t" r="r" b="b"/>
                <a:pathLst>
                  <a:path w="2839" h="2839" extrusionOk="0">
                    <a:moveTo>
                      <a:pt x="1412" y="0"/>
                    </a:moveTo>
                    <a:cubicBezTo>
                      <a:pt x="636" y="0"/>
                      <a:pt x="0" y="667"/>
                      <a:pt x="0" y="1427"/>
                    </a:cubicBezTo>
                    <a:cubicBezTo>
                      <a:pt x="0" y="2172"/>
                      <a:pt x="636" y="2839"/>
                      <a:pt x="1412" y="2839"/>
                    </a:cubicBezTo>
                    <a:cubicBezTo>
                      <a:pt x="2187" y="2839"/>
                      <a:pt x="2838" y="2172"/>
                      <a:pt x="2838" y="1427"/>
                    </a:cubicBezTo>
                    <a:cubicBezTo>
                      <a:pt x="2838" y="652"/>
                      <a:pt x="2171" y="0"/>
                      <a:pt x="14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3"/>
              <p:cNvSpPr/>
              <p:nvPr/>
            </p:nvSpPr>
            <p:spPr>
              <a:xfrm rot="10800000">
                <a:off x="10739397" y="4281187"/>
                <a:ext cx="116389" cy="116389"/>
              </a:xfrm>
              <a:custGeom>
                <a:avLst/>
                <a:gdLst/>
                <a:ahLst/>
                <a:cxnLst/>
                <a:rect l="l" t="t" r="r" b="b"/>
                <a:pathLst>
                  <a:path w="8221" h="8221" extrusionOk="0">
                    <a:moveTo>
                      <a:pt x="4111" y="0"/>
                    </a:moveTo>
                    <a:cubicBezTo>
                      <a:pt x="1800" y="0"/>
                      <a:pt x="1" y="1861"/>
                      <a:pt x="1" y="4110"/>
                    </a:cubicBezTo>
                    <a:cubicBezTo>
                      <a:pt x="1" y="6359"/>
                      <a:pt x="1846" y="8189"/>
                      <a:pt x="4111" y="8220"/>
                    </a:cubicBezTo>
                    <a:cubicBezTo>
                      <a:pt x="6406" y="8220"/>
                      <a:pt x="8221" y="6359"/>
                      <a:pt x="8221" y="4110"/>
                    </a:cubicBezTo>
                    <a:cubicBezTo>
                      <a:pt x="8221" y="1799"/>
                      <a:pt x="6360" y="0"/>
                      <a:pt x="41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3"/>
              <p:cNvSpPr/>
              <p:nvPr/>
            </p:nvSpPr>
            <p:spPr>
              <a:xfrm rot="10800000">
                <a:off x="10660117" y="4190057"/>
                <a:ext cx="56007" cy="56007"/>
              </a:xfrm>
              <a:custGeom>
                <a:avLst/>
                <a:gdLst/>
                <a:ahLst/>
                <a:cxnLst/>
                <a:rect l="l" t="t" r="r" b="b"/>
                <a:pathLst>
                  <a:path w="3956" h="3956" extrusionOk="0">
                    <a:moveTo>
                      <a:pt x="1971" y="1"/>
                    </a:moveTo>
                    <a:cubicBezTo>
                      <a:pt x="885" y="1"/>
                      <a:pt x="1" y="885"/>
                      <a:pt x="1" y="1986"/>
                    </a:cubicBezTo>
                    <a:cubicBezTo>
                      <a:pt x="1" y="3072"/>
                      <a:pt x="885" y="3956"/>
                      <a:pt x="1971" y="3956"/>
                    </a:cubicBezTo>
                    <a:cubicBezTo>
                      <a:pt x="3056" y="3956"/>
                      <a:pt x="3956" y="3056"/>
                      <a:pt x="3956" y="1986"/>
                    </a:cubicBezTo>
                    <a:cubicBezTo>
                      <a:pt x="3956" y="900"/>
                      <a:pt x="3056" y="1"/>
                      <a:pt x="19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3"/>
              <p:cNvSpPr/>
              <p:nvPr/>
            </p:nvSpPr>
            <p:spPr>
              <a:xfrm rot="10800000">
                <a:off x="10777379" y="4127914"/>
                <a:ext cx="52269" cy="52269"/>
              </a:xfrm>
              <a:custGeom>
                <a:avLst/>
                <a:gdLst/>
                <a:ahLst/>
                <a:cxnLst/>
                <a:rect l="l" t="t" r="r" b="b"/>
                <a:pathLst>
                  <a:path w="3692" h="3692" extrusionOk="0">
                    <a:moveTo>
                      <a:pt x="1846" y="1"/>
                    </a:moveTo>
                    <a:cubicBezTo>
                      <a:pt x="822" y="1"/>
                      <a:pt x="0" y="838"/>
                      <a:pt x="0" y="1846"/>
                    </a:cubicBezTo>
                    <a:cubicBezTo>
                      <a:pt x="0" y="2839"/>
                      <a:pt x="807" y="3692"/>
                      <a:pt x="1846" y="3692"/>
                    </a:cubicBezTo>
                    <a:cubicBezTo>
                      <a:pt x="2885" y="3692"/>
                      <a:pt x="3692" y="2870"/>
                      <a:pt x="3692" y="1846"/>
                    </a:cubicBezTo>
                    <a:cubicBezTo>
                      <a:pt x="3692" y="823"/>
                      <a:pt x="2854" y="1"/>
                      <a:pt x="18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3"/>
              <p:cNvSpPr/>
              <p:nvPr/>
            </p:nvSpPr>
            <p:spPr>
              <a:xfrm rot="10800000">
                <a:off x="10699633" y="4025801"/>
                <a:ext cx="44596" cy="44582"/>
              </a:xfrm>
              <a:custGeom>
                <a:avLst/>
                <a:gdLst/>
                <a:ahLst/>
                <a:cxnLst/>
                <a:rect l="l" t="t" r="r" b="b"/>
                <a:pathLst>
                  <a:path w="3150" h="3149" extrusionOk="0">
                    <a:moveTo>
                      <a:pt x="1583" y="0"/>
                    </a:moveTo>
                    <a:cubicBezTo>
                      <a:pt x="683" y="0"/>
                      <a:pt x="1" y="714"/>
                      <a:pt x="1" y="1567"/>
                    </a:cubicBezTo>
                    <a:cubicBezTo>
                      <a:pt x="1" y="2404"/>
                      <a:pt x="699" y="3102"/>
                      <a:pt x="1583" y="3149"/>
                    </a:cubicBezTo>
                    <a:cubicBezTo>
                      <a:pt x="2467" y="3149"/>
                      <a:pt x="3149" y="2420"/>
                      <a:pt x="3149" y="1567"/>
                    </a:cubicBezTo>
                    <a:cubicBezTo>
                      <a:pt x="3149" y="683"/>
                      <a:pt x="2436" y="0"/>
                      <a:pt x="15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3"/>
              <p:cNvSpPr/>
              <p:nvPr/>
            </p:nvSpPr>
            <p:spPr>
              <a:xfrm rot="10800000">
                <a:off x="10512770" y="4381541"/>
                <a:ext cx="79933" cy="79721"/>
              </a:xfrm>
              <a:custGeom>
                <a:avLst/>
                <a:gdLst/>
                <a:ahLst/>
                <a:cxnLst/>
                <a:rect l="l" t="t" r="r" b="b"/>
                <a:pathLst>
                  <a:path w="5646" h="5631" extrusionOk="0">
                    <a:moveTo>
                      <a:pt x="2823" y="0"/>
                    </a:moveTo>
                    <a:cubicBezTo>
                      <a:pt x="1241" y="0"/>
                      <a:pt x="0" y="1241"/>
                      <a:pt x="0" y="2808"/>
                    </a:cubicBezTo>
                    <a:cubicBezTo>
                      <a:pt x="0" y="4389"/>
                      <a:pt x="1303" y="5630"/>
                      <a:pt x="2839" y="5630"/>
                    </a:cubicBezTo>
                    <a:cubicBezTo>
                      <a:pt x="4405" y="5630"/>
                      <a:pt x="5646" y="4389"/>
                      <a:pt x="5646" y="2808"/>
                    </a:cubicBezTo>
                    <a:cubicBezTo>
                      <a:pt x="5646" y="1241"/>
                      <a:pt x="4390" y="0"/>
                      <a:pt x="28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3"/>
              <p:cNvSpPr/>
              <p:nvPr/>
            </p:nvSpPr>
            <p:spPr>
              <a:xfrm rot="10800000">
                <a:off x="10868731" y="4490901"/>
                <a:ext cx="60396" cy="60396"/>
              </a:xfrm>
              <a:custGeom>
                <a:avLst/>
                <a:gdLst/>
                <a:ahLst/>
                <a:cxnLst/>
                <a:rect l="l" t="t" r="r" b="b"/>
                <a:pathLst>
                  <a:path w="4266" h="4266" extrusionOk="0">
                    <a:moveTo>
                      <a:pt x="2125" y="0"/>
                    </a:moveTo>
                    <a:cubicBezTo>
                      <a:pt x="962" y="0"/>
                      <a:pt x="1" y="977"/>
                      <a:pt x="1" y="2141"/>
                    </a:cubicBezTo>
                    <a:cubicBezTo>
                      <a:pt x="1" y="3304"/>
                      <a:pt x="962" y="4265"/>
                      <a:pt x="2125" y="4265"/>
                    </a:cubicBezTo>
                    <a:cubicBezTo>
                      <a:pt x="3289" y="4265"/>
                      <a:pt x="4266" y="3304"/>
                      <a:pt x="4266" y="2141"/>
                    </a:cubicBezTo>
                    <a:cubicBezTo>
                      <a:pt x="4266" y="977"/>
                      <a:pt x="3289" y="0"/>
                      <a:pt x="2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3"/>
              <p:cNvSpPr/>
              <p:nvPr/>
            </p:nvSpPr>
            <p:spPr>
              <a:xfrm rot="10800000">
                <a:off x="10785065" y="4626383"/>
                <a:ext cx="28556" cy="28570"/>
              </a:xfrm>
              <a:custGeom>
                <a:avLst/>
                <a:gdLst/>
                <a:ahLst/>
                <a:cxnLst/>
                <a:rect l="l" t="t" r="r" b="b"/>
                <a:pathLst>
                  <a:path w="2017" h="2018" extrusionOk="0">
                    <a:moveTo>
                      <a:pt x="1009" y="1"/>
                    </a:moveTo>
                    <a:cubicBezTo>
                      <a:pt x="450" y="1"/>
                      <a:pt x="1" y="435"/>
                      <a:pt x="1" y="1009"/>
                    </a:cubicBezTo>
                    <a:cubicBezTo>
                      <a:pt x="1" y="1521"/>
                      <a:pt x="450" y="1971"/>
                      <a:pt x="1009" y="2017"/>
                    </a:cubicBezTo>
                    <a:cubicBezTo>
                      <a:pt x="1567" y="2017"/>
                      <a:pt x="2017" y="1567"/>
                      <a:pt x="2017" y="1009"/>
                    </a:cubicBezTo>
                    <a:cubicBezTo>
                      <a:pt x="2017" y="435"/>
                      <a:pt x="1567" y="1"/>
                      <a:pt x="10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3"/>
              <p:cNvSpPr/>
              <p:nvPr/>
            </p:nvSpPr>
            <p:spPr>
              <a:xfrm rot="10800000">
                <a:off x="10760034" y="4726968"/>
                <a:ext cx="47881" cy="47881"/>
              </a:xfrm>
              <a:custGeom>
                <a:avLst/>
                <a:gdLst/>
                <a:ahLst/>
                <a:cxnLst/>
                <a:rect l="l" t="t" r="r" b="b"/>
                <a:pathLst>
                  <a:path w="3382" h="3382" extrusionOk="0">
                    <a:moveTo>
                      <a:pt x="1691" y="1"/>
                    </a:moveTo>
                    <a:cubicBezTo>
                      <a:pt x="761" y="1"/>
                      <a:pt x="1" y="761"/>
                      <a:pt x="1" y="1691"/>
                    </a:cubicBezTo>
                    <a:cubicBezTo>
                      <a:pt x="1" y="2622"/>
                      <a:pt x="761" y="3382"/>
                      <a:pt x="1691" y="3382"/>
                    </a:cubicBezTo>
                    <a:cubicBezTo>
                      <a:pt x="2622" y="3382"/>
                      <a:pt x="3382" y="2622"/>
                      <a:pt x="3382" y="1691"/>
                    </a:cubicBezTo>
                    <a:cubicBezTo>
                      <a:pt x="3382" y="761"/>
                      <a:pt x="2622" y="1"/>
                      <a:pt x="1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3"/>
              <p:cNvSpPr/>
              <p:nvPr/>
            </p:nvSpPr>
            <p:spPr>
              <a:xfrm rot="10800000">
                <a:off x="10751469" y="3804446"/>
                <a:ext cx="60396" cy="60396"/>
              </a:xfrm>
              <a:custGeom>
                <a:avLst/>
                <a:gdLst/>
                <a:ahLst/>
                <a:cxnLst/>
                <a:rect l="l" t="t" r="r" b="b"/>
                <a:pathLst>
                  <a:path w="4266" h="4266" extrusionOk="0">
                    <a:moveTo>
                      <a:pt x="2126" y="0"/>
                    </a:moveTo>
                    <a:cubicBezTo>
                      <a:pt x="962" y="0"/>
                      <a:pt x="1" y="977"/>
                      <a:pt x="1" y="2141"/>
                    </a:cubicBezTo>
                    <a:cubicBezTo>
                      <a:pt x="1" y="3304"/>
                      <a:pt x="962" y="4234"/>
                      <a:pt x="2126" y="4265"/>
                    </a:cubicBezTo>
                    <a:cubicBezTo>
                      <a:pt x="3289" y="4265"/>
                      <a:pt x="4266" y="3304"/>
                      <a:pt x="4266" y="2141"/>
                    </a:cubicBezTo>
                    <a:cubicBezTo>
                      <a:pt x="4266" y="977"/>
                      <a:pt x="3289" y="0"/>
                      <a:pt x="21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3"/>
              <p:cNvSpPr/>
              <p:nvPr/>
            </p:nvSpPr>
            <p:spPr>
              <a:xfrm rot="10800000">
                <a:off x="10805710" y="3637556"/>
                <a:ext cx="47654" cy="47654"/>
              </a:xfrm>
              <a:custGeom>
                <a:avLst/>
                <a:gdLst/>
                <a:ahLst/>
                <a:cxnLst/>
                <a:rect l="l" t="t" r="r" b="b"/>
                <a:pathLst>
                  <a:path w="3366" h="3366" extrusionOk="0">
                    <a:moveTo>
                      <a:pt x="1675" y="0"/>
                    </a:moveTo>
                    <a:cubicBezTo>
                      <a:pt x="745" y="0"/>
                      <a:pt x="0" y="745"/>
                      <a:pt x="0" y="1691"/>
                    </a:cubicBezTo>
                    <a:cubicBezTo>
                      <a:pt x="0" y="2621"/>
                      <a:pt x="745" y="3366"/>
                      <a:pt x="1675" y="3366"/>
                    </a:cubicBezTo>
                    <a:cubicBezTo>
                      <a:pt x="2622" y="3366"/>
                      <a:pt x="3366" y="2621"/>
                      <a:pt x="3366" y="1691"/>
                    </a:cubicBezTo>
                    <a:cubicBezTo>
                      <a:pt x="3366" y="745"/>
                      <a:pt x="2622" y="0"/>
                      <a:pt x="16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3"/>
              <p:cNvSpPr/>
              <p:nvPr/>
            </p:nvSpPr>
            <p:spPr>
              <a:xfrm rot="10800000">
                <a:off x="10879489" y="3471756"/>
                <a:ext cx="20217" cy="20217"/>
              </a:xfrm>
              <a:custGeom>
                <a:avLst/>
                <a:gdLst/>
                <a:ahLst/>
                <a:cxnLst/>
                <a:rect l="l" t="t" r="r" b="b"/>
                <a:pathLst>
                  <a:path w="1428" h="1428" extrusionOk="0">
                    <a:moveTo>
                      <a:pt x="714" y="1"/>
                    </a:moveTo>
                    <a:cubicBezTo>
                      <a:pt x="327" y="1"/>
                      <a:pt x="1" y="311"/>
                      <a:pt x="1" y="714"/>
                    </a:cubicBezTo>
                    <a:cubicBezTo>
                      <a:pt x="1" y="1117"/>
                      <a:pt x="327" y="1427"/>
                      <a:pt x="714" y="1427"/>
                    </a:cubicBezTo>
                    <a:cubicBezTo>
                      <a:pt x="1102" y="1427"/>
                      <a:pt x="1428" y="1117"/>
                      <a:pt x="1428" y="714"/>
                    </a:cubicBezTo>
                    <a:cubicBezTo>
                      <a:pt x="1428" y="326"/>
                      <a:pt x="1102" y="1"/>
                      <a:pt x="7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3"/>
              <p:cNvSpPr/>
              <p:nvPr/>
            </p:nvSpPr>
            <p:spPr>
              <a:xfrm rot="10800000">
                <a:off x="10780009" y="3338239"/>
                <a:ext cx="16040" cy="16040"/>
              </a:xfrm>
              <a:custGeom>
                <a:avLst/>
                <a:gdLst/>
                <a:ahLst/>
                <a:cxnLst/>
                <a:rect l="l" t="t" r="r" b="b"/>
                <a:pathLst>
                  <a:path w="1133" h="1133" extrusionOk="0">
                    <a:moveTo>
                      <a:pt x="559" y="0"/>
                    </a:moveTo>
                    <a:cubicBezTo>
                      <a:pt x="233" y="0"/>
                      <a:pt x="0" y="233"/>
                      <a:pt x="0" y="558"/>
                    </a:cubicBezTo>
                    <a:cubicBezTo>
                      <a:pt x="0" y="900"/>
                      <a:pt x="233" y="1132"/>
                      <a:pt x="559" y="1132"/>
                    </a:cubicBezTo>
                    <a:cubicBezTo>
                      <a:pt x="900" y="1132"/>
                      <a:pt x="1133" y="900"/>
                      <a:pt x="1133" y="558"/>
                    </a:cubicBezTo>
                    <a:cubicBezTo>
                      <a:pt x="1133" y="233"/>
                      <a:pt x="900" y="0"/>
                      <a:pt x="5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3"/>
              <p:cNvSpPr/>
              <p:nvPr/>
            </p:nvSpPr>
            <p:spPr>
              <a:xfrm rot="10800000">
                <a:off x="10831393" y="3179919"/>
                <a:ext cx="36243" cy="36243"/>
              </a:xfrm>
              <a:custGeom>
                <a:avLst/>
                <a:gdLst/>
                <a:ahLst/>
                <a:cxnLst/>
                <a:rect l="l" t="t" r="r" b="b"/>
                <a:pathLst>
                  <a:path w="2560" h="2560" extrusionOk="0">
                    <a:moveTo>
                      <a:pt x="1272" y="1"/>
                    </a:moveTo>
                    <a:cubicBezTo>
                      <a:pt x="559" y="1"/>
                      <a:pt x="0" y="606"/>
                      <a:pt x="0" y="1272"/>
                    </a:cubicBezTo>
                    <a:cubicBezTo>
                      <a:pt x="0" y="1955"/>
                      <a:pt x="559" y="2529"/>
                      <a:pt x="1272" y="2560"/>
                    </a:cubicBezTo>
                    <a:cubicBezTo>
                      <a:pt x="2001" y="2560"/>
                      <a:pt x="2559" y="1955"/>
                      <a:pt x="2559" y="1272"/>
                    </a:cubicBezTo>
                    <a:cubicBezTo>
                      <a:pt x="2559" y="559"/>
                      <a:pt x="1955" y="1"/>
                      <a:pt x="12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2" name="Google Shape;662;p13"/>
            <p:cNvGrpSpPr/>
            <p:nvPr/>
          </p:nvGrpSpPr>
          <p:grpSpPr>
            <a:xfrm>
              <a:off x="8273284" y="1067709"/>
              <a:ext cx="870711" cy="827216"/>
              <a:chOff x="9980459" y="2165834"/>
              <a:chExt cx="870711" cy="827216"/>
            </a:xfrm>
          </p:grpSpPr>
          <p:sp>
            <p:nvSpPr>
              <p:cNvPr id="663" name="Google Shape;663;p13"/>
              <p:cNvSpPr/>
              <p:nvPr/>
            </p:nvSpPr>
            <p:spPr>
              <a:xfrm rot="10800000">
                <a:off x="10213460" y="2343701"/>
                <a:ext cx="134624" cy="134624"/>
              </a:xfrm>
              <a:custGeom>
                <a:avLst/>
                <a:gdLst/>
                <a:ahLst/>
                <a:cxnLst/>
                <a:rect l="l" t="t" r="r" b="b"/>
                <a:pathLst>
                  <a:path w="9509" h="9509" extrusionOk="0">
                    <a:moveTo>
                      <a:pt x="4747" y="1"/>
                    </a:moveTo>
                    <a:cubicBezTo>
                      <a:pt x="2141" y="1"/>
                      <a:pt x="1" y="2141"/>
                      <a:pt x="1" y="4747"/>
                    </a:cubicBezTo>
                    <a:cubicBezTo>
                      <a:pt x="1" y="7368"/>
                      <a:pt x="2141" y="9508"/>
                      <a:pt x="4747" y="9508"/>
                    </a:cubicBezTo>
                    <a:cubicBezTo>
                      <a:pt x="7368" y="9508"/>
                      <a:pt x="9508" y="7368"/>
                      <a:pt x="9508" y="4747"/>
                    </a:cubicBezTo>
                    <a:cubicBezTo>
                      <a:pt x="9508" y="2141"/>
                      <a:pt x="7368" y="1"/>
                      <a:pt x="47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3"/>
              <p:cNvSpPr/>
              <p:nvPr/>
            </p:nvSpPr>
            <p:spPr>
              <a:xfrm rot="10800000">
                <a:off x="10777154" y="2288576"/>
                <a:ext cx="74015" cy="74242"/>
              </a:xfrm>
              <a:custGeom>
                <a:avLst/>
                <a:gdLst/>
                <a:ahLst/>
                <a:cxnLst/>
                <a:rect l="l" t="t" r="r" b="b"/>
                <a:pathLst>
                  <a:path w="5228" h="5244" extrusionOk="0">
                    <a:moveTo>
                      <a:pt x="2622" y="1"/>
                    </a:moveTo>
                    <a:cubicBezTo>
                      <a:pt x="1164" y="1"/>
                      <a:pt x="1" y="1164"/>
                      <a:pt x="1" y="2622"/>
                    </a:cubicBezTo>
                    <a:cubicBezTo>
                      <a:pt x="1" y="4080"/>
                      <a:pt x="1164" y="5243"/>
                      <a:pt x="2622" y="5243"/>
                    </a:cubicBezTo>
                    <a:cubicBezTo>
                      <a:pt x="4064" y="5243"/>
                      <a:pt x="5227" y="4080"/>
                      <a:pt x="5227" y="2622"/>
                    </a:cubicBezTo>
                    <a:cubicBezTo>
                      <a:pt x="5227" y="1164"/>
                      <a:pt x="4064" y="1"/>
                      <a:pt x="26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3"/>
              <p:cNvSpPr/>
              <p:nvPr/>
            </p:nvSpPr>
            <p:spPr>
              <a:xfrm rot="10800000">
                <a:off x="10495198" y="2600634"/>
                <a:ext cx="74015" cy="74228"/>
              </a:xfrm>
              <a:custGeom>
                <a:avLst/>
                <a:gdLst/>
                <a:ahLst/>
                <a:cxnLst/>
                <a:rect l="l" t="t" r="r" b="b"/>
                <a:pathLst>
                  <a:path w="5228" h="5243" extrusionOk="0">
                    <a:moveTo>
                      <a:pt x="2606" y="1"/>
                    </a:moveTo>
                    <a:cubicBezTo>
                      <a:pt x="1164" y="1"/>
                      <a:pt x="1" y="1164"/>
                      <a:pt x="1" y="2622"/>
                    </a:cubicBezTo>
                    <a:cubicBezTo>
                      <a:pt x="1" y="4080"/>
                      <a:pt x="1164" y="5243"/>
                      <a:pt x="2606" y="5243"/>
                    </a:cubicBezTo>
                    <a:cubicBezTo>
                      <a:pt x="4064" y="5196"/>
                      <a:pt x="5228" y="4018"/>
                      <a:pt x="5228" y="2622"/>
                    </a:cubicBezTo>
                    <a:cubicBezTo>
                      <a:pt x="5228" y="1164"/>
                      <a:pt x="4064" y="1"/>
                      <a:pt x="26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3"/>
              <p:cNvSpPr/>
              <p:nvPr/>
            </p:nvSpPr>
            <p:spPr>
              <a:xfrm rot="10800000">
                <a:off x="10489491" y="2202505"/>
                <a:ext cx="61486" cy="61486"/>
              </a:xfrm>
              <a:custGeom>
                <a:avLst/>
                <a:gdLst/>
                <a:ahLst/>
                <a:cxnLst/>
                <a:rect l="l" t="t" r="r" b="b"/>
                <a:pathLst>
                  <a:path w="4343" h="4343" extrusionOk="0">
                    <a:moveTo>
                      <a:pt x="2171" y="0"/>
                    </a:moveTo>
                    <a:cubicBezTo>
                      <a:pt x="977" y="0"/>
                      <a:pt x="0" y="977"/>
                      <a:pt x="0" y="2172"/>
                    </a:cubicBezTo>
                    <a:cubicBezTo>
                      <a:pt x="0" y="3381"/>
                      <a:pt x="977" y="4343"/>
                      <a:pt x="2171" y="4343"/>
                    </a:cubicBezTo>
                    <a:cubicBezTo>
                      <a:pt x="3381" y="4312"/>
                      <a:pt x="4343" y="3335"/>
                      <a:pt x="4343" y="2172"/>
                    </a:cubicBezTo>
                    <a:cubicBezTo>
                      <a:pt x="4343" y="977"/>
                      <a:pt x="3381" y="0"/>
                      <a:pt x="21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3"/>
              <p:cNvSpPr/>
              <p:nvPr/>
            </p:nvSpPr>
            <p:spPr>
              <a:xfrm rot="10800000">
                <a:off x="9980459" y="2165834"/>
                <a:ext cx="61500" cy="61486"/>
              </a:xfrm>
              <a:custGeom>
                <a:avLst/>
                <a:gdLst/>
                <a:ahLst/>
                <a:cxnLst/>
                <a:rect l="l" t="t" r="r" b="b"/>
                <a:pathLst>
                  <a:path w="4344" h="4343" extrusionOk="0">
                    <a:moveTo>
                      <a:pt x="2172" y="0"/>
                    </a:moveTo>
                    <a:cubicBezTo>
                      <a:pt x="962" y="0"/>
                      <a:pt x="0" y="962"/>
                      <a:pt x="0" y="2172"/>
                    </a:cubicBezTo>
                    <a:cubicBezTo>
                      <a:pt x="0" y="3366"/>
                      <a:pt x="962" y="4343"/>
                      <a:pt x="2172" y="4343"/>
                    </a:cubicBezTo>
                    <a:cubicBezTo>
                      <a:pt x="3366" y="4343"/>
                      <a:pt x="4343" y="3366"/>
                      <a:pt x="4343" y="2172"/>
                    </a:cubicBezTo>
                    <a:cubicBezTo>
                      <a:pt x="4343" y="962"/>
                      <a:pt x="3366" y="0"/>
                      <a:pt x="21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3"/>
              <p:cNvSpPr/>
              <p:nvPr/>
            </p:nvSpPr>
            <p:spPr>
              <a:xfrm rot="10800000">
                <a:off x="10821069" y="2980308"/>
                <a:ext cx="12529" cy="12742"/>
              </a:xfrm>
              <a:custGeom>
                <a:avLst/>
                <a:gdLst/>
                <a:ahLst/>
                <a:cxnLst/>
                <a:rect l="l" t="t" r="r" b="b"/>
                <a:pathLst>
                  <a:path w="885" h="900" extrusionOk="0">
                    <a:moveTo>
                      <a:pt x="435" y="0"/>
                    </a:moveTo>
                    <a:cubicBezTo>
                      <a:pt x="186" y="0"/>
                      <a:pt x="0" y="218"/>
                      <a:pt x="0" y="450"/>
                    </a:cubicBezTo>
                    <a:cubicBezTo>
                      <a:pt x="0" y="698"/>
                      <a:pt x="171" y="853"/>
                      <a:pt x="435" y="900"/>
                    </a:cubicBezTo>
                    <a:cubicBezTo>
                      <a:pt x="698" y="900"/>
                      <a:pt x="884" y="698"/>
                      <a:pt x="884" y="450"/>
                    </a:cubicBezTo>
                    <a:cubicBezTo>
                      <a:pt x="884" y="202"/>
                      <a:pt x="667" y="0"/>
                      <a:pt x="4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69" name="Google Shape;669;p13"/>
          <p:cNvGrpSpPr/>
          <p:nvPr/>
        </p:nvGrpSpPr>
        <p:grpSpPr>
          <a:xfrm>
            <a:off x="1220766" y="158532"/>
            <a:ext cx="7719823" cy="4703454"/>
            <a:chOff x="1220766" y="158532"/>
            <a:chExt cx="7719823" cy="4703454"/>
          </a:xfrm>
        </p:grpSpPr>
        <p:grpSp>
          <p:nvGrpSpPr>
            <p:cNvPr id="670" name="Google Shape;670;p13"/>
            <p:cNvGrpSpPr/>
            <p:nvPr/>
          </p:nvGrpSpPr>
          <p:grpSpPr>
            <a:xfrm>
              <a:off x="8693300" y="4603988"/>
              <a:ext cx="247289" cy="257998"/>
              <a:chOff x="6257237" y="2492613"/>
              <a:chExt cx="247289" cy="257998"/>
            </a:xfrm>
          </p:grpSpPr>
          <p:sp>
            <p:nvSpPr>
              <p:cNvPr id="671" name="Google Shape;671;p13"/>
              <p:cNvSpPr/>
              <p:nvPr/>
            </p:nvSpPr>
            <p:spPr>
              <a:xfrm>
                <a:off x="6262205" y="2525600"/>
                <a:ext cx="229216" cy="225011"/>
              </a:xfrm>
              <a:custGeom>
                <a:avLst/>
                <a:gdLst/>
                <a:ahLst/>
                <a:cxnLst/>
                <a:rect l="l" t="t" r="r" b="b"/>
                <a:pathLst>
                  <a:path w="18643" h="18301" extrusionOk="0">
                    <a:moveTo>
                      <a:pt x="15645" y="0"/>
                    </a:moveTo>
                    <a:cubicBezTo>
                      <a:pt x="15453" y="0"/>
                      <a:pt x="15258" y="48"/>
                      <a:pt x="15076" y="97"/>
                    </a:cubicBezTo>
                    <a:cubicBezTo>
                      <a:pt x="10330" y="1430"/>
                      <a:pt x="5398" y="2857"/>
                      <a:pt x="1194" y="5540"/>
                    </a:cubicBezTo>
                    <a:cubicBezTo>
                      <a:pt x="217" y="6285"/>
                      <a:pt x="0" y="8053"/>
                      <a:pt x="78" y="9170"/>
                    </a:cubicBezTo>
                    <a:cubicBezTo>
                      <a:pt x="109" y="9635"/>
                      <a:pt x="248" y="10178"/>
                      <a:pt x="621" y="10410"/>
                    </a:cubicBezTo>
                    <a:cubicBezTo>
                      <a:pt x="825" y="10543"/>
                      <a:pt x="1056" y="10587"/>
                      <a:pt x="1298" y="10587"/>
                    </a:cubicBezTo>
                    <a:cubicBezTo>
                      <a:pt x="1772" y="10587"/>
                      <a:pt x="2289" y="10419"/>
                      <a:pt x="2732" y="10419"/>
                    </a:cubicBezTo>
                    <a:cubicBezTo>
                      <a:pt x="2992" y="10419"/>
                      <a:pt x="3226" y="10477"/>
                      <a:pt x="3412" y="10659"/>
                    </a:cubicBezTo>
                    <a:cubicBezTo>
                      <a:pt x="3738" y="11000"/>
                      <a:pt x="3707" y="11496"/>
                      <a:pt x="3707" y="11961"/>
                    </a:cubicBezTo>
                    <a:cubicBezTo>
                      <a:pt x="3660" y="12970"/>
                      <a:pt x="3816" y="14133"/>
                      <a:pt x="4715" y="14645"/>
                    </a:cubicBezTo>
                    <a:cubicBezTo>
                      <a:pt x="5049" y="14853"/>
                      <a:pt x="5427" y="14906"/>
                      <a:pt x="5824" y="14906"/>
                    </a:cubicBezTo>
                    <a:cubicBezTo>
                      <a:pt x="6230" y="14906"/>
                      <a:pt x="6657" y="14851"/>
                      <a:pt x="7079" y="14851"/>
                    </a:cubicBezTo>
                    <a:cubicBezTo>
                      <a:pt x="7318" y="14851"/>
                      <a:pt x="7555" y="14869"/>
                      <a:pt x="7786" y="14924"/>
                    </a:cubicBezTo>
                    <a:cubicBezTo>
                      <a:pt x="8515" y="15110"/>
                      <a:pt x="9089" y="15653"/>
                      <a:pt x="9337" y="16304"/>
                    </a:cubicBezTo>
                    <a:cubicBezTo>
                      <a:pt x="9523" y="16723"/>
                      <a:pt x="9523" y="17173"/>
                      <a:pt x="9802" y="17545"/>
                    </a:cubicBezTo>
                    <a:cubicBezTo>
                      <a:pt x="9988" y="17793"/>
                      <a:pt x="10221" y="17917"/>
                      <a:pt x="10531" y="18057"/>
                    </a:cubicBezTo>
                    <a:cubicBezTo>
                      <a:pt x="10927" y="18220"/>
                      <a:pt x="11353" y="18301"/>
                      <a:pt x="11774" y="18301"/>
                    </a:cubicBezTo>
                    <a:cubicBezTo>
                      <a:pt x="12195" y="18301"/>
                      <a:pt x="12609" y="18220"/>
                      <a:pt x="12982" y="18057"/>
                    </a:cubicBezTo>
                    <a:cubicBezTo>
                      <a:pt x="13494" y="17840"/>
                      <a:pt x="13943" y="17514"/>
                      <a:pt x="14362" y="17111"/>
                    </a:cubicBezTo>
                    <a:cubicBezTo>
                      <a:pt x="15944" y="15606"/>
                      <a:pt x="16859" y="13481"/>
                      <a:pt x="17278" y="11341"/>
                    </a:cubicBezTo>
                    <a:cubicBezTo>
                      <a:pt x="17681" y="9216"/>
                      <a:pt x="17681" y="7029"/>
                      <a:pt x="17635" y="4811"/>
                    </a:cubicBezTo>
                    <a:lnTo>
                      <a:pt x="17635" y="4811"/>
                    </a:lnTo>
                    <a:cubicBezTo>
                      <a:pt x="17697" y="4832"/>
                      <a:pt x="17760" y="4842"/>
                      <a:pt x="17821" y="4842"/>
                    </a:cubicBezTo>
                    <a:cubicBezTo>
                      <a:pt x="18261" y="4842"/>
                      <a:pt x="18643" y="4345"/>
                      <a:pt x="18643" y="3896"/>
                    </a:cubicBezTo>
                    <a:cubicBezTo>
                      <a:pt x="18643" y="3354"/>
                      <a:pt x="18317" y="2888"/>
                      <a:pt x="17991" y="2485"/>
                    </a:cubicBezTo>
                    <a:cubicBezTo>
                      <a:pt x="17480" y="1865"/>
                      <a:pt x="17030" y="1182"/>
                      <a:pt x="16533" y="562"/>
                    </a:cubicBezTo>
                    <a:cubicBezTo>
                      <a:pt x="16363" y="345"/>
                      <a:pt x="16239" y="159"/>
                      <a:pt x="15991" y="66"/>
                    </a:cubicBezTo>
                    <a:cubicBezTo>
                      <a:pt x="15879" y="18"/>
                      <a:pt x="15762" y="0"/>
                      <a:pt x="156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3"/>
              <p:cNvSpPr/>
              <p:nvPr/>
            </p:nvSpPr>
            <p:spPr>
              <a:xfrm>
                <a:off x="6257237" y="2492613"/>
                <a:ext cx="247289" cy="255847"/>
              </a:xfrm>
              <a:custGeom>
                <a:avLst/>
                <a:gdLst/>
                <a:ahLst/>
                <a:cxnLst/>
                <a:rect l="l" t="t" r="r" b="b"/>
                <a:pathLst>
                  <a:path w="20113" h="20809" extrusionOk="0">
                    <a:moveTo>
                      <a:pt x="14171" y="0"/>
                    </a:moveTo>
                    <a:cubicBezTo>
                      <a:pt x="13607" y="0"/>
                      <a:pt x="13062" y="271"/>
                      <a:pt x="12734" y="732"/>
                    </a:cubicBezTo>
                    <a:cubicBezTo>
                      <a:pt x="12269" y="1306"/>
                      <a:pt x="12316" y="2113"/>
                      <a:pt x="12548" y="2733"/>
                    </a:cubicBezTo>
                    <a:cubicBezTo>
                      <a:pt x="12521" y="2665"/>
                      <a:pt x="12400" y="2637"/>
                      <a:pt x="12215" y="2637"/>
                    </a:cubicBezTo>
                    <a:cubicBezTo>
                      <a:pt x="11254" y="2637"/>
                      <a:pt x="8557" y="3412"/>
                      <a:pt x="8128" y="3555"/>
                    </a:cubicBezTo>
                    <a:cubicBezTo>
                      <a:pt x="7228" y="3896"/>
                      <a:pt x="6313" y="4253"/>
                      <a:pt x="5476" y="4718"/>
                    </a:cubicBezTo>
                    <a:cubicBezTo>
                      <a:pt x="5073" y="4935"/>
                      <a:pt x="4607" y="5184"/>
                      <a:pt x="4235" y="5478"/>
                    </a:cubicBezTo>
                    <a:cubicBezTo>
                      <a:pt x="1986" y="6936"/>
                      <a:pt x="1" y="9356"/>
                      <a:pt x="1040" y="12194"/>
                    </a:cubicBezTo>
                    <a:cubicBezTo>
                      <a:pt x="1087" y="12364"/>
                      <a:pt x="1149" y="12520"/>
                      <a:pt x="1335" y="12597"/>
                    </a:cubicBezTo>
                    <a:cubicBezTo>
                      <a:pt x="1443" y="12675"/>
                      <a:pt x="1660" y="12706"/>
                      <a:pt x="1831" y="12706"/>
                    </a:cubicBezTo>
                    <a:cubicBezTo>
                      <a:pt x="2265" y="12706"/>
                      <a:pt x="2735" y="12665"/>
                      <a:pt x="3186" y="12665"/>
                    </a:cubicBezTo>
                    <a:cubicBezTo>
                      <a:pt x="3914" y="12665"/>
                      <a:pt x="4593" y="12771"/>
                      <a:pt x="4995" y="13326"/>
                    </a:cubicBezTo>
                    <a:cubicBezTo>
                      <a:pt x="5615" y="14210"/>
                      <a:pt x="5073" y="15653"/>
                      <a:pt x="5833" y="16459"/>
                    </a:cubicBezTo>
                    <a:cubicBezTo>
                      <a:pt x="6701" y="17405"/>
                      <a:pt x="8547" y="16537"/>
                      <a:pt x="9493" y="17405"/>
                    </a:cubicBezTo>
                    <a:cubicBezTo>
                      <a:pt x="10144" y="17979"/>
                      <a:pt x="10036" y="19065"/>
                      <a:pt x="10501" y="19825"/>
                    </a:cubicBezTo>
                    <a:cubicBezTo>
                      <a:pt x="10893" y="20486"/>
                      <a:pt x="11680" y="20808"/>
                      <a:pt x="12445" y="20808"/>
                    </a:cubicBezTo>
                    <a:cubicBezTo>
                      <a:pt x="12649" y="20808"/>
                      <a:pt x="12852" y="20785"/>
                      <a:pt x="13045" y="20740"/>
                    </a:cubicBezTo>
                    <a:cubicBezTo>
                      <a:pt x="13991" y="20523"/>
                      <a:pt x="14782" y="19902"/>
                      <a:pt x="15464" y="19189"/>
                    </a:cubicBezTo>
                    <a:cubicBezTo>
                      <a:pt x="18426" y="16149"/>
                      <a:pt x="19559" y="11434"/>
                      <a:pt x="18333" y="7355"/>
                    </a:cubicBezTo>
                    <a:lnTo>
                      <a:pt x="18333" y="7355"/>
                    </a:lnTo>
                    <a:cubicBezTo>
                      <a:pt x="18351" y="7356"/>
                      <a:pt x="18369" y="7356"/>
                      <a:pt x="18387" y="7356"/>
                    </a:cubicBezTo>
                    <a:cubicBezTo>
                      <a:pt x="19442" y="7356"/>
                      <a:pt x="20112" y="6004"/>
                      <a:pt x="19822" y="4997"/>
                    </a:cubicBezTo>
                    <a:cubicBezTo>
                      <a:pt x="19528" y="3943"/>
                      <a:pt x="18659" y="3152"/>
                      <a:pt x="17821" y="2454"/>
                    </a:cubicBezTo>
                    <a:cubicBezTo>
                      <a:pt x="17201" y="1958"/>
                      <a:pt x="16627" y="1446"/>
                      <a:pt x="15991" y="903"/>
                    </a:cubicBezTo>
                    <a:cubicBezTo>
                      <a:pt x="15573" y="577"/>
                      <a:pt x="15154" y="251"/>
                      <a:pt x="14642" y="65"/>
                    </a:cubicBezTo>
                    <a:cubicBezTo>
                      <a:pt x="14486" y="21"/>
                      <a:pt x="14328" y="0"/>
                      <a:pt x="141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3"/>
              <p:cNvSpPr/>
              <p:nvPr/>
            </p:nvSpPr>
            <p:spPr>
              <a:xfrm>
                <a:off x="6327798" y="2554236"/>
                <a:ext cx="86581" cy="72295"/>
              </a:xfrm>
              <a:custGeom>
                <a:avLst/>
                <a:gdLst/>
                <a:ahLst/>
                <a:cxnLst/>
                <a:rect l="l" t="t" r="r" b="b"/>
                <a:pathLst>
                  <a:path w="7042" h="5880" extrusionOk="0">
                    <a:moveTo>
                      <a:pt x="7042" y="1"/>
                    </a:moveTo>
                    <a:lnTo>
                      <a:pt x="7042" y="1"/>
                    </a:lnTo>
                    <a:cubicBezTo>
                      <a:pt x="6297" y="187"/>
                      <a:pt x="5537" y="544"/>
                      <a:pt x="4871" y="916"/>
                    </a:cubicBezTo>
                    <a:cubicBezTo>
                      <a:pt x="4204" y="1304"/>
                      <a:pt x="3583" y="1738"/>
                      <a:pt x="2963" y="2250"/>
                    </a:cubicBezTo>
                    <a:cubicBezTo>
                      <a:pt x="2342" y="2762"/>
                      <a:pt x="1800" y="3289"/>
                      <a:pt x="1288" y="3925"/>
                    </a:cubicBezTo>
                    <a:cubicBezTo>
                      <a:pt x="791" y="4545"/>
                      <a:pt x="326" y="5150"/>
                      <a:pt x="0" y="5879"/>
                    </a:cubicBezTo>
                    <a:cubicBezTo>
                      <a:pt x="574" y="5367"/>
                      <a:pt x="1164" y="4824"/>
                      <a:pt x="1753" y="4328"/>
                    </a:cubicBezTo>
                    <a:cubicBezTo>
                      <a:pt x="2296" y="3832"/>
                      <a:pt x="2885" y="3289"/>
                      <a:pt x="3459" y="2824"/>
                    </a:cubicBezTo>
                    <a:cubicBezTo>
                      <a:pt x="4002" y="2327"/>
                      <a:pt x="4622" y="1878"/>
                      <a:pt x="5212" y="1412"/>
                    </a:cubicBezTo>
                    <a:cubicBezTo>
                      <a:pt x="5848" y="947"/>
                      <a:pt x="6421" y="497"/>
                      <a:pt x="70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3"/>
              <p:cNvSpPr/>
              <p:nvPr/>
            </p:nvSpPr>
            <p:spPr>
              <a:xfrm>
                <a:off x="6388253" y="2587235"/>
                <a:ext cx="55303" cy="91536"/>
              </a:xfrm>
              <a:custGeom>
                <a:avLst/>
                <a:gdLst/>
                <a:ahLst/>
                <a:cxnLst/>
                <a:rect l="l" t="t" r="r" b="b"/>
                <a:pathLst>
                  <a:path w="4498" h="7445" extrusionOk="0">
                    <a:moveTo>
                      <a:pt x="4467" y="0"/>
                    </a:moveTo>
                    <a:lnTo>
                      <a:pt x="4467" y="0"/>
                    </a:lnTo>
                    <a:cubicBezTo>
                      <a:pt x="4172" y="698"/>
                      <a:pt x="3908" y="1365"/>
                      <a:pt x="3629" y="2032"/>
                    </a:cubicBezTo>
                    <a:cubicBezTo>
                      <a:pt x="3335" y="2714"/>
                      <a:pt x="2993" y="3335"/>
                      <a:pt x="2621" y="3955"/>
                    </a:cubicBezTo>
                    <a:cubicBezTo>
                      <a:pt x="2295" y="4575"/>
                      <a:pt x="1877" y="5149"/>
                      <a:pt x="1411" y="5739"/>
                    </a:cubicBezTo>
                    <a:cubicBezTo>
                      <a:pt x="1008" y="6312"/>
                      <a:pt x="512" y="6855"/>
                      <a:pt x="0" y="7445"/>
                    </a:cubicBezTo>
                    <a:cubicBezTo>
                      <a:pt x="667" y="7103"/>
                      <a:pt x="1287" y="6638"/>
                      <a:pt x="1877" y="6157"/>
                    </a:cubicBezTo>
                    <a:cubicBezTo>
                      <a:pt x="2420" y="5615"/>
                      <a:pt x="2885" y="5041"/>
                      <a:pt x="3304" y="4374"/>
                    </a:cubicBezTo>
                    <a:cubicBezTo>
                      <a:pt x="3707" y="3691"/>
                      <a:pt x="4002" y="2993"/>
                      <a:pt x="4203" y="2249"/>
                    </a:cubicBezTo>
                    <a:cubicBezTo>
                      <a:pt x="4420" y="1551"/>
                      <a:pt x="4498" y="745"/>
                      <a:pt x="44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3"/>
              <p:cNvSpPr/>
              <p:nvPr/>
            </p:nvSpPr>
            <p:spPr>
              <a:xfrm>
                <a:off x="6343622" y="2698554"/>
                <a:ext cx="93835" cy="49905"/>
              </a:xfrm>
              <a:custGeom>
                <a:avLst/>
                <a:gdLst/>
                <a:ahLst/>
                <a:cxnLst/>
                <a:rect l="l" t="t" r="r" b="b"/>
                <a:pathLst>
                  <a:path w="7632" h="4059" extrusionOk="0">
                    <a:moveTo>
                      <a:pt x="1428" y="1"/>
                    </a:moveTo>
                    <a:cubicBezTo>
                      <a:pt x="958" y="1"/>
                      <a:pt x="453" y="138"/>
                      <a:pt x="1" y="190"/>
                    </a:cubicBezTo>
                    <a:cubicBezTo>
                      <a:pt x="838" y="221"/>
                      <a:pt x="1784" y="112"/>
                      <a:pt x="2374" y="655"/>
                    </a:cubicBezTo>
                    <a:cubicBezTo>
                      <a:pt x="3025" y="1229"/>
                      <a:pt x="2917" y="2315"/>
                      <a:pt x="3382" y="3075"/>
                    </a:cubicBezTo>
                    <a:cubicBezTo>
                      <a:pt x="3774" y="3736"/>
                      <a:pt x="4561" y="4058"/>
                      <a:pt x="5318" y="4058"/>
                    </a:cubicBezTo>
                    <a:cubicBezTo>
                      <a:pt x="5520" y="4058"/>
                      <a:pt x="5720" y="4035"/>
                      <a:pt x="5910" y="3990"/>
                    </a:cubicBezTo>
                    <a:cubicBezTo>
                      <a:pt x="6530" y="3819"/>
                      <a:pt x="7120" y="3478"/>
                      <a:pt x="7632" y="3075"/>
                    </a:cubicBezTo>
                    <a:lnTo>
                      <a:pt x="7632" y="3075"/>
                    </a:lnTo>
                    <a:cubicBezTo>
                      <a:pt x="6936" y="3448"/>
                      <a:pt x="6188" y="3714"/>
                      <a:pt x="5377" y="3714"/>
                    </a:cubicBezTo>
                    <a:cubicBezTo>
                      <a:pt x="5211" y="3714"/>
                      <a:pt x="5042" y="3703"/>
                      <a:pt x="4871" y="3679"/>
                    </a:cubicBezTo>
                    <a:cubicBezTo>
                      <a:pt x="4576" y="3633"/>
                      <a:pt x="4297" y="3602"/>
                      <a:pt x="4111" y="3385"/>
                    </a:cubicBezTo>
                    <a:cubicBezTo>
                      <a:pt x="3940" y="3214"/>
                      <a:pt x="3863" y="2982"/>
                      <a:pt x="3832" y="2764"/>
                    </a:cubicBezTo>
                    <a:cubicBezTo>
                      <a:pt x="3646" y="2191"/>
                      <a:pt x="3490" y="1555"/>
                      <a:pt x="3165" y="1058"/>
                    </a:cubicBezTo>
                    <a:cubicBezTo>
                      <a:pt x="2839" y="562"/>
                      <a:pt x="2327" y="112"/>
                      <a:pt x="1707" y="19"/>
                    </a:cubicBezTo>
                    <a:cubicBezTo>
                      <a:pt x="1616" y="6"/>
                      <a:pt x="1523" y="1"/>
                      <a:pt x="14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3"/>
              <p:cNvSpPr/>
              <p:nvPr/>
            </p:nvSpPr>
            <p:spPr>
              <a:xfrm>
                <a:off x="6268106" y="2640055"/>
                <a:ext cx="61524" cy="55315"/>
              </a:xfrm>
              <a:custGeom>
                <a:avLst/>
                <a:gdLst/>
                <a:ahLst/>
                <a:cxnLst/>
                <a:rect l="l" t="t" r="r" b="b"/>
                <a:pathLst>
                  <a:path w="5004" h="4499" extrusionOk="0">
                    <a:moveTo>
                      <a:pt x="1" y="0"/>
                    </a:moveTo>
                    <a:cubicBezTo>
                      <a:pt x="1" y="47"/>
                      <a:pt x="32" y="124"/>
                      <a:pt x="32" y="171"/>
                    </a:cubicBezTo>
                    <a:cubicBezTo>
                      <a:pt x="141" y="310"/>
                      <a:pt x="218" y="481"/>
                      <a:pt x="389" y="559"/>
                    </a:cubicBezTo>
                    <a:cubicBezTo>
                      <a:pt x="497" y="636"/>
                      <a:pt x="714" y="683"/>
                      <a:pt x="885" y="683"/>
                    </a:cubicBezTo>
                    <a:cubicBezTo>
                      <a:pt x="1329" y="683"/>
                      <a:pt x="1810" y="637"/>
                      <a:pt x="2271" y="637"/>
                    </a:cubicBezTo>
                    <a:cubicBezTo>
                      <a:pt x="2987" y="637"/>
                      <a:pt x="3653" y="746"/>
                      <a:pt x="4049" y="1303"/>
                    </a:cubicBezTo>
                    <a:cubicBezTo>
                      <a:pt x="4669" y="2172"/>
                      <a:pt x="4127" y="3629"/>
                      <a:pt x="4887" y="4420"/>
                    </a:cubicBezTo>
                    <a:cubicBezTo>
                      <a:pt x="4904" y="4446"/>
                      <a:pt x="4926" y="4458"/>
                      <a:pt x="4942" y="4468"/>
                    </a:cubicBezTo>
                    <a:lnTo>
                      <a:pt x="4942" y="4468"/>
                    </a:lnTo>
                    <a:cubicBezTo>
                      <a:pt x="4391" y="3703"/>
                      <a:pt x="5004" y="2361"/>
                      <a:pt x="4499" y="1458"/>
                    </a:cubicBezTo>
                    <a:cubicBezTo>
                      <a:pt x="4127" y="667"/>
                      <a:pt x="3087" y="450"/>
                      <a:pt x="2203" y="403"/>
                    </a:cubicBezTo>
                    <a:cubicBezTo>
                      <a:pt x="1459" y="372"/>
                      <a:pt x="621" y="372"/>
                      <a:pt x="1" y="0"/>
                    </a:cubicBezTo>
                    <a:close/>
                    <a:moveTo>
                      <a:pt x="4942" y="4468"/>
                    </a:moveTo>
                    <a:cubicBezTo>
                      <a:pt x="4949" y="4478"/>
                      <a:pt x="4956" y="4488"/>
                      <a:pt x="4964" y="4498"/>
                    </a:cubicBezTo>
                    <a:cubicBezTo>
                      <a:pt x="4964" y="4484"/>
                      <a:pt x="4955" y="4476"/>
                      <a:pt x="4942" y="44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13"/>
              <p:cNvSpPr/>
              <p:nvPr/>
            </p:nvSpPr>
            <p:spPr>
              <a:xfrm>
                <a:off x="6408269" y="2493105"/>
                <a:ext cx="94942" cy="184720"/>
              </a:xfrm>
              <a:custGeom>
                <a:avLst/>
                <a:gdLst/>
                <a:ahLst/>
                <a:cxnLst/>
                <a:rect l="l" t="t" r="r" b="b"/>
                <a:pathLst>
                  <a:path w="7722" h="15024" extrusionOk="0">
                    <a:moveTo>
                      <a:pt x="1766" y="0"/>
                    </a:moveTo>
                    <a:cubicBezTo>
                      <a:pt x="1206" y="0"/>
                      <a:pt x="663" y="278"/>
                      <a:pt x="326" y="723"/>
                    </a:cubicBezTo>
                    <a:cubicBezTo>
                      <a:pt x="156" y="971"/>
                      <a:pt x="32" y="1235"/>
                      <a:pt x="1" y="1530"/>
                    </a:cubicBezTo>
                    <a:cubicBezTo>
                      <a:pt x="528" y="847"/>
                      <a:pt x="1071" y="258"/>
                      <a:pt x="1831" y="258"/>
                    </a:cubicBezTo>
                    <a:cubicBezTo>
                      <a:pt x="2234" y="258"/>
                      <a:pt x="2653" y="475"/>
                      <a:pt x="3025" y="677"/>
                    </a:cubicBezTo>
                    <a:cubicBezTo>
                      <a:pt x="4033" y="1297"/>
                      <a:pt x="4979" y="2011"/>
                      <a:pt x="5817" y="2879"/>
                    </a:cubicBezTo>
                    <a:cubicBezTo>
                      <a:pt x="6608" y="3670"/>
                      <a:pt x="7306" y="4725"/>
                      <a:pt x="7150" y="5841"/>
                    </a:cubicBezTo>
                    <a:cubicBezTo>
                      <a:pt x="7073" y="6214"/>
                      <a:pt x="6871" y="6648"/>
                      <a:pt x="6499" y="6726"/>
                    </a:cubicBezTo>
                    <a:cubicBezTo>
                      <a:pt x="6446" y="6740"/>
                      <a:pt x="6392" y="6746"/>
                      <a:pt x="6339" y="6746"/>
                    </a:cubicBezTo>
                    <a:cubicBezTo>
                      <a:pt x="6098" y="6746"/>
                      <a:pt x="5859" y="6614"/>
                      <a:pt x="5631" y="6462"/>
                    </a:cubicBezTo>
                    <a:cubicBezTo>
                      <a:pt x="4576" y="5888"/>
                      <a:pt x="3583" y="5175"/>
                      <a:pt x="2653" y="4399"/>
                    </a:cubicBezTo>
                    <a:lnTo>
                      <a:pt x="2653" y="4399"/>
                    </a:lnTo>
                    <a:cubicBezTo>
                      <a:pt x="3459" y="5686"/>
                      <a:pt x="4948" y="6462"/>
                      <a:pt x="5522" y="7842"/>
                    </a:cubicBezTo>
                    <a:cubicBezTo>
                      <a:pt x="5863" y="8602"/>
                      <a:pt x="5894" y="9471"/>
                      <a:pt x="5941" y="10308"/>
                    </a:cubicBezTo>
                    <a:cubicBezTo>
                      <a:pt x="5972" y="11890"/>
                      <a:pt x="5941" y="13472"/>
                      <a:pt x="5600" y="15023"/>
                    </a:cubicBezTo>
                    <a:cubicBezTo>
                      <a:pt x="6515" y="12557"/>
                      <a:pt x="6685" y="9858"/>
                      <a:pt x="5941" y="7361"/>
                    </a:cubicBezTo>
                    <a:lnTo>
                      <a:pt x="5941" y="7361"/>
                    </a:lnTo>
                    <a:cubicBezTo>
                      <a:pt x="5953" y="7362"/>
                      <a:pt x="5965" y="7362"/>
                      <a:pt x="5977" y="7362"/>
                    </a:cubicBezTo>
                    <a:cubicBezTo>
                      <a:pt x="7042" y="7362"/>
                      <a:pt x="7721" y="6016"/>
                      <a:pt x="7430" y="4988"/>
                    </a:cubicBezTo>
                    <a:cubicBezTo>
                      <a:pt x="7135" y="3949"/>
                      <a:pt x="6266" y="3143"/>
                      <a:pt x="5429" y="2445"/>
                    </a:cubicBezTo>
                    <a:cubicBezTo>
                      <a:pt x="4809" y="1949"/>
                      <a:pt x="4235" y="1437"/>
                      <a:pt x="3583" y="894"/>
                    </a:cubicBezTo>
                    <a:cubicBezTo>
                      <a:pt x="3180" y="568"/>
                      <a:pt x="2746" y="243"/>
                      <a:pt x="2249" y="72"/>
                    </a:cubicBezTo>
                    <a:cubicBezTo>
                      <a:pt x="2090" y="23"/>
                      <a:pt x="1927" y="0"/>
                      <a:pt x="17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8" name="Google Shape;678;p13"/>
            <p:cNvGrpSpPr/>
            <p:nvPr/>
          </p:nvGrpSpPr>
          <p:grpSpPr>
            <a:xfrm>
              <a:off x="1220766" y="158532"/>
              <a:ext cx="247303" cy="235552"/>
              <a:chOff x="8295343" y="649654"/>
              <a:chExt cx="143606" cy="136782"/>
            </a:xfrm>
          </p:grpSpPr>
          <p:sp>
            <p:nvSpPr>
              <p:cNvPr id="679" name="Google Shape;679;p13"/>
              <p:cNvSpPr/>
              <p:nvPr/>
            </p:nvSpPr>
            <p:spPr>
              <a:xfrm>
                <a:off x="8295343" y="651412"/>
                <a:ext cx="117098" cy="135024"/>
              </a:xfrm>
              <a:custGeom>
                <a:avLst/>
                <a:gdLst/>
                <a:ahLst/>
                <a:cxnLst/>
                <a:rect l="l" t="t" r="r" b="b"/>
                <a:pathLst>
                  <a:path w="9524" h="10982" extrusionOk="0">
                    <a:moveTo>
                      <a:pt x="7981" y="0"/>
                    </a:moveTo>
                    <a:cubicBezTo>
                      <a:pt x="7707" y="0"/>
                      <a:pt x="7407" y="185"/>
                      <a:pt x="7181" y="351"/>
                    </a:cubicBezTo>
                    <a:cubicBezTo>
                      <a:pt x="6879" y="582"/>
                      <a:pt x="6483" y="853"/>
                      <a:pt x="6104" y="853"/>
                    </a:cubicBezTo>
                    <a:cubicBezTo>
                      <a:pt x="6076" y="853"/>
                      <a:pt x="6047" y="851"/>
                      <a:pt x="6018" y="848"/>
                    </a:cubicBezTo>
                    <a:cubicBezTo>
                      <a:pt x="5801" y="817"/>
                      <a:pt x="5615" y="739"/>
                      <a:pt x="5398" y="677"/>
                    </a:cubicBezTo>
                    <a:cubicBezTo>
                      <a:pt x="5325" y="660"/>
                      <a:pt x="5250" y="652"/>
                      <a:pt x="5172" y="652"/>
                    </a:cubicBezTo>
                    <a:cubicBezTo>
                      <a:pt x="4902" y="652"/>
                      <a:pt x="4608" y="750"/>
                      <a:pt x="4343" y="894"/>
                    </a:cubicBezTo>
                    <a:cubicBezTo>
                      <a:pt x="4064" y="1096"/>
                      <a:pt x="3800" y="1360"/>
                      <a:pt x="3552" y="1639"/>
                    </a:cubicBezTo>
                    <a:cubicBezTo>
                      <a:pt x="3257" y="2011"/>
                      <a:pt x="2932" y="2476"/>
                      <a:pt x="2466" y="2523"/>
                    </a:cubicBezTo>
                    <a:cubicBezTo>
                      <a:pt x="2322" y="2523"/>
                      <a:pt x="2204" y="2502"/>
                      <a:pt x="2083" y="2502"/>
                    </a:cubicBezTo>
                    <a:cubicBezTo>
                      <a:pt x="2022" y="2502"/>
                      <a:pt x="1960" y="2507"/>
                      <a:pt x="1893" y="2523"/>
                    </a:cubicBezTo>
                    <a:cubicBezTo>
                      <a:pt x="1706" y="2554"/>
                      <a:pt x="1598" y="2631"/>
                      <a:pt x="1474" y="2724"/>
                    </a:cubicBezTo>
                    <a:cubicBezTo>
                      <a:pt x="822" y="3190"/>
                      <a:pt x="357" y="3934"/>
                      <a:pt x="171" y="4725"/>
                    </a:cubicBezTo>
                    <a:cubicBezTo>
                      <a:pt x="0" y="5516"/>
                      <a:pt x="218" y="6400"/>
                      <a:pt x="683" y="7052"/>
                    </a:cubicBezTo>
                    <a:cubicBezTo>
                      <a:pt x="978" y="7517"/>
                      <a:pt x="1443" y="7889"/>
                      <a:pt x="1846" y="8215"/>
                    </a:cubicBezTo>
                    <a:cubicBezTo>
                      <a:pt x="2848" y="8947"/>
                      <a:pt x="4053" y="9499"/>
                      <a:pt x="5283" y="9499"/>
                    </a:cubicBezTo>
                    <a:cubicBezTo>
                      <a:pt x="5538" y="9499"/>
                      <a:pt x="5794" y="9475"/>
                      <a:pt x="6049" y="9425"/>
                    </a:cubicBezTo>
                    <a:lnTo>
                      <a:pt x="6049" y="9425"/>
                    </a:lnTo>
                    <a:cubicBezTo>
                      <a:pt x="6018" y="9921"/>
                      <a:pt x="6018" y="10510"/>
                      <a:pt x="6390" y="10789"/>
                    </a:cubicBezTo>
                    <a:cubicBezTo>
                      <a:pt x="6538" y="10929"/>
                      <a:pt x="6739" y="10982"/>
                      <a:pt x="6950" y="10982"/>
                    </a:cubicBezTo>
                    <a:cubicBezTo>
                      <a:pt x="7137" y="10982"/>
                      <a:pt x="7332" y="10941"/>
                      <a:pt x="7507" y="10883"/>
                    </a:cubicBezTo>
                    <a:cubicBezTo>
                      <a:pt x="8019" y="10758"/>
                      <a:pt x="8453" y="10510"/>
                      <a:pt x="8841" y="10216"/>
                    </a:cubicBezTo>
                    <a:cubicBezTo>
                      <a:pt x="9136" y="9998"/>
                      <a:pt x="9430" y="9673"/>
                      <a:pt x="9461" y="9301"/>
                    </a:cubicBezTo>
                    <a:cubicBezTo>
                      <a:pt x="9508" y="8897"/>
                      <a:pt x="9213" y="8510"/>
                      <a:pt x="9058" y="8137"/>
                    </a:cubicBezTo>
                    <a:cubicBezTo>
                      <a:pt x="8655" y="7269"/>
                      <a:pt x="8763" y="6261"/>
                      <a:pt x="8980" y="5315"/>
                    </a:cubicBezTo>
                    <a:cubicBezTo>
                      <a:pt x="9198" y="4400"/>
                      <a:pt x="9523" y="3469"/>
                      <a:pt x="9523" y="2523"/>
                    </a:cubicBezTo>
                    <a:cubicBezTo>
                      <a:pt x="9523" y="1856"/>
                      <a:pt x="9353" y="1174"/>
                      <a:pt x="8949" y="646"/>
                    </a:cubicBezTo>
                    <a:cubicBezTo>
                      <a:pt x="8763" y="429"/>
                      <a:pt x="8484" y="134"/>
                      <a:pt x="8220" y="57"/>
                    </a:cubicBezTo>
                    <a:cubicBezTo>
                      <a:pt x="8145" y="17"/>
                      <a:pt x="8064" y="0"/>
                      <a:pt x="79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3"/>
              <p:cNvSpPr/>
              <p:nvPr/>
            </p:nvSpPr>
            <p:spPr>
              <a:xfrm>
                <a:off x="8301060" y="649654"/>
                <a:ext cx="137888" cy="128925"/>
              </a:xfrm>
              <a:custGeom>
                <a:avLst/>
                <a:gdLst/>
                <a:ahLst/>
                <a:cxnLst/>
                <a:rect l="l" t="t" r="r" b="b"/>
                <a:pathLst>
                  <a:path w="11215" h="10486" extrusionOk="0">
                    <a:moveTo>
                      <a:pt x="8256" y="0"/>
                    </a:moveTo>
                    <a:cubicBezTo>
                      <a:pt x="7935" y="0"/>
                      <a:pt x="7617" y="80"/>
                      <a:pt x="7337" y="262"/>
                    </a:cubicBezTo>
                    <a:cubicBezTo>
                      <a:pt x="6907" y="520"/>
                      <a:pt x="6529" y="1017"/>
                      <a:pt x="6046" y="1017"/>
                    </a:cubicBezTo>
                    <a:cubicBezTo>
                      <a:pt x="6007" y="1017"/>
                      <a:pt x="5966" y="1013"/>
                      <a:pt x="5925" y="1006"/>
                    </a:cubicBezTo>
                    <a:cubicBezTo>
                      <a:pt x="5553" y="913"/>
                      <a:pt x="5305" y="588"/>
                      <a:pt x="4964" y="510"/>
                    </a:cubicBezTo>
                    <a:cubicBezTo>
                      <a:pt x="4903" y="494"/>
                      <a:pt x="4843" y="486"/>
                      <a:pt x="4785" y="486"/>
                    </a:cubicBezTo>
                    <a:cubicBezTo>
                      <a:pt x="4293" y="486"/>
                      <a:pt x="3893" y="1033"/>
                      <a:pt x="3630" y="1518"/>
                    </a:cubicBezTo>
                    <a:cubicBezTo>
                      <a:pt x="3361" y="2013"/>
                      <a:pt x="2950" y="2573"/>
                      <a:pt x="2444" y="2573"/>
                    </a:cubicBezTo>
                    <a:cubicBezTo>
                      <a:pt x="2396" y="2573"/>
                      <a:pt x="2346" y="2568"/>
                      <a:pt x="2296" y="2557"/>
                    </a:cubicBezTo>
                    <a:cubicBezTo>
                      <a:pt x="2125" y="2557"/>
                      <a:pt x="2001" y="2480"/>
                      <a:pt x="1831" y="2449"/>
                    </a:cubicBezTo>
                    <a:cubicBezTo>
                      <a:pt x="1776" y="2433"/>
                      <a:pt x="1720" y="2426"/>
                      <a:pt x="1665" y="2426"/>
                    </a:cubicBezTo>
                    <a:cubicBezTo>
                      <a:pt x="1392" y="2426"/>
                      <a:pt x="1122" y="2602"/>
                      <a:pt x="916" y="2821"/>
                    </a:cubicBezTo>
                    <a:cubicBezTo>
                      <a:pt x="1" y="3767"/>
                      <a:pt x="78" y="5365"/>
                      <a:pt x="807" y="6450"/>
                    </a:cubicBezTo>
                    <a:cubicBezTo>
                      <a:pt x="1893" y="8110"/>
                      <a:pt x="4219" y="9056"/>
                      <a:pt x="6034" y="9428"/>
                    </a:cubicBezTo>
                    <a:cubicBezTo>
                      <a:pt x="5879" y="9754"/>
                      <a:pt x="5925" y="10157"/>
                      <a:pt x="6282" y="10374"/>
                    </a:cubicBezTo>
                    <a:cubicBezTo>
                      <a:pt x="6439" y="10453"/>
                      <a:pt x="6613" y="10485"/>
                      <a:pt x="6792" y="10485"/>
                    </a:cubicBezTo>
                    <a:cubicBezTo>
                      <a:pt x="7000" y="10485"/>
                      <a:pt x="7214" y="10441"/>
                      <a:pt x="7414" y="10374"/>
                    </a:cubicBezTo>
                    <a:cubicBezTo>
                      <a:pt x="7880" y="10235"/>
                      <a:pt x="8345" y="10048"/>
                      <a:pt x="8748" y="9831"/>
                    </a:cubicBezTo>
                    <a:cubicBezTo>
                      <a:pt x="9074" y="9661"/>
                      <a:pt x="9415" y="9444"/>
                      <a:pt x="9586" y="9118"/>
                    </a:cubicBezTo>
                    <a:cubicBezTo>
                      <a:pt x="9741" y="8792"/>
                      <a:pt x="9694" y="8342"/>
                      <a:pt x="9368" y="8172"/>
                    </a:cubicBezTo>
                    <a:cubicBezTo>
                      <a:pt x="10919" y="7117"/>
                      <a:pt x="11214" y="4961"/>
                      <a:pt x="10919" y="3131"/>
                    </a:cubicBezTo>
                    <a:cubicBezTo>
                      <a:pt x="10780" y="2247"/>
                      <a:pt x="10485" y="1317"/>
                      <a:pt x="9834" y="665"/>
                    </a:cubicBezTo>
                    <a:cubicBezTo>
                      <a:pt x="9434" y="265"/>
                      <a:pt x="8840" y="0"/>
                      <a:pt x="82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3"/>
              <p:cNvSpPr/>
              <p:nvPr/>
            </p:nvSpPr>
            <p:spPr>
              <a:xfrm>
                <a:off x="8388785" y="674601"/>
                <a:ext cx="21369" cy="65422"/>
              </a:xfrm>
              <a:custGeom>
                <a:avLst/>
                <a:gdLst/>
                <a:ahLst/>
                <a:cxnLst/>
                <a:rect l="l" t="t" r="r" b="b"/>
                <a:pathLst>
                  <a:path w="1738" h="5321" extrusionOk="0">
                    <a:moveTo>
                      <a:pt x="0" y="1"/>
                    </a:moveTo>
                    <a:lnTo>
                      <a:pt x="434" y="1319"/>
                    </a:lnTo>
                    <a:cubicBezTo>
                      <a:pt x="589" y="1738"/>
                      <a:pt x="683" y="2203"/>
                      <a:pt x="807" y="2607"/>
                    </a:cubicBezTo>
                    <a:cubicBezTo>
                      <a:pt x="915" y="3072"/>
                      <a:pt x="1008" y="3491"/>
                      <a:pt x="1086" y="3956"/>
                    </a:cubicBezTo>
                    <a:lnTo>
                      <a:pt x="1303" y="5321"/>
                    </a:lnTo>
                    <a:cubicBezTo>
                      <a:pt x="1551" y="4855"/>
                      <a:pt x="1613" y="4421"/>
                      <a:pt x="1675" y="3909"/>
                    </a:cubicBezTo>
                    <a:cubicBezTo>
                      <a:pt x="1737" y="3413"/>
                      <a:pt x="1675" y="2963"/>
                      <a:pt x="1551" y="2451"/>
                    </a:cubicBezTo>
                    <a:cubicBezTo>
                      <a:pt x="1474" y="1955"/>
                      <a:pt x="1272" y="1490"/>
                      <a:pt x="1008" y="1087"/>
                    </a:cubicBezTo>
                    <a:cubicBezTo>
                      <a:pt x="729" y="652"/>
                      <a:pt x="419" y="280"/>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3"/>
              <p:cNvSpPr/>
              <p:nvPr/>
            </p:nvSpPr>
            <p:spPr>
              <a:xfrm>
                <a:off x="8341683" y="692342"/>
                <a:ext cx="38533" cy="60073"/>
              </a:xfrm>
              <a:custGeom>
                <a:avLst/>
                <a:gdLst/>
                <a:ahLst/>
                <a:cxnLst/>
                <a:rect l="l" t="t" r="r" b="b"/>
                <a:pathLst>
                  <a:path w="3134" h="4886" extrusionOk="0">
                    <a:moveTo>
                      <a:pt x="0" y="0"/>
                    </a:moveTo>
                    <a:lnTo>
                      <a:pt x="0" y="0"/>
                    </a:lnTo>
                    <a:cubicBezTo>
                      <a:pt x="78" y="512"/>
                      <a:pt x="217" y="1008"/>
                      <a:pt x="372" y="1443"/>
                    </a:cubicBezTo>
                    <a:cubicBezTo>
                      <a:pt x="528" y="1939"/>
                      <a:pt x="729" y="2404"/>
                      <a:pt x="993" y="2823"/>
                    </a:cubicBezTo>
                    <a:cubicBezTo>
                      <a:pt x="1241" y="3257"/>
                      <a:pt x="1536" y="3645"/>
                      <a:pt x="1892" y="4017"/>
                    </a:cubicBezTo>
                    <a:cubicBezTo>
                      <a:pt x="2265" y="4390"/>
                      <a:pt x="2668" y="4684"/>
                      <a:pt x="3133" y="4886"/>
                    </a:cubicBezTo>
                    <a:lnTo>
                      <a:pt x="2342" y="3645"/>
                    </a:lnTo>
                    <a:cubicBezTo>
                      <a:pt x="2094" y="3242"/>
                      <a:pt x="1877" y="2854"/>
                      <a:pt x="1629" y="2451"/>
                    </a:cubicBezTo>
                    <a:cubicBezTo>
                      <a:pt x="1381" y="2048"/>
                      <a:pt x="1117" y="1613"/>
                      <a:pt x="869" y="1210"/>
                    </a:cubicBezTo>
                    <a:cubicBezTo>
                      <a:pt x="621" y="807"/>
                      <a:pt x="326" y="37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3"/>
              <p:cNvSpPr/>
              <p:nvPr/>
            </p:nvSpPr>
            <p:spPr>
              <a:xfrm>
                <a:off x="8367613" y="650011"/>
                <a:ext cx="31672" cy="12602"/>
              </a:xfrm>
              <a:custGeom>
                <a:avLst/>
                <a:gdLst/>
                <a:ahLst/>
                <a:cxnLst/>
                <a:rect l="l" t="t" r="r" b="b"/>
                <a:pathLst>
                  <a:path w="2576" h="1025" extrusionOk="0">
                    <a:moveTo>
                      <a:pt x="1" y="729"/>
                    </a:moveTo>
                    <a:lnTo>
                      <a:pt x="1" y="729"/>
                    </a:lnTo>
                    <a:cubicBezTo>
                      <a:pt x="119" y="847"/>
                      <a:pt x="248" y="921"/>
                      <a:pt x="389" y="960"/>
                    </a:cubicBezTo>
                    <a:lnTo>
                      <a:pt x="389" y="960"/>
                    </a:lnTo>
                    <a:cubicBezTo>
                      <a:pt x="341" y="943"/>
                      <a:pt x="294" y="923"/>
                      <a:pt x="249" y="900"/>
                    </a:cubicBezTo>
                    <a:cubicBezTo>
                      <a:pt x="171" y="853"/>
                      <a:pt x="78" y="776"/>
                      <a:pt x="1" y="729"/>
                    </a:cubicBezTo>
                    <a:close/>
                    <a:moveTo>
                      <a:pt x="2575" y="0"/>
                    </a:moveTo>
                    <a:cubicBezTo>
                      <a:pt x="2327" y="31"/>
                      <a:pt x="2079" y="78"/>
                      <a:pt x="1862" y="248"/>
                    </a:cubicBezTo>
                    <a:cubicBezTo>
                      <a:pt x="1487" y="512"/>
                      <a:pt x="1100" y="999"/>
                      <a:pt x="634" y="999"/>
                    </a:cubicBezTo>
                    <a:cubicBezTo>
                      <a:pt x="579" y="999"/>
                      <a:pt x="523" y="992"/>
                      <a:pt x="466" y="977"/>
                    </a:cubicBezTo>
                    <a:cubicBezTo>
                      <a:pt x="440" y="973"/>
                      <a:pt x="414" y="967"/>
                      <a:pt x="389" y="960"/>
                    </a:cubicBezTo>
                    <a:lnTo>
                      <a:pt x="389" y="960"/>
                    </a:lnTo>
                    <a:cubicBezTo>
                      <a:pt x="518" y="1005"/>
                      <a:pt x="655" y="1024"/>
                      <a:pt x="794" y="1024"/>
                    </a:cubicBezTo>
                    <a:cubicBezTo>
                      <a:pt x="1077" y="1024"/>
                      <a:pt x="1370" y="943"/>
                      <a:pt x="1629" y="822"/>
                    </a:cubicBezTo>
                    <a:cubicBezTo>
                      <a:pt x="2001" y="621"/>
                      <a:pt x="2342" y="326"/>
                      <a:pt x="2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3"/>
              <p:cNvSpPr/>
              <p:nvPr/>
            </p:nvSpPr>
            <p:spPr>
              <a:xfrm>
                <a:off x="8300875" y="658974"/>
                <a:ext cx="85819" cy="119003"/>
              </a:xfrm>
              <a:custGeom>
                <a:avLst/>
                <a:gdLst/>
                <a:ahLst/>
                <a:cxnLst/>
                <a:rect l="l" t="t" r="r" b="b"/>
                <a:pathLst>
                  <a:path w="6980" h="9679" extrusionOk="0">
                    <a:moveTo>
                      <a:pt x="4172" y="0"/>
                    </a:moveTo>
                    <a:cubicBezTo>
                      <a:pt x="3955" y="217"/>
                      <a:pt x="3753" y="512"/>
                      <a:pt x="3629" y="760"/>
                    </a:cubicBezTo>
                    <a:cubicBezTo>
                      <a:pt x="3358" y="1261"/>
                      <a:pt x="2941" y="1827"/>
                      <a:pt x="2428" y="1827"/>
                    </a:cubicBezTo>
                    <a:cubicBezTo>
                      <a:pt x="2384" y="1827"/>
                      <a:pt x="2340" y="1823"/>
                      <a:pt x="2296" y="1815"/>
                    </a:cubicBezTo>
                    <a:cubicBezTo>
                      <a:pt x="2109" y="1768"/>
                      <a:pt x="2001" y="1691"/>
                      <a:pt x="1830" y="1691"/>
                    </a:cubicBezTo>
                    <a:cubicBezTo>
                      <a:pt x="1780" y="1679"/>
                      <a:pt x="1730" y="1674"/>
                      <a:pt x="1680" y="1674"/>
                    </a:cubicBezTo>
                    <a:cubicBezTo>
                      <a:pt x="1394" y="1674"/>
                      <a:pt x="1127" y="1852"/>
                      <a:pt x="915" y="2063"/>
                    </a:cubicBezTo>
                    <a:cubicBezTo>
                      <a:pt x="0" y="3009"/>
                      <a:pt x="78" y="4607"/>
                      <a:pt x="791" y="5692"/>
                    </a:cubicBezTo>
                    <a:cubicBezTo>
                      <a:pt x="1877" y="7321"/>
                      <a:pt x="4203" y="8298"/>
                      <a:pt x="6049" y="8732"/>
                    </a:cubicBezTo>
                    <a:cubicBezTo>
                      <a:pt x="5878" y="9058"/>
                      <a:pt x="5925" y="9492"/>
                      <a:pt x="6297" y="9678"/>
                    </a:cubicBezTo>
                    <a:lnTo>
                      <a:pt x="6220" y="9601"/>
                    </a:lnTo>
                    <a:cubicBezTo>
                      <a:pt x="6111" y="9352"/>
                      <a:pt x="6142" y="9058"/>
                      <a:pt x="6328" y="8810"/>
                    </a:cubicBezTo>
                    <a:cubicBezTo>
                      <a:pt x="6499" y="8592"/>
                      <a:pt x="6731" y="8437"/>
                      <a:pt x="6979" y="8344"/>
                    </a:cubicBezTo>
                    <a:lnTo>
                      <a:pt x="6979" y="8344"/>
                    </a:lnTo>
                    <a:cubicBezTo>
                      <a:pt x="6795" y="8384"/>
                      <a:pt x="6610" y="8402"/>
                      <a:pt x="6425" y="8402"/>
                    </a:cubicBezTo>
                    <a:cubicBezTo>
                      <a:pt x="5600" y="8402"/>
                      <a:pt x="4777" y="8045"/>
                      <a:pt x="4017" y="7677"/>
                    </a:cubicBezTo>
                    <a:cubicBezTo>
                      <a:pt x="2963" y="7181"/>
                      <a:pt x="1939" y="6638"/>
                      <a:pt x="1256" y="5692"/>
                    </a:cubicBezTo>
                    <a:cubicBezTo>
                      <a:pt x="714" y="4932"/>
                      <a:pt x="543" y="3940"/>
                      <a:pt x="760" y="3009"/>
                    </a:cubicBezTo>
                    <a:cubicBezTo>
                      <a:pt x="838" y="2714"/>
                      <a:pt x="1008" y="2172"/>
                      <a:pt x="1303" y="2001"/>
                    </a:cubicBezTo>
                    <a:cubicBezTo>
                      <a:pt x="1435" y="1921"/>
                      <a:pt x="1594" y="1900"/>
                      <a:pt x="1764" y="1900"/>
                    </a:cubicBezTo>
                    <a:cubicBezTo>
                      <a:pt x="1949" y="1900"/>
                      <a:pt x="2147" y="1925"/>
                      <a:pt x="2335" y="1925"/>
                    </a:cubicBezTo>
                    <a:cubicBezTo>
                      <a:pt x="2440" y="1925"/>
                      <a:pt x="2542" y="1917"/>
                      <a:pt x="2637" y="1892"/>
                    </a:cubicBezTo>
                    <a:cubicBezTo>
                      <a:pt x="2854" y="1846"/>
                      <a:pt x="3040" y="1675"/>
                      <a:pt x="3211" y="1551"/>
                    </a:cubicBezTo>
                    <a:cubicBezTo>
                      <a:pt x="3629" y="1225"/>
                      <a:pt x="3940" y="760"/>
                      <a:pt x="4095" y="264"/>
                    </a:cubicBezTo>
                    <a:cubicBezTo>
                      <a:pt x="4126" y="186"/>
                      <a:pt x="4126" y="78"/>
                      <a:pt x="41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85" name="Google Shape;68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86" name="Google Shape;686;p13"/>
          <p:cNvSpPr txBox="1">
            <a:spLocks noGrp="1"/>
          </p:cNvSpPr>
          <p:nvPr>
            <p:ph type="subTitle" idx="1"/>
          </p:nvPr>
        </p:nvSpPr>
        <p:spPr>
          <a:xfrm>
            <a:off x="720000" y="2323500"/>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87" name="Google Shape;687;p13"/>
          <p:cNvSpPr txBox="1">
            <a:spLocks noGrp="1"/>
          </p:cNvSpPr>
          <p:nvPr>
            <p:ph type="subTitle" idx="2"/>
          </p:nvPr>
        </p:nvSpPr>
        <p:spPr>
          <a:xfrm>
            <a:off x="3419272" y="2323500"/>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88" name="Google Shape;688;p13"/>
          <p:cNvSpPr txBox="1">
            <a:spLocks noGrp="1"/>
          </p:cNvSpPr>
          <p:nvPr>
            <p:ph type="subTitle" idx="3"/>
          </p:nvPr>
        </p:nvSpPr>
        <p:spPr>
          <a:xfrm>
            <a:off x="720000" y="4119200"/>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89" name="Google Shape;689;p13"/>
          <p:cNvSpPr txBox="1">
            <a:spLocks noGrp="1"/>
          </p:cNvSpPr>
          <p:nvPr>
            <p:ph type="subTitle" idx="4"/>
          </p:nvPr>
        </p:nvSpPr>
        <p:spPr>
          <a:xfrm>
            <a:off x="3419272" y="4119200"/>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90" name="Google Shape;690;p13"/>
          <p:cNvSpPr txBox="1">
            <a:spLocks noGrp="1"/>
          </p:cNvSpPr>
          <p:nvPr>
            <p:ph type="subTitle" idx="5"/>
          </p:nvPr>
        </p:nvSpPr>
        <p:spPr>
          <a:xfrm>
            <a:off x="6118548" y="2323500"/>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91" name="Google Shape;691;p13"/>
          <p:cNvSpPr txBox="1">
            <a:spLocks noGrp="1"/>
          </p:cNvSpPr>
          <p:nvPr>
            <p:ph type="subTitle" idx="6"/>
          </p:nvPr>
        </p:nvSpPr>
        <p:spPr>
          <a:xfrm>
            <a:off x="6118548" y="4119200"/>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92" name="Google Shape;692;p13"/>
          <p:cNvSpPr txBox="1">
            <a:spLocks noGrp="1"/>
          </p:cNvSpPr>
          <p:nvPr>
            <p:ph type="title" idx="7" hasCustomPrompt="1"/>
          </p:nvPr>
        </p:nvSpPr>
        <p:spPr>
          <a:xfrm>
            <a:off x="1505400" y="1326575"/>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3" name="Google Shape;693;p13"/>
          <p:cNvSpPr txBox="1">
            <a:spLocks noGrp="1"/>
          </p:cNvSpPr>
          <p:nvPr>
            <p:ph type="title" idx="8" hasCustomPrompt="1"/>
          </p:nvPr>
        </p:nvSpPr>
        <p:spPr>
          <a:xfrm>
            <a:off x="1505400" y="3117150"/>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4" name="Google Shape;694;p13"/>
          <p:cNvSpPr txBox="1">
            <a:spLocks noGrp="1"/>
          </p:cNvSpPr>
          <p:nvPr>
            <p:ph type="title" idx="9" hasCustomPrompt="1"/>
          </p:nvPr>
        </p:nvSpPr>
        <p:spPr>
          <a:xfrm>
            <a:off x="4204672" y="1329375"/>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5" name="Google Shape;695;p13"/>
          <p:cNvSpPr txBox="1">
            <a:spLocks noGrp="1"/>
          </p:cNvSpPr>
          <p:nvPr>
            <p:ph type="title" idx="13" hasCustomPrompt="1"/>
          </p:nvPr>
        </p:nvSpPr>
        <p:spPr>
          <a:xfrm>
            <a:off x="4204672" y="3117150"/>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6" name="Google Shape;696;p13"/>
          <p:cNvSpPr txBox="1">
            <a:spLocks noGrp="1"/>
          </p:cNvSpPr>
          <p:nvPr>
            <p:ph type="title" idx="14" hasCustomPrompt="1"/>
          </p:nvPr>
        </p:nvSpPr>
        <p:spPr>
          <a:xfrm>
            <a:off x="6903948" y="1329375"/>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7" name="Google Shape;697;p13"/>
          <p:cNvSpPr txBox="1">
            <a:spLocks noGrp="1"/>
          </p:cNvSpPr>
          <p:nvPr>
            <p:ph type="title" idx="15" hasCustomPrompt="1"/>
          </p:nvPr>
        </p:nvSpPr>
        <p:spPr>
          <a:xfrm>
            <a:off x="6903948" y="3117150"/>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8" name="Google Shape;698;p13"/>
          <p:cNvSpPr txBox="1">
            <a:spLocks noGrp="1"/>
          </p:cNvSpPr>
          <p:nvPr>
            <p:ph type="subTitle" idx="16"/>
          </p:nvPr>
        </p:nvSpPr>
        <p:spPr>
          <a:xfrm>
            <a:off x="720000" y="2034500"/>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Pacifico"/>
                <a:ea typeface="Pacifico"/>
                <a:cs typeface="Pacifico"/>
                <a:sym typeface="Pacific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99" name="Google Shape;699;p13"/>
          <p:cNvSpPr txBox="1">
            <a:spLocks noGrp="1"/>
          </p:cNvSpPr>
          <p:nvPr>
            <p:ph type="subTitle" idx="17"/>
          </p:nvPr>
        </p:nvSpPr>
        <p:spPr>
          <a:xfrm>
            <a:off x="3419272" y="2034500"/>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Pacifico"/>
                <a:ea typeface="Pacifico"/>
                <a:cs typeface="Pacifico"/>
                <a:sym typeface="Pacific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00" name="Google Shape;700;p13"/>
          <p:cNvSpPr txBox="1">
            <a:spLocks noGrp="1"/>
          </p:cNvSpPr>
          <p:nvPr>
            <p:ph type="subTitle" idx="18"/>
          </p:nvPr>
        </p:nvSpPr>
        <p:spPr>
          <a:xfrm>
            <a:off x="6118548" y="2034500"/>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Pacifico"/>
                <a:ea typeface="Pacifico"/>
                <a:cs typeface="Pacifico"/>
                <a:sym typeface="Pacific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01" name="Google Shape;701;p13"/>
          <p:cNvSpPr txBox="1">
            <a:spLocks noGrp="1"/>
          </p:cNvSpPr>
          <p:nvPr>
            <p:ph type="subTitle" idx="19"/>
          </p:nvPr>
        </p:nvSpPr>
        <p:spPr>
          <a:xfrm>
            <a:off x="720000" y="3830275"/>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Pacifico"/>
                <a:ea typeface="Pacifico"/>
                <a:cs typeface="Pacifico"/>
                <a:sym typeface="Pacific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02" name="Google Shape;702;p13"/>
          <p:cNvSpPr txBox="1">
            <a:spLocks noGrp="1"/>
          </p:cNvSpPr>
          <p:nvPr>
            <p:ph type="subTitle" idx="20"/>
          </p:nvPr>
        </p:nvSpPr>
        <p:spPr>
          <a:xfrm>
            <a:off x="3419272" y="3830275"/>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Pacifico"/>
                <a:ea typeface="Pacifico"/>
                <a:cs typeface="Pacifico"/>
                <a:sym typeface="Pacific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03" name="Google Shape;703;p13"/>
          <p:cNvSpPr txBox="1">
            <a:spLocks noGrp="1"/>
          </p:cNvSpPr>
          <p:nvPr>
            <p:ph type="subTitle" idx="21"/>
          </p:nvPr>
        </p:nvSpPr>
        <p:spPr>
          <a:xfrm>
            <a:off x="6118548" y="3830275"/>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Pacifico"/>
                <a:ea typeface="Pacifico"/>
                <a:cs typeface="Pacifico"/>
                <a:sym typeface="Pacific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and two columns 2">
  <p:cSld name="TITLE_AND_TWO_COLUMNS_1_1">
    <p:spTree>
      <p:nvGrpSpPr>
        <p:cNvPr id="1" name="Shape 1058"/>
        <p:cNvGrpSpPr/>
        <p:nvPr/>
      </p:nvGrpSpPr>
      <p:grpSpPr>
        <a:xfrm>
          <a:off x="0" y="0"/>
          <a:ext cx="0" cy="0"/>
          <a:chOff x="0" y="0"/>
          <a:chExt cx="0" cy="0"/>
        </a:xfrm>
      </p:grpSpPr>
      <p:pic>
        <p:nvPicPr>
          <p:cNvPr id="1059" name="Google Shape;1059;p20"/>
          <p:cNvPicPr preferRelativeResize="0"/>
          <p:nvPr/>
        </p:nvPicPr>
        <p:blipFill rotWithShape="1">
          <a:blip r:embed="rId2">
            <a:alphaModFix/>
          </a:blip>
          <a:srcRect/>
          <a:stretch/>
        </p:blipFill>
        <p:spPr>
          <a:xfrm>
            <a:off x="0" y="0"/>
            <a:ext cx="9144000" cy="5143500"/>
          </a:xfrm>
          <a:prstGeom prst="rect">
            <a:avLst/>
          </a:prstGeom>
          <a:noFill/>
          <a:ln>
            <a:noFill/>
          </a:ln>
        </p:spPr>
      </p:pic>
      <p:grpSp>
        <p:nvGrpSpPr>
          <p:cNvPr id="1060" name="Google Shape;1060;p20"/>
          <p:cNvGrpSpPr/>
          <p:nvPr/>
        </p:nvGrpSpPr>
        <p:grpSpPr>
          <a:xfrm>
            <a:off x="-832249" y="-445627"/>
            <a:ext cx="10865447" cy="5589131"/>
            <a:chOff x="-832249" y="-445627"/>
            <a:chExt cx="10865447" cy="5589131"/>
          </a:xfrm>
        </p:grpSpPr>
        <p:sp>
          <p:nvSpPr>
            <p:cNvPr id="1061" name="Google Shape;1061;p20"/>
            <p:cNvSpPr/>
            <p:nvPr/>
          </p:nvSpPr>
          <p:spPr>
            <a:xfrm flipH="1">
              <a:off x="-832249" y="3179038"/>
              <a:ext cx="1916260" cy="1964466"/>
            </a:xfrm>
            <a:custGeom>
              <a:avLst/>
              <a:gdLst/>
              <a:ahLst/>
              <a:cxnLst/>
              <a:rect l="l" t="t" r="r" b="b"/>
              <a:pathLst>
                <a:path w="135353" h="138758" extrusionOk="0">
                  <a:moveTo>
                    <a:pt x="69551" y="0"/>
                  </a:moveTo>
                  <a:cubicBezTo>
                    <a:pt x="63704" y="0"/>
                    <a:pt x="57794" y="2012"/>
                    <a:pt x="52733" y="5220"/>
                  </a:cubicBezTo>
                  <a:cubicBezTo>
                    <a:pt x="45475" y="9810"/>
                    <a:pt x="39783" y="16619"/>
                    <a:pt x="34696" y="23738"/>
                  </a:cubicBezTo>
                  <a:cubicBezTo>
                    <a:pt x="11478" y="56417"/>
                    <a:pt x="1" y="98060"/>
                    <a:pt x="2870" y="138757"/>
                  </a:cubicBezTo>
                  <a:lnTo>
                    <a:pt x="135353" y="138757"/>
                  </a:lnTo>
                  <a:lnTo>
                    <a:pt x="135353" y="39124"/>
                  </a:lnTo>
                  <a:cubicBezTo>
                    <a:pt x="132719" y="40848"/>
                    <a:pt x="129655" y="41615"/>
                    <a:pt x="126507" y="41615"/>
                  </a:cubicBezTo>
                  <a:cubicBezTo>
                    <a:pt x="121927" y="41615"/>
                    <a:pt x="117168" y="39990"/>
                    <a:pt x="113298" y="37324"/>
                  </a:cubicBezTo>
                  <a:cubicBezTo>
                    <a:pt x="106257" y="32454"/>
                    <a:pt x="101387" y="24901"/>
                    <a:pt x="96238" y="17844"/>
                  </a:cubicBezTo>
                  <a:cubicBezTo>
                    <a:pt x="91073" y="10803"/>
                    <a:pt x="85055" y="3839"/>
                    <a:pt x="77006" y="1187"/>
                  </a:cubicBezTo>
                  <a:cubicBezTo>
                    <a:pt x="74581" y="374"/>
                    <a:pt x="72072" y="0"/>
                    <a:pt x="695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20"/>
            <p:cNvSpPr/>
            <p:nvPr/>
          </p:nvSpPr>
          <p:spPr>
            <a:xfrm flipH="1">
              <a:off x="5595922" y="-445627"/>
              <a:ext cx="4437276" cy="3338502"/>
            </a:xfrm>
            <a:custGeom>
              <a:avLst/>
              <a:gdLst/>
              <a:ahLst/>
              <a:cxnLst/>
              <a:rect l="l" t="t" r="r" b="b"/>
              <a:pathLst>
                <a:path w="201237" h="151406" extrusionOk="0">
                  <a:moveTo>
                    <a:pt x="0" y="1"/>
                  </a:moveTo>
                  <a:lnTo>
                    <a:pt x="0" y="151405"/>
                  </a:lnTo>
                  <a:cubicBezTo>
                    <a:pt x="6064" y="134314"/>
                    <a:pt x="13447" y="116927"/>
                    <a:pt x="27948" y="106334"/>
                  </a:cubicBezTo>
                  <a:cubicBezTo>
                    <a:pt x="31934" y="103450"/>
                    <a:pt x="36401" y="101108"/>
                    <a:pt x="41224" y="100100"/>
                  </a:cubicBezTo>
                  <a:cubicBezTo>
                    <a:pt x="44033" y="99514"/>
                    <a:pt x="46893" y="99389"/>
                    <a:pt x="49768" y="99389"/>
                  </a:cubicBezTo>
                  <a:cubicBezTo>
                    <a:pt x="51903" y="99389"/>
                    <a:pt x="54046" y="99458"/>
                    <a:pt x="56181" y="99458"/>
                  </a:cubicBezTo>
                  <a:cubicBezTo>
                    <a:pt x="58553" y="99458"/>
                    <a:pt x="60916" y="99373"/>
                    <a:pt x="63248" y="99014"/>
                  </a:cubicBezTo>
                  <a:cubicBezTo>
                    <a:pt x="77052" y="96796"/>
                    <a:pt x="87598" y="85319"/>
                    <a:pt x="94407" y="73128"/>
                  </a:cubicBezTo>
                  <a:cubicBezTo>
                    <a:pt x="101247" y="60938"/>
                    <a:pt x="105589" y="47320"/>
                    <a:pt x="113515" y="35828"/>
                  </a:cubicBezTo>
                  <a:cubicBezTo>
                    <a:pt x="126619" y="16753"/>
                    <a:pt x="149552" y="4917"/>
                    <a:pt x="172677" y="4917"/>
                  </a:cubicBezTo>
                  <a:cubicBezTo>
                    <a:pt x="174541" y="4917"/>
                    <a:pt x="176406" y="4994"/>
                    <a:pt x="178267" y="5150"/>
                  </a:cubicBezTo>
                  <a:cubicBezTo>
                    <a:pt x="183509" y="5600"/>
                    <a:pt x="188891" y="6732"/>
                    <a:pt x="193156" y="9834"/>
                  </a:cubicBezTo>
                  <a:cubicBezTo>
                    <a:pt x="196863" y="12517"/>
                    <a:pt x="199314" y="16425"/>
                    <a:pt x="201237" y="20706"/>
                  </a:cubicBezTo>
                  <a:lnTo>
                    <a:pt x="201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3" name="Google Shape;1063;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64" name="Google Shape;1064;p20"/>
          <p:cNvSpPr txBox="1">
            <a:spLocks noGrp="1"/>
          </p:cNvSpPr>
          <p:nvPr>
            <p:ph type="subTitle" idx="1"/>
          </p:nvPr>
        </p:nvSpPr>
        <p:spPr>
          <a:xfrm>
            <a:off x="5013141" y="1667625"/>
            <a:ext cx="3147900" cy="249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65" name="Google Shape;1065;p20"/>
          <p:cNvSpPr txBox="1">
            <a:spLocks noGrp="1"/>
          </p:cNvSpPr>
          <p:nvPr>
            <p:ph type="subTitle" idx="2"/>
          </p:nvPr>
        </p:nvSpPr>
        <p:spPr>
          <a:xfrm>
            <a:off x="982950" y="1667625"/>
            <a:ext cx="3147900" cy="249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066" name="Google Shape;1066;p20"/>
          <p:cNvGrpSpPr/>
          <p:nvPr/>
        </p:nvGrpSpPr>
        <p:grpSpPr>
          <a:xfrm rot="-5400000">
            <a:off x="8138357" y="-510856"/>
            <a:ext cx="416358" cy="1594930"/>
            <a:chOff x="10512770" y="3179919"/>
            <a:chExt cx="416358" cy="1594930"/>
          </a:xfrm>
        </p:grpSpPr>
        <p:sp>
          <p:nvSpPr>
            <p:cNvPr id="1067" name="Google Shape;1067;p20"/>
            <p:cNvSpPr/>
            <p:nvPr/>
          </p:nvSpPr>
          <p:spPr>
            <a:xfrm rot="10800000">
              <a:off x="10694807" y="4461480"/>
              <a:ext cx="64785" cy="64785"/>
            </a:xfrm>
            <a:custGeom>
              <a:avLst/>
              <a:gdLst/>
              <a:ahLst/>
              <a:cxnLst/>
              <a:rect l="l" t="t" r="r" b="b"/>
              <a:pathLst>
                <a:path w="4576" h="4576" extrusionOk="0">
                  <a:moveTo>
                    <a:pt x="2295" y="0"/>
                  </a:moveTo>
                  <a:cubicBezTo>
                    <a:pt x="1008" y="0"/>
                    <a:pt x="0" y="1040"/>
                    <a:pt x="0" y="2280"/>
                  </a:cubicBezTo>
                  <a:cubicBezTo>
                    <a:pt x="0" y="3552"/>
                    <a:pt x="1008" y="4576"/>
                    <a:pt x="2295" y="4576"/>
                  </a:cubicBezTo>
                  <a:cubicBezTo>
                    <a:pt x="3567" y="4576"/>
                    <a:pt x="4575" y="3521"/>
                    <a:pt x="4575" y="2280"/>
                  </a:cubicBezTo>
                  <a:cubicBezTo>
                    <a:pt x="4575" y="1009"/>
                    <a:pt x="3567" y="0"/>
                    <a:pt x="22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20"/>
            <p:cNvSpPr/>
            <p:nvPr/>
          </p:nvSpPr>
          <p:spPr>
            <a:xfrm rot="10800000">
              <a:off x="10636173" y="4349482"/>
              <a:ext cx="40193" cy="40193"/>
            </a:xfrm>
            <a:custGeom>
              <a:avLst/>
              <a:gdLst/>
              <a:ahLst/>
              <a:cxnLst/>
              <a:rect l="l" t="t" r="r" b="b"/>
              <a:pathLst>
                <a:path w="2839" h="2839" extrusionOk="0">
                  <a:moveTo>
                    <a:pt x="1412" y="0"/>
                  </a:moveTo>
                  <a:cubicBezTo>
                    <a:pt x="636" y="0"/>
                    <a:pt x="0" y="667"/>
                    <a:pt x="0" y="1427"/>
                  </a:cubicBezTo>
                  <a:cubicBezTo>
                    <a:pt x="0" y="2172"/>
                    <a:pt x="636" y="2839"/>
                    <a:pt x="1412" y="2839"/>
                  </a:cubicBezTo>
                  <a:cubicBezTo>
                    <a:pt x="2187" y="2839"/>
                    <a:pt x="2838" y="2172"/>
                    <a:pt x="2838" y="1427"/>
                  </a:cubicBezTo>
                  <a:cubicBezTo>
                    <a:pt x="2838" y="652"/>
                    <a:pt x="2171" y="0"/>
                    <a:pt x="14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0"/>
            <p:cNvSpPr/>
            <p:nvPr/>
          </p:nvSpPr>
          <p:spPr>
            <a:xfrm rot="10800000">
              <a:off x="10739397" y="4281187"/>
              <a:ext cx="116389" cy="116389"/>
            </a:xfrm>
            <a:custGeom>
              <a:avLst/>
              <a:gdLst/>
              <a:ahLst/>
              <a:cxnLst/>
              <a:rect l="l" t="t" r="r" b="b"/>
              <a:pathLst>
                <a:path w="8221" h="8221" extrusionOk="0">
                  <a:moveTo>
                    <a:pt x="4111" y="0"/>
                  </a:moveTo>
                  <a:cubicBezTo>
                    <a:pt x="1800" y="0"/>
                    <a:pt x="1" y="1861"/>
                    <a:pt x="1" y="4110"/>
                  </a:cubicBezTo>
                  <a:cubicBezTo>
                    <a:pt x="1" y="6359"/>
                    <a:pt x="1846" y="8189"/>
                    <a:pt x="4111" y="8220"/>
                  </a:cubicBezTo>
                  <a:cubicBezTo>
                    <a:pt x="6406" y="8220"/>
                    <a:pt x="8221" y="6359"/>
                    <a:pt x="8221" y="4110"/>
                  </a:cubicBezTo>
                  <a:cubicBezTo>
                    <a:pt x="8221" y="1799"/>
                    <a:pt x="6360" y="0"/>
                    <a:pt x="41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0"/>
            <p:cNvSpPr/>
            <p:nvPr/>
          </p:nvSpPr>
          <p:spPr>
            <a:xfrm rot="10800000">
              <a:off x="10660117" y="4190057"/>
              <a:ext cx="56007" cy="56007"/>
            </a:xfrm>
            <a:custGeom>
              <a:avLst/>
              <a:gdLst/>
              <a:ahLst/>
              <a:cxnLst/>
              <a:rect l="l" t="t" r="r" b="b"/>
              <a:pathLst>
                <a:path w="3956" h="3956" extrusionOk="0">
                  <a:moveTo>
                    <a:pt x="1971" y="1"/>
                  </a:moveTo>
                  <a:cubicBezTo>
                    <a:pt x="885" y="1"/>
                    <a:pt x="1" y="885"/>
                    <a:pt x="1" y="1986"/>
                  </a:cubicBezTo>
                  <a:cubicBezTo>
                    <a:pt x="1" y="3072"/>
                    <a:pt x="885" y="3956"/>
                    <a:pt x="1971" y="3956"/>
                  </a:cubicBezTo>
                  <a:cubicBezTo>
                    <a:pt x="3056" y="3956"/>
                    <a:pt x="3956" y="3056"/>
                    <a:pt x="3956" y="1986"/>
                  </a:cubicBezTo>
                  <a:cubicBezTo>
                    <a:pt x="3956" y="900"/>
                    <a:pt x="3056" y="1"/>
                    <a:pt x="19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0"/>
            <p:cNvSpPr/>
            <p:nvPr/>
          </p:nvSpPr>
          <p:spPr>
            <a:xfrm rot="10800000">
              <a:off x="10777379" y="4127914"/>
              <a:ext cx="52269" cy="52269"/>
            </a:xfrm>
            <a:custGeom>
              <a:avLst/>
              <a:gdLst/>
              <a:ahLst/>
              <a:cxnLst/>
              <a:rect l="l" t="t" r="r" b="b"/>
              <a:pathLst>
                <a:path w="3692" h="3692" extrusionOk="0">
                  <a:moveTo>
                    <a:pt x="1846" y="1"/>
                  </a:moveTo>
                  <a:cubicBezTo>
                    <a:pt x="822" y="1"/>
                    <a:pt x="0" y="838"/>
                    <a:pt x="0" y="1846"/>
                  </a:cubicBezTo>
                  <a:cubicBezTo>
                    <a:pt x="0" y="2839"/>
                    <a:pt x="807" y="3692"/>
                    <a:pt x="1846" y="3692"/>
                  </a:cubicBezTo>
                  <a:cubicBezTo>
                    <a:pt x="2885" y="3692"/>
                    <a:pt x="3692" y="2870"/>
                    <a:pt x="3692" y="1846"/>
                  </a:cubicBezTo>
                  <a:cubicBezTo>
                    <a:pt x="3692" y="823"/>
                    <a:pt x="2854" y="1"/>
                    <a:pt x="18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0"/>
            <p:cNvSpPr/>
            <p:nvPr/>
          </p:nvSpPr>
          <p:spPr>
            <a:xfrm rot="10800000">
              <a:off x="10699633" y="4025801"/>
              <a:ext cx="44596" cy="44582"/>
            </a:xfrm>
            <a:custGeom>
              <a:avLst/>
              <a:gdLst/>
              <a:ahLst/>
              <a:cxnLst/>
              <a:rect l="l" t="t" r="r" b="b"/>
              <a:pathLst>
                <a:path w="3150" h="3149" extrusionOk="0">
                  <a:moveTo>
                    <a:pt x="1583" y="0"/>
                  </a:moveTo>
                  <a:cubicBezTo>
                    <a:pt x="683" y="0"/>
                    <a:pt x="1" y="714"/>
                    <a:pt x="1" y="1567"/>
                  </a:cubicBezTo>
                  <a:cubicBezTo>
                    <a:pt x="1" y="2404"/>
                    <a:pt x="699" y="3102"/>
                    <a:pt x="1583" y="3149"/>
                  </a:cubicBezTo>
                  <a:cubicBezTo>
                    <a:pt x="2467" y="3149"/>
                    <a:pt x="3149" y="2420"/>
                    <a:pt x="3149" y="1567"/>
                  </a:cubicBezTo>
                  <a:cubicBezTo>
                    <a:pt x="3149" y="683"/>
                    <a:pt x="2436" y="0"/>
                    <a:pt x="15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0"/>
            <p:cNvSpPr/>
            <p:nvPr/>
          </p:nvSpPr>
          <p:spPr>
            <a:xfrm rot="10800000">
              <a:off x="10512770" y="4381541"/>
              <a:ext cx="79933" cy="79721"/>
            </a:xfrm>
            <a:custGeom>
              <a:avLst/>
              <a:gdLst/>
              <a:ahLst/>
              <a:cxnLst/>
              <a:rect l="l" t="t" r="r" b="b"/>
              <a:pathLst>
                <a:path w="5646" h="5631" extrusionOk="0">
                  <a:moveTo>
                    <a:pt x="2823" y="0"/>
                  </a:moveTo>
                  <a:cubicBezTo>
                    <a:pt x="1241" y="0"/>
                    <a:pt x="0" y="1241"/>
                    <a:pt x="0" y="2808"/>
                  </a:cubicBezTo>
                  <a:cubicBezTo>
                    <a:pt x="0" y="4389"/>
                    <a:pt x="1303" y="5630"/>
                    <a:pt x="2839" y="5630"/>
                  </a:cubicBezTo>
                  <a:cubicBezTo>
                    <a:pt x="4405" y="5630"/>
                    <a:pt x="5646" y="4389"/>
                    <a:pt x="5646" y="2808"/>
                  </a:cubicBezTo>
                  <a:cubicBezTo>
                    <a:pt x="5646" y="1241"/>
                    <a:pt x="4390" y="0"/>
                    <a:pt x="28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0"/>
            <p:cNvSpPr/>
            <p:nvPr/>
          </p:nvSpPr>
          <p:spPr>
            <a:xfrm rot="10800000">
              <a:off x="10868731" y="4490901"/>
              <a:ext cx="60396" cy="60396"/>
            </a:xfrm>
            <a:custGeom>
              <a:avLst/>
              <a:gdLst/>
              <a:ahLst/>
              <a:cxnLst/>
              <a:rect l="l" t="t" r="r" b="b"/>
              <a:pathLst>
                <a:path w="4266" h="4266" extrusionOk="0">
                  <a:moveTo>
                    <a:pt x="2125" y="0"/>
                  </a:moveTo>
                  <a:cubicBezTo>
                    <a:pt x="962" y="0"/>
                    <a:pt x="1" y="977"/>
                    <a:pt x="1" y="2141"/>
                  </a:cubicBezTo>
                  <a:cubicBezTo>
                    <a:pt x="1" y="3304"/>
                    <a:pt x="962" y="4265"/>
                    <a:pt x="2125" y="4265"/>
                  </a:cubicBezTo>
                  <a:cubicBezTo>
                    <a:pt x="3289" y="4265"/>
                    <a:pt x="4266" y="3304"/>
                    <a:pt x="4266" y="2141"/>
                  </a:cubicBezTo>
                  <a:cubicBezTo>
                    <a:pt x="4266" y="977"/>
                    <a:pt x="3289" y="0"/>
                    <a:pt x="2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0"/>
            <p:cNvSpPr/>
            <p:nvPr/>
          </p:nvSpPr>
          <p:spPr>
            <a:xfrm rot="10800000">
              <a:off x="10785065" y="4626383"/>
              <a:ext cx="28556" cy="28570"/>
            </a:xfrm>
            <a:custGeom>
              <a:avLst/>
              <a:gdLst/>
              <a:ahLst/>
              <a:cxnLst/>
              <a:rect l="l" t="t" r="r" b="b"/>
              <a:pathLst>
                <a:path w="2017" h="2018" extrusionOk="0">
                  <a:moveTo>
                    <a:pt x="1009" y="1"/>
                  </a:moveTo>
                  <a:cubicBezTo>
                    <a:pt x="450" y="1"/>
                    <a:pt x="1" y="435"/>
                    <a:pt x="1" y="1009"/>
                  </a:cubicBezTo>
                  <a:cubicBezTo>
                    <a:pt x="1" y="1521"/>
                    <a:pt x="450" y="1971"/>
                    <a:pt x="1009" y="2017"/>
                  </a:cubicBezTo>
                  <a:cubicBezTo>
                    <a:pt x="1567" y="2017"/>
                    <a:pt x="2017" y="1567"/>
                    <a:pt x="2017" y="1009"/>
                  </a:cubicBezTo>
                  <a:cubicBezTo>
                    <a:pt x="2017" y="435"/>
                    <a:pt x="1567" y="1"/>
                    <a:pt x="10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0"/>
            <p:cNvSpPr/>
            <p:nvPr/>
          </p:nvSpPr>
          <p:spPr>
            <a:xfrm rot="10800000">
              <a:off x="10760034" y="4726968"/>
              <a:ext cx="47881" cy="47881"/>
            </a:xfrm>
            <a:custGeom>
              <a:avLst/>
              <a:gdLst/>
              <a:ahLst/>
              <a:cxnLst/>
              <a:rect l="l" t="t" r="r" b="b"/>
              <a:pathLst>
                <a:path w="3382" h="3382" extrusionOk="0">
                  <a:moveTo>
                    <a:pt x="1691" y="1"/>
                  </a:moveTo>
                  <a:cubicBezTo>
                    <a:pt x="761" y="1"/>
                    <a:pt x="1" y="761"/>
                    <a:pt x="1" y="1691"/>
                  </a:cubicBezTo>
                  <a:cubicBezTo>
                    <a:pt x="1" y="2622"/>
                    <a:pt x="761" y="3382"/>
                    <a:pt x="1691" y="3382"/>
                  </a:cubicBezTo>
                  <a:cubicBezTo>
                    <a:pt x="2622" y="3382"/>
                    <a:pt x="3382" y="2622"/>
                    <a:pt x="3382" y="1691"/>
                  </a:cubicBezTo>
                  <a:cubicBezTo>
                    <a:pt x="3382" y="761"/>
                    <a:pt x="2622" y="1"/>
                    <a:pt x="1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0"/>
            <p:cNvSpPr/>
            <p:nvPr/>
          </p:nvSpPr>
          <p:spPr>
            <a:xfrm rot="10800000">
              <a:off x="10751469" y="3804446"/>
              <a:ext cx="60396" cy="60396"/>
            </a:xfrm>
            <a:custGeom>
              <a:avLst/>
              <a:gdLst/>
              <a:ahLst/>
              <a:cxnLst/>
              <a:rect l="l" t="t" r="r" b="b"/>
              <a:pathLst>
                <a:path w="4266" h="4266" extrusionOk="0">
                  <a:moveTo>
                    <a:pt x="2126" y="0"/>
                  </a:moveTo>
                  <a:cubicBezTo>
                    <a:pt x="962" y="0"/>
                    <a:pt x="1" y="977"/>
                    <a:pt x="1" y="2141"/>
                  </a:cubicBezTo>
                  <a:cubicBezTo>
                    <a:pt x="1" y="3304"/>
                    <a:pt x="962" y="4234"/>
                    <a:pt x="2126" y="4265"/>
                  </a:cubicBezTo>
                  <a:cubicBezTo>
                    <a:pt x="3289" y="4265"/>
                    <a:pt x="4266" y="3304"/>
                    <a:pt x="4266" y="2141"/>
                  </a:cubicBezTo>
                  <a:cubicBezTo>
                    <a:pt x="4266" y="977"/>
                    <a:pt x="3289" y="0"/>
                    <a:pt x="21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0"/>
            <p:cNvSpPr/>
            <p:nvPr/>
          </p:nvSpPr>
          <p:spPr>
            <a:xfrm rot="10800000">
              <a:off x="10805710" y="3637556"/>
              <a:ext cx="47654" cy="47654"/>
            </a:xfrm>
            <a:custGeom>
              <a:avLst/>
              <a:gdLst/>
              <a:ahLst/>
              <a:cxnLst/>
              <a:rect l="l" t="t" r="r" b="b"/>
              <a:pathLst>
                <a:path w="3366" h="3366" extrusionOk="0">
                  <a:moveTo>
                    <a:pt x="1675" y="0"/>
                  </a:moveTo>
                  <a:cubicBezTo>
                    <a:pt x="745" y="0"/>
                    <a:pt x="0" y="745"/>
                    <a:pt x="0" y="1691"/>
                  </a:cubicBezTo>
                  <a:cubicBezTo>
                    <a:pt x="0" y="2621"/>
                    <a:pt x="745" y="3366"/>
                    <a:pt x="1675" y="3366"/>
                  </a:cubicBezTo>
                  <a:cubicBezTo>
                    <a:pt x="2622" y="3366"/>
                    <a:pt x="3366" y="2621"/>
                    <a:pt x="3366" y="1691"/>
                  </a:cubicBezTo>
                  <a:cubicBezTo>
                    <a:pt x="3366" y="745"/>
                    <a:pt x="2622" y="0"/>
                    <a:pt x="16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0"/>
            <p:cNvSpPr/>
            <p:nvPr/>
          </p:nvSpPr>
          <p:spPr>
            <a:xfrm rot="10800000">
              <a:off x="10879489" y="3471756"/>
              <a:ext cx="20217" cy="20217"/>
            </a:xfrm>
            <a:custGeom>
              <a:avLst/>
              <a:gdLst/>
              <a:ahLst/>
              <a:cxnLst/>
              <a:rect l="l" t="t" r="r" b="b"/>
              <a:pathLst>
                <a:path w="1428" h="1428" extrusionOk="0">
                  <a:moveTo>
                    <a:pt x="714" y="1"/>
                  </a:moveTo>
                  <a:cubicBezTo>
                    <a:pt x="327" y="1"/>
                    <a:pt x="1" y="311"/>
                    <a:pt x="1" y="714"/>
                  </a:cubicBezTo>
                  <a:cubicBezTo>
                    <a:pt x="1" y="1117"/>
                    <a:pt x="327" y="1427"/>
                    <a:pt x="714" y="1427"/>
                  </a:cubicBezTo>
                  <a:cubicBezTo>
                    <a:pt x="1102" y="1427"/>
                    <a:pt x="1428" y="1117"/>
                    <a:pt x="1428" y="714"/>
                  </a:cubicBezTo>
                  <a:cubicBezTo>
                    <a:pt x="1428" y="326"/>
                    <a:pt x="1102" y="1"/>
                    <a:pt x="7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0"/>
            <p:cNvSpPr/>
            <p:nvPr/>
          </p:nvSpPr>
          <p:spPr>
            <a:xfrm rot="10800000">
              <a:off x="10780009" y="3338239"/>
              <a:ext cx="16040" cy="16040"/>
            </a:xfrm>
            <a:custGeom>
              <a:avLst/>
              <a:gdLst/>
              <a:ahLst/>
              <a:cxnLst/>
              <a:rect l="l" t="t" r="r" b="b"/>
              <a:pathLst>
                <a:path w="1133" h="1133" extrusionOk="0">
                  <a:moveTo>
                    <a:pt x="559" y="0"/>
                  </a:moveTo>
                  <a:cubicBezTo>
                    <a:pt x="233" y="0"/>
                    <a:pt x="0" y="233"/>
                    <a:pt x="0" y="558"/>
                  </a:cubicBezTo>
                  <a:cubicBezTo>
                    <a:pt x="0" y="900"/>
                    <a:pt x="233" y="1132"/>
                    <a:pt x="559" y="1132"/>
                  </a:cubicBezTo>
                  <a:cubicBezTo>
                    <a:pt x="900" y="1132"/>
                    <a:pt x="1133" y="900"/>
                    <a:pt x="1133" y="558"/>
                  </a:cubicBezTo>
                  <a:cubicBezTo>
                    <a:pt x="1133" y="233"/>
                    <a:pt x="900" y="0"/>
                    <a:pt x="5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0"/>
            <p:cNvSpPr/>
            <p:nvPr/>
          </p:nvSpPr>
          <p:spPr>
            <a:xfrm rot="10800000">
              <a:off x="10831393" y="3179919"/>
              <a:ext cx="36243" cy="36243"/>
            </a:xfrm>
            <a:custGeom>
              <a:avLst/>
              <a:gdLst/>
              <a:ahLst/>
              <a:cxnLst/>
              <a:rect l="l" t="t" r="r" b="b"/>
              <a:pathLst>
                <a:path w="2560" h="2560" extrusionOk="0">
                  <a:moveTo>
                    <a:pt x="1272" y="1"/>
                  </a:moveTo>
                  <a:cubicBezTo>
                    <a:pt x="559" y="1"/>
                    <a:pt x="0" y="606"/>
                    <a:pt x="0" y="1272"/>
                  </a:cubicBezTo>
                  <a:cubicBezTo>
                    <a:pt x="0" y="1955"/>
                    <a:pt x="559" y="2529"/>
                    <a:pt x="1272" y="2560"/>
                  </a:cubicBezTo>
                  <a:cubicBezTo>
                    <a:pt x="2001" y="2560"/>
                    <a:pt x="2559" y="1955"/>
                    <a:pt x="2559" y="1272"/>
                  </a:cubicBezTo>
                  <a:cubicBezTo>
                    <a:pt x="2559" y="559"/>
                    <a:pt x="1955" y="1"/>
                    <a:pt x="12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2" name="Google Shape;1082;p20"/>
          <p:cNvGrpSpPr/>
          <p:nvPr/>
        </p:nvGrpSpPr>
        <p:grpSpPr>
          <a:xfrm>
            <a:off x="-150716" y="1160434"/>
            <a:ext cx="870711" cy="827216"/>
            <a:chOff x="9980459" y="2165834"/>
            <a:chExt cx="870711" cy="827216"/>
          </a:xfrm>
        </p:grpSpPr>
        <p:sp>
          <p:nvSpPr>
            <p:cNvPr id="1083" name="Google Shape;1083;p20"/>
            <p:cNvSpPr/>
            <p:nvPr/>
          </p:nvSpPr>
          <p:spPr>
            <a:xfrm rot="10800000">
              <a:off x="10213460" y="2343701"/>
              <a:ext cx="134624" cy="134624"/>
            </a:xfrm>
            <a:custGeom>
              <a:avLst/>
              <a:gdLst/>
              <a:ahLst/>
              <a:cxnLst/>
              <a:rect l="l" t="t" r="r" b="b"/>
              <a:pathLst>
                <a:path w="9509" h="9509" extrusionOk="0">
                  <a:moveTo>
                    <a:pt x="4747" y="1"/>
                  </a:moveTo>
                  <a:cubicBezTo>
                    <a:pt x="2141" y="1"/>
                    <a:pt x="1" y="2141"/>
                    <a:pt x="1" y="4747"/>
                  </a:cubicBezTo>
                  <a:cubicBezTo>
                    <a:pt x="1" y="7368"/>
                    <a:pt x="2141" y="9508"/>
                    <a:pt x="4747" y="9508"/>
                  </a:cubicBezTo>
                  <a:cubicBezTo>
                    <a:pt x="7368" y="9508"/>
                    <a:pt x="9508" y="7368"/>
                    <a:pt x="9508" y="4747"/>
                  </a:cubicBezTo>
                  <a:cubicBezTo>
                    <a:pt x="9508" y="2141"/>
                    <a:pt x="7368" y="1"/>
                    <a:pt x="47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20"/>
            <p:cNvSpPr/>
            <p:nvPr/>
          </p:nvSpPr>
          <p:spPr>
            <a:xfrm rot="10800000">
              <a:off x="10777154" y="2288576"/>
              <a:ext cx="74015" cy="74242"/>
            </a:xfrm>
            <a:custGeom>
              <a:avLst/>
              <a:gdLst/>
              <a:ahLst/>
              <a:cxnLst/>
              <a:rect l="l" t="t" r="r" b="b"/>
              <a:pathLst>
                <a:path w="5228" h="5244" extrusionOk="0">
                  <a:moveTo>
                    <a:pt x="2622" y="1"/>
                  </a:moveTo>
                  <a:cubicBezTo>
                    <a:pt x="1164" y="1"/>
                    <a:pt x="1" y="1164"/>
                    <a:pt x="1" y="2622"/>
                  </a:cubicBezTo>
                  <a:cubicBezTo>
                    <a:pt x="1" y="4080"/>
                    <a:pt x="1164" y="5243"/>
                    <a:pt x="2622" y="5243"/>
                  </a:cubicBezTo>
                  <a:cubicBezTo>
                    <a:pt x="4064" y="5243"/>
                    <a:pt x="5227" y="4080"/>
                    <a:pt x="5227" y="2622"/>
                  </a:cubicBezTo>
                  <a:cubicBezTo>
                    <a:pt x="5227" y="1164"/>
                    <a:pt x="4064" y="1"/>
                    <a:pt x="26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20"/>
            <p:cNvSpPr/>
            <p:nvPr/>
          </p:nvSpPr>
          <p:spPr>
            <a:xfrm rot="10800000">
              <a:off x="10495198" y="2600634"/>
              <a:ext cx="74015" cy="74228"/>
            </a:xfrm>
            <a:custGeom>
              <a:avLst/>
              <a:gdLst/>
              <a:ahLst/>
              <a:cxnLst/>
              <a:rect l="l" t="t" r="r" b="b"/>
              <a:pathLst>
                <a:path w="5228" h="5243" extrusionOk="0">
                  <a:moveTo>
                    <a:pt x="2606" y="1"/>
                  </a:moveTo>
                  <a:cubicBezTo>
                    <a:pt x="1164" y="1"/>
                    <a:pt x="1" y="1164"/>
                    <a:pt x="1" y="2622"/>
                  </a:cubicBezTo>
                  <a:cubicBezTo>
                    <a:pt x="1" y="4080"/>
                    <a:pt x="1164" y="5243"/>
                    <a:pt x="2606" y="5243"/>
                  </a:cubicBezTo>
                  <a:cubicBezTo>
                    <a:pt x="4064" y="5196"/>
                    <a:pt x="5228" y="4018"/>
                    <a:pt x="5228" y="2622"/>
                  </a:cubicBezTo>
                  <a:cubicBezTo>
                    <a:pt x="5228" y="1164"/>
                    <a:pt x="4064" y="1"/>
                    <a:pt x="26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0"/>
            <p:cNvSpPr/>
            <p:nvPr/>
          </p:nvSpPr>
          <p:spPr>
            <a:xfrm rot="10800000">
              <a:off x="10489491" y="2202505"/>
              <a:ext cx="61486" cy="61486"/>
            </a:xfrm>
            <a:custGeom>
              <a:avLst/>
              <a:gdLst/>
              <a:ahLst/>
              <a:cxnLst/>
              <a:rect l="l" t="t" r="r" b="b"/>
              <a:pathLst>
                <a:path w="4343" h="4343" extrusionOk="0">
                  <a:moveTo>
                    <a:pt x="2171" y="0"/>
                  </a:moveTo>
                  <a:cubicBezTo>
                    <a:pt x="977" y="0"/>
                    <a:pt x="0" y="977"/>
                    <a:pt x="0" y="2172"/>
                  </a:cubicBezTo>
                  <a:cubicBezTo>
                    <a:pt x="0" y="3381"/>
                    <a:pt x="977" y="4343"/>
                    <a:pt x="2171" y="4343"/>
                  </a:cubicBezTo>
                  <a:cubicBezTo>
                    <a:pt x="3381" y="4312"/>
                    <a:pt x="4343" y="3335"/>
                    <a:pt x="4343" y="2172"/>
                  </a:cubicBezTo>
                  <a:cubicBezTo>
                    <a:pt x="4343" y="977"/>
                    <a:pt x="3381" y="0"/>
                    <a:pt x="21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0"/>
            <p:cNvSpPr/>
            <p:nvPr/>
          </p:nvSpPr>
          <p:spPr>
            <a:xfrm rot="10800000">
              <a:off x="9980459" y="2165834"/>
              <a:ext cx="61500" cy="61486"/>
            </a:xfrm>
            <a:custGeom>
              <a:avLst/>
              <a:gdLst/>
              <a:ahLst/>
              <a:cxnLst/>
              <a:rect l="l" t="t" r="r" b="b"/>
              <a:pathLst>
                <a:path w="4344" h="4343" extrusionOk="0">
                  <a:moveTo>
                    <a:pt x="2172" y="0"/>
                  </a:moveTo>
                  <a:cubicBezTo>
                    <a:pt x="962" y="0"/>
                    <a:pt x="0" y="962"/>
                    <a:pt x="0" y="2172"/>
                  </a:cubicBezTo>
                  <a:cubicBezTo>
                    <a:pt x="0" y="3366"/>
                    <a:pt x="962" y="4343"/>
                    <a:pt x="2172" y="4343"/>
                  </a:cubicBezTo>
                  <a:cubicBezTo>
                    <a:pt x="3366" y="4343"/>
                    <a:pt x="4343" y="3366"/>
                    <a:pt x="4343" y="2172"/>
                  </a:cubicBezTo>
                  <a:cubicBezTo>
                    <a:pt x="4343" y="962"/>
                    <a:pt x="3366" y="0"/>
                    <a:pt x="21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0"/>
            <p:cNvSpPr/>
            <p:nvPr/>
          </p:nvSpPr>
          <p:spPr>
            <a:xfrm rot="10800000">
              <a:off x="10821069" y="2980308"/>
              <a:ext cx="12529" cy="12742"/>
            </a:xfrm>
            <a:custGeom>
              <a:avLst/>
              <a:gdLst/>
              <a:ahLst/>
              <a:cxnLst/>
              <a:rect l="l" t="t" r="r" b="b"/>
              <a:pathLst>
                <a:path w="885" h="900" extrusionOk="0">
                  <a:moveTo>
                    <a:pt x="435" y="0"/>
                  </a:moveTo>
                  <a:cubicBezTo>
                    <a:pt x="186" y="0"/>
                    <a:pt x="0" y="218"/>
                    <a:pt x="0" y="450"/>
                  </a:cubicBezTo>
                  <a:cubicBezTo>
                    <a:pt x="0" y="698"/>
                    <a:pt x="171" y="853"/>
                    <a:pt x="435" y="900"/>
                  </a:cubicBezTo>
                  <a:cubicBezTo>
                    <a:pt x="698" y="900"/>
                    <a:pt x="884" y="698"/>
                    <a:pt x="884" y="450"/>
                  </a:cubicBezTo>
                  <a:cubicBezTo>
                    <a:pt x="884" y="202"/>
                    <a:pt x="667" y="0"/>
                    <a:pt x="4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9" name="Google Shape;1089;p20"/>
          <p:cNvGrpSpPr/>
          <p:nvPr/>
        </p:nvGrpSpPr>
        <p:grpSpPr>
          <a:xfrm>
            <a:off x="-288606" y="3552679"/>
            <a:ext cx="828973" cy="1571891"/>
            <a:chOff x="8765844" y="4532342"/>
            <a:chExt cx="828973" cy="1571891"/>
          </a:xfrm>
        </p:grpSpPr>
        <p:sp>
          <p:nvSpPr>
            <p:cNvPr id="1090" name="Google Shape;1090;p20"/>
            <p:cNvSpPr/>
            <p:nvPr/>
          </p:nvSpPr>
          <p:spPr>
            <a:xfrm>
              <a:off x="8765844" y="6042337"/>
              <a:ext cx="70929" cy="61897"/>
            </a:xfrm>
            <a:custGeom>
              <a:avLst/>
              <a:gdLst/>
              <a:ahLst/>
              <a:cxnLst/>
              <a:rect l="l" t="t" r="r" b="b"/>
              <a:pathLst>
                <a:path w="5010" h="4372" extrusionOk="0">
                  <a:moveTo>
                    <a:pt x="2507" y="1"/>
                  </a:moveTo>
                  <a:cubicBezTo>
                    <a:pt x="1751" y="1"/>
                    <a:pt x="1012" y="398"/>
                    <a:pt x="605" y="1098"/>
                  </a:cubicBezTo>
                  <a:cubicBezTo>
                    <a:pt x="0" y="2153"/>
                    <a:pt x="372" y="3471"/>
                    <a:pt x="1412" y="4091"/>
                  </a:cubicBezTo>
                  <a:cubicBezTo>
                    <a:pt x="1752" y="4281"/>
                    <a:pt x="2121" y="4371"/>
                    <a:pt x="2485" y="4371"/>
                  </a:cubicBezTo>
                  <a:cubicBezTo>
                    <a:pt x="3250" y="4371"/>
                    <a:pt x="3995" y="3973"/>
                    <a:pt x="4405" y="3269"/>
                  </a:cubicBezTo>
                  <a:cubicBezTo>
                    <a:pt x="5010" y="2230"/>
                    <a:pt x="4638" y="881"/>
                    <a:pt x="3583" y="291"/>
                  </a:cubicBezTo>
                  <a:cubicBezTo>
                    <a:pt x="3244" y="94"/>
                    <a:pt x="2873" y="1"/>
                    <a:pt x="25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0"/>
            <p:cNvSpPr/>
            <p:nvPr/>
          </p:nvSpPr>
          <p:spPr>
            <a:xfrm>
              <a:off x="8945914" y="5744141"/>
              <a:ext cx="141193" cy="123567"/>
            </a:xfrm>
            <a:custGeom>
              <a:avLst/>
              <a:gdLst/>
              <a:ahLst/>
              <a:cxnLst/>
              <a:rect l="l" t="t" r="r" b="b"/>
              <a:pathLst>
                <a:path w="9973" h="8728" extrusionOk="0">
                  <a:moveTo>
                    <a:pt x="4981" y="0"/>
                  </a:moveTo>
                  <a:cubicBezTo>
                    <a:pt x="3474" y="0"/>
                    <a:pt x="2012" y="791"/>
                    <a:pt x="1210" y="2198"/>
                  </a:cubicBezTo>
                  <a:cubicBezTo>
                    <a:pt x="0" y="4292"/>
                    <a:pt x="713" y="6944"/>
                    <a:pt x="2807" y="8138"/>
                  </a:cubicBezTo>
                  <a:cubicBezTo>
                    <a:pt x="3498" y="8537"/>
                    <a:pt x="4251" y="8727"/>
                    <a:pt x="4993" y="8727"/>
                  </a:cubicBezTo>
                  <a:cubicBezTo>
                    <a:pt x="6501" y="8727"/>
                    <a:pt x="7963" y="7944"/>
                    <a:pt x="8763" y="6541"/>
                  </a:cubicBezTo>
                  <a:cubicBezTo>
                    <a:pt x="9973" y="4447"/>
                    <a:pt x="9244" y="1779"/>
                    <a:pt x="7150" y="585"/>
                  </a:cubicBezTo>
                  <a:cubicBezTo>
                    <a:pt x="6463" y="188"/>
                    <a:pt x="5717" y="0"/>
                    <a:pt x="49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0"/>
            <p:cNvSpPr/>
            <p:nvPr/>
          </p:nvSpPr>
          <p:spPr>
            <a:xfrm>
              <a:off x="9282112" y="5761613"/>
              <a:ext cx="161183" cy="141264"/>
            </a:xfrm>
            <a:custGeom>
              <a:avLst/>
              <a:gdLst/>
              <a:ahLst/>
              <a:cxnLst/>
              <a:rect l="l" t="t" r="r" b="b"/>
              <a:pathLst>
                <a:path w="11385" h="9978" extrusionOk="0">
                  <a:moveTo>
                    <a:pt x="5680" y="0"/>
                  </a:moveTo>
                  <a:cubicBezTo>
                    <a:pt x="3960" y="0"/>
                    <a:pt x="2290" y="904"/>
                    <a:pt x="1365" y="2484"/>
                  </a:cubicBezTo>
                  <a:cubicBezTo>
                    <a:pt x="0" y="4919"/>
                    <a:pt x="807" y="7912"/>
                    <a:pt x="3164" y="9293"/>
                  </a:cubicBezTo>
                  <a:cubicBezTo>
                    <a:pt x="3952" y="9758"/>
                    <a:pt x="4811" y="9978"/>
                    <a:pt x="5658" y="9978"/>
                  </a:cubicBezTo>
                  <a:cubicBezTo>
                    <a:pt x="7378" y="9978"/>
                    <a:pt x="9048" y="9073"/>
                    <a:pt x="9973" y="7494"/>
                  </a:cubicBezTo>
                  <a:cubicBezTo>
                    <a:pt x="11384" y="5105"/>
                    <a:pt x="10531" y="2065"/>
                    <a:pt x="8174" y="685"/>
                  </a:cubicBezTo>
                  <a:cubicBezTo>
                    <a:pt x="7386" y="219"/>
                    <a:pt x="6527" y="0"/>
                    <a:pt x="56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0"/>
            <p:cNvSpPr/>
            <p:nvPr/>
          </p:nvSpPr>
          <p:spPr>
            <a:xfrm>
              <a:off x="9140256" y="5539123"/>
              <a:ext cx="80811" cy="70816"/>
            </a:xfrm>
            <a:custGeom>
              <a:avLst/>
              <a:gdLst/>
              <a:ahLst/>
              <a:cxnLst/>
              <a:rect l="l" t="t" r="r" b="b"/>
              <a:pathLst>
                <a:path w="5708" h="5002" extrusionOk="0">
                  <a:moveTo>
                    <a:pt x="2844" y="0"/>
                  </a:moveTo>
                  <a:cubicBezTo>
                    <a:pt x="1977" y="0"/>
                    <a:pt x="1141" y="449"/>
                    <a:pt x="682" y="1262"/>
                  </a:cubicBezTo>
                  <a:cubicBezTo>
                    <a:pt x="0" y="2456"/>
                    <a:pt x="403" y="3991"/>
                    <a:pt x="1613" y="4674"/>
                  </a:cubicBezTo>
                  <a:cubicBezTo>
                    <a:pt x="2002" y="4896"/>
                    <a:pt x="2427" y="5001"/>
                    <a:pt x="2847" y="5001"/>
                  </a:cubicBezTo>
                  <a:cubicBezTo>
                    <a:pt x="3717" y="5001"/>
                    <a:pt x="4565" y="4549"/>
                    <a:pt x="5025" y="3743"/>
                  </a:cubicBezTo>
                  <a:cubicBezTo>
                    <a:pt x="5708" y="2533"/>
                    <a:pt x="5289" y="1013"/>
                    <a:pt x="4095" y="331"/>
                  </a:cubicBezTo>
                  <a:cubicBezTo>
                    <a:pt x="3698" y="107"/>
                    <a:pt x="3267" y="0"/>
                    <a:pt x="28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0"/>
            <p:cNvSpPr/>
            <p:nvPr/>
          </p:nvSpPr>
          <p:spPr>
            <a:xfrm>
              <a:off x="8996192" y="5987104"/>
              <a:ext cx="70717" cy="61939"/>
            </a:xfrm>
            <a:custGeom>
              <a:avLst/>
              <a:gdLst/>
              <a:ahLst/>
              <a:cxnLst/>
              <a:rect l="l" t="t" r="r" b="b"/>
              <a:pathLst>
                <a:path w="4995" h="4375" extrusionOk="0">
                  <a:moveTo>
                    <a:pt x="2507" y="1"/>
                  </a:moveTo>
                  <a:cubicBezTo>
                    <a:pt x="1747" y="1"/>
                    <a:pt x="1003" y="395"/>
                    <a:pt x="606" y="1106"/>
                  </a:cubicBezTo>
                  <a:cubicBezTo>
                    <a:pt x="1" y="2145"/>
                    <a:pt x="342" y="3463"/>
                    <a:pt x="1412" y="4084"/>
                  </a:cubicBezTo>
                  <a:cubicBezTo>
                    <a:pt x="1756" y="4281"/>
                    <a:pt x="2130" y="4375"/>
                    <a:pt x="2499" y="4375"/>
                  </a:cubicBezTo>
                  <a:cubicBezTo>
                    <a:pt x="3260" y="4375"/>
                    <a:pt x="3998" y="3977"/>
                    <a:pt x="4405" y="3277"/>
                  </a:cubicBezTo>
                  <a:cubicBezTo>
                    <a:pt x="4995" y="2223"/>
                    <a:pt x="4638" y="889"/>
                    <a:pt x="3583" y="284"/>
                  </a:cubicBezTo>
                  <a:cubicBezTo>
                    <a:pt x="3245" y="92"/>
                    <a:pt x="2874" y="1"/>
                    <a:pt x="25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0"/>
            <p:cNvSpPr/>
            <p:nvPr/>
          </p:nvSpPr>
          <p:spPr>
            <a:xfrm>
              <a:off x="9397180" y="5317341"/>
              <a:ext cx="70929" cy="61939"/>
            </a:xfrm>
            <a:custGeom>
              <a:avLst/>
              <a:gdLst/>
              <a:ahLst/>
              <a:cxnLst/>
              <a:rect l="l" t="t" r="r" b="b"/>
              <a:pathLst>
                <a:path w="5010" h="4375" extrusionOk="0">
                  <a:moveTo>
                    <a:pt x="2510" y="0"/>
                  </a:moveTo>
                  <a:cubicBezTo>
                    <a:pt x="1753" y="0"/>
                    <a:pt x="1013" y="394"/>
                    <a:pt x="605" y="1106"/>
                  </a:cubicBezTo>
                  <a:cubicBezTo>
                    <a:pt x="0" y="2145"/>
                    <a:pt x="372" y="3494"/>
                    <a:pt x="1412" y="4084"/>
                  </a:cubicBezTo>
                  <a:cubicBezTo>
                    <a:pt x="1756" y="4281"/>
                    <a:pt x="2130" y="4374"/>
                    <a:pt x="2499" y="4374"/>
                  </a:cubicBezTo>
                  <a:cubicBezTo>
                    <a:pt x="3259" y="4374"/>
                    <a:pt x="3998" y="3977"/>
                    <a:pt x="4405" y="3277"/>
                  </a:cubicBezTo>
                  <a:cubicBezTo>
                    <a:pt x="5010" y="2222"/>
                    <a:pt x="4638" y="889"/>
                    <a:pt x="3583" y="284"/>
                  </a:cubicBezTo>
                  <a:cubicBezTo>
                    <a:pt x="3245" y="92"/>
                    <a:pt x="2876" y="0"/>
                    <a:pt x="25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0"/>
            <p:cNvSpPr/>
            <p:nvPr/>
          </p:nvSpPr>
          <p:spPr>
            <a:xfrm>
              <a:off x="9326684" y="5560248"/>
              <a:ext cx="80599" cy="70816"/>
            </a:xfrm>
            <a:custGeom>
              <a:avLst/>
              <a:gdLst/>
              <a:ahLst/>
              <a:cxnLst/>
              <a:rect l="l" t="t" r="r" b="b"/>
              <a:pathLst>
                <a:path w="5693" h="5002" extrusionOk="0">
                  <a:moveTo>
                    <a:pt x="2851" y="0"/>
                  </a:moveTo>
                  <a:cubicBezTo>
                    <a:pt x="1978" y="0"/>
                    <a:pt x="1133" y="453"/>
                    <a:pt x="683" y="1258"/>
                  </a:cubicBezTo>
                  <a:cubicBezTo>
                    <a:pt x="1" y="2422"/>
                    <a:pt x="388" y="3957"/>
                    <a:pt x="1614" y="4671"/>
                  </a:cubicBezTo>
                  <a:cubicBezTo>
                    <a:pt x="2006" y="4895"/>
                    <a:pt x="2434" y="5002"/>
                    <a:pt x="2857" y="5002"/>
                  </a:cubicBezTo>
                  <a:cubicBezTo>
                    <a:pt x="3724" y="5002"/>
                    <a:pt x="4567" y="4553"/>
                    <a:pt x="5026" y="3740"/>
                  </a:cubicBezTo>
                  <a:cubicBezTo>
                    <a:pt x="5693" y="2546"/>
                    <a:pt x="5289" y="1010"/>
                    <a:pt x="4095" y="328"/>
                  </a:cubicBezTo>
                  <a:cubicBezTo>
                    <a:pt x="3701" y="106"/>
                    <a:pt x="3273" y="0"/>
                    <a:pt x="28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0"/>
            <p:cNvSpPr/>
            <p:nvPr/>
          </p:nvSpPr>
          <p:spPr>
            <a:xfrm>
              <a:off x="9380260" y="5029765"/>
              <a:ext cx="90268" cy="79098"/>
            </a:xfrm>
            <a:custGeom>
              <a:avLst/>
              <a:gdLst/>
              <a:ahLst/>
              <a:cxnLst/>
              <a:rect l="l" t="t" r="r" b="b"/>
              <a:pathLst>
                <a:path w="6376" h="5587" extrusionOk="0">
                  <a:moveTo>
                    <a:pt x="3214" y="1"/>
                  </a:moveTo>
                  <a:cubicBezTo>
                    <a:pt x="2231" y="1"/>
                    <a:pt x="1260" y="506"/>
                    <a:pt x="745" y="1409"/>
                  </a:cubicBezTo>
                  <a:cubicBezTo>
                    <a:pt x="1" y="2774"/>
                    <a:pt x="435" y="4465"/>
                    <a:pt x="1800" y="5225"/>
                  </a:cubicBezTo>
                  <a:cubicBezTo>
                    <a:pt x="2226" y="5470"/>
                    <a:pt x="2696" y="5586"/>
                    <a:pt x="3163" y="5586"/>
                  </a:cubicBezTo>
                  <a:cubicBezTo>
                    <a:pt x="4139" y="5586"/>
                    <a:pt x="5101" y="5078"/>
                    <a:pt x="5615" y="4186"/>
                  </a:cubicBezTo>
                  <a:cubicBezTo>
                    <a:pt x="6375" y="2867"/>
                    <a:pt x="5910" y="1115"/>
                    <a:pt x="4576" y="355"/>
                  </a:cubicBezTo>
                  <a:cubicBezTo>
                    <a:pt x="4151" y="115"/>
                    <a:pt x="3681" y="1"/>
                    <a:pt x="3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0"/>
            <p:cNvSpPr/>
            <p:nvPr/>
          </p:nvSpPr>
          <p:spPr>
            <a:xfrm>
              <a:off x="9507193" y="4679479"/>
              <a:ext cx="14950" cy="14724"/>
            </a:xfrm>
            <a:custGeom>
              <a:avLst/>
              <a:gdLst/>
              <a:ahLst/>
              <a:cxnLst/>
              <a:rect l="l" t="t" r="r" b="b"/>
              <a:pathLst>
                <a:path w="1056" h="1040" extrusionOk="0">
                  <a:moveTo>
                    <a:pt x="528" y="0"/>
                  </a:moveTo>
                  <a:cubicBezTo>
                    <a:pt x="233" y="0"/>
                    <a:pt x="1" y="233"/>
                    <a:pt x="1" y="512"/>
                  </a:cubicBezTo>
                  <a:cubicBezTo>
                    <a:pt x="1" y="807"/>
                    <a:pt x="233" y="1039"/>
                    <a:pt x="528" y="1039"/>
                  </a:cubicBezTo>
                  <a:cubicBezTo>
                    <a:pt x="823" y="1039"/>
                    <a:pt x="1055" y="807"/>
                    <a:pt x="1055" y="512"/>
                  </a:cubicBezTo>
                  <a:cubicBezTo>
                    <a:pt x="1009" y="248"/>
                    <a:pt x="807" y="0"/>
                    <a:pt x="5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0"/>
            <p:cNvSpPr/>
            <p:nvPr/>
          </p:nvSpPr>
          <p:spPr>
            <a:xfrm>
              <a:off x="9349522" y="4532342"/>
              <a:ext cx="36470" cy="36243"/>
            </a:xfrm>
            <a:custGeom>
              <a:avLst/>
              <a:gdLst/>
              <a:ahLst/>
              <a:cxnLst/>
              <a:rect l="l" t="t" r="r" b="b"/>
              <a:pathLst>
                <a:path w="2576" h="2560" extrusionOk="0">
                  <a:moveTo>
                    <a:pt x="1272" y="1"/>
                  </a:moveTo>
                  <a:cubicBezTo>
                    <a:pt x="559" y="1"/>
                    <a:pt x="1" y="559"/>
                    <a:pt x="1" y="1273"/>
                  </a:cubicBezTo>
                  <a:cubicBezTo>
                    <a:pt x="1" y="1986"/>
                    <a:pt x="559" y="2560"/>
                    <a:pt x="1272" y="2560"/>
                  </a:cubicBezTo>
                  <a:cubicBezTo>
                    <a:pt x="1986" y="2560"/>
                    <a:pt x="2560" y="1986"/>
                    <a:pt x="2560" y="1273"/>
                  </a:cubicBezTo>
                  <a:cubicBezTo>
                    <a:pt x="2575" y="621"/>
                    <a:pt x="1986" y="1"/>
                    <a:pt x="12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0"/>
            <p:cNvSpPr/>
            <p:nvPr/>
          </p:nvSpPr>
          <p:spPr>
            <a:xfrm>
              <a:off x="9481721" y="5006020"/>
              <a:ext cx="21534" cy="21307"/>
            </a:xfrm>
            <a:custGeom>
              <a:avLst/>
              <a:gdLst/>
              <a:ahLst/>
              <a:cxnLst/>
              <a:rect l="l" t="t" r="r" b="b"/>
              <a:pathLst>
                <a:path w="1521" h="1505" extrusionOk="0">
                  <a:moveTo>
                    <a:pt x="760" y="0"/>
                  </a:moveTo>
                  <a:cubicBezTo>
                    <a:pt x="311" y="0"/>
                    <a:pt x="0" y="372"/>
                    <a:pt x="0" y="760"/>
                  </a:cubicBezTo>
                  <a:cubicBezTo>
                    <a:pt x="0" y="1194"/>
                    <a:pt x="373" y="1504"/>
                    <a:pt x="760" y="1504"/>
                  </a:cubicBezTo>
                  <a:cubicBezTo>
                    <a:pt x="1195" y="1504"/>
                    <a:pt x="1520" y="1148"/>
                    <a:pt x="1520" y="760"/>
                  </a:cubicBezTo>
                  <a:cubicBezTo>
                    <a:pt x="1520" y="372"/>
                    <a:pt x="1210" y="0"/>
                    <a:pt x="7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0"/>
            <p:cNvSpPr/>
            <p:nvPr/>
          </p:nvSpPr>
          <p:spPr>
            <a:xfrm>
              <a:off x="9558575" y="4888532"/>
              <a:ext cx="36243" cy="36243"/>
            </a:xfrm>
            <a:custGeom>
              <a:avLst/>
              <a:gdLst/>
              <a:ahLst/>
              <a:cxnLst/>
              <a:rect l="l" t="t" r="r" b="b"/>
              <a:pathLst>
                <a:path w="2560" h="2560" extrusionOk="0">
                  <a:moveTo>
                    <a:pt x="1288" y="0"/>
                  </a:moveTo>
                  <a:cubicBezTo>
                    <a:pt x="559" y="0"/>
                    <a:pt x="1" y="559"/>
                    <a:pt x="1" y="1288"/>
                  </a:cubicBezTo>
                  <a:cubicBezTo>
                    <a:pt x="1" y="2001"/>
                    <a:pt x="559" y="2559"/>
                    <a:pt x="1288" y="2559"/>
                  </a:cubicBezTo>
                  <a:cubicBezTo>
                    <a:pt x="2001" y="2559"/>
                    <a:pt x="2560" y="2001"/>
                    <a:pt x="2560" y="1288"/>
                  </a:cubicBezTo>
                  <a:cubicBezTo>
                    <a:pt x="2560" y="559"/>
                    <a:pt x="2001" y="0"/>
                    <a:pt x="128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0"/>
            <p:cNvSpPr/>
            <p:nvPr/>
          </p:nvSpPr>
          <p:spPr>
            <a:xfrm>
              <a:off x="9433185" y="5542040"/>
              <a:ext cx="44370" cy="44596"/>
            </a:xfrm>
            <a:custGeom>
              <a:avLst/>
              <a:gdLst/>
              <a:ahLst/>
              <a:cxnLst/>
              <a:rect l="l" t="t" r="r" b="b"/>
              <a:pathLst>
                <a:path w="3134" h="3150" extrusionOk="0">
                  <a:moveTo>
                    <a:pt x="1567" y="1"/>
                  </a:moveTo>
                  <a:cubicBezTo>
                    <a:pt x="714" y="1"/>
                    <a:pt x="1" y="683"/>
                    <a:pt x="1" y="1583"/>
                  </a:cubicBezTo>
                  <a:cubicBezTo>
                    <a:pt x="1" y="2436"/>
                    <a:pt x="683" y="3149"/>
                    <a:pt x="1567" y="3149"/>
                  </a:cubicBezTo>
                  <a:cubicBezTo>
                    <a:pt x="2420" y="3149"/>
                    <a:pt x="3134" y="2467"/>
                    <a:pt x="3134" y="1583"/>
                  </a:cubicBezTo>
                  <a:cubicBezTo>
                    <a:pt x="3134" y="683"/>
                    <a:pt x="2436" y="1"/>
                    <a:pt x="15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0"/>
            <p:cNvSpPr/>
            <p:nvPr/>
          </p:nvSpPr>
          <p:spPr>
            <a:xfrm>
              <a:off x="9433624" y="5883519"/>
              <a:ext cx="14950" cy="14936"/>
            </a:xfrm>
            <a:custGeom>
              <a:avLst/>
              <a:gdLst/>
              <a:ahLst/>
              <a:cxnLst/>
              <a:rect l="l" t="t" r="r" b="b"/>
              <a:pathLst>
                <a:path w="1056" h="1055" extrusionOk="0">
                  <a:moveTo>
                    <a:pt x="528" y="0"/>
                  </a:moveTo>
                  <a:cubicBezTo>
                    <a:pt x="233" y="0"/>
                    <a:pt x="1" y="233"/>
                    <a:pt x="1" y="528"/>
                  </a:cubicBezTo>
                  <a:cubicBezTo>
                    <a:pt x="1" y="822"/>
                    <a:pt x="233" y="1055"/>
                    <a:pt x="528" y="1055"/>
                  </a:cubicBezTo>
                  <a:cubicBezTo>
                    <a:pt x="823" y="1055"/>
                    <a:pt x="1055" y="822"/>
                    <a:pt x="1055" y="528"/>
                  </a:cubicBezTo>
                  <a:cubicBezTo>
                    <a:pt x="1055" y="233"/>
                    <a:pt x="807" y="0"/>
                    <a:pt x="5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4" name="Google Shape;1104;p20"/>
          <p:cNvGrpSpPr/>
          <p:nvPr/>
        </p:nvGrpSpPr>
        <p:grpSpPr>
          <a:xfrm>
            <a:off x="5" y="-23513"/>
            <a:ext cx="9143998" cy="5187577"/>
            <a:chOff x="5" y="-23513"/>
            <a:chExt cx="9143998" cy="5187577"/>
          </a:xfrm>
        </p:grpSpPr>
        <p:grpSp>
          <p:nvGrpSpPr>
            <p:cNvPr id="1105" name="Google Shape;1105;p20"/>
            <p:cNvGrpSpPr/>
            <p:nvPr/>
          </p:nvGrpSpPr>
          <p:grpSpPr>
            <a:xfrm>
              <a:off x="8040530" y="4235962"/>
              <a:ext cx="1103473" cy="928102"/>
              <a:chOff x="5200805" y="3216049"/>
              <a:chExt cx="1103473" cy="928102"/>
            </a:xfrm>
          </p:grpSpPr>
          <p:sp>
            <p:nvSpPr>
              <p:cNvPr id="1106" name="Google Shape;1106;p20"/>
              <p:cNvSpPr/>
              <p:nvPr/>
            </p:nvSpPr>
            <p:spPr>
              <a:xfrm>
                <a:off x="5284335" y="3556700"/>
                <a:ext cx="21486" cy="16862"/>
              </a:xfrm>
              <a:custGeom>
                <a:avLst/>
                <a:gdLst/>
                <a:ahLst/>
                <a:cxnLst/>
                <a:rect l="l" t="t" r="r" b="b"/>
                <a:pathLst>
                  <a:path w="1013" h="795" extrusionOk="0">
                    <a:moveTo>
                      <a:pt x="498" y="0"/>
                    </a:moveTo>
                    <a:cubicBezTo>
                      <a:pt x="0" y="0"/>
                      <a:pt x="0" y="795"/>
                      <a:pt x="498" y="795"/>
                    </a:cubicBezTo>
                    <a:cubicBezTo>
                      <a:pt x="1013" y="795"/>
                      <a:pt x="1013" y="0"/>
                      <a:pt x="498" y="0"/>
                    </a:cubicBezTo>
                    <a:close/>
                  </a:path>
                </a:pathLst>
              </a:custGeom>
              <a:solidFill>
                <a:srgbClr val="030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0"/>
              <p:cNvSpPr/>
              <p:nvPr/>
            </p:nvSpPr>
            <p:spPr>
              <a:xfrm>
                <a:off x="5347290" y="3537440"/>
                <a:ext cx="21" cy="21"/>
              </a:xfrm>
              <a:custGeom>
                <a:avLst/>
                <a:gdLst/>
                <a:ahLst/>
                <a:cxnLst/>
                <a:rect l="l" t="t" r="r" b="b"/>
                <a:pathLst>
                  <a:path w="1" h="1" extrusionOk="0">
                    <a:moveTo>
                      <a:pt x="1" y="0"/>
                    </a:moveTo>
                    <a:close/>
                  </a:path>
                </a:pathLst>
              </a:custGeom>
              <a:solidFill>
                <a:srgbClr val="030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0"/>
              <p:cNvSpPr/>
              <p:nvPr/>
            </p:nvSpPr>
            <p:spPr>
              <a:xfrm>
                <a:off x="5219683" y="3216049"/>
                <a:ext cx="1084595" cy="927344"/>
              </a:xfrm>
              <a:custGeom>
                <a:avLst/>
                <a:gdLst/>
                <a:ahLst/>
                <a:cxnLst/>
                <a:rect l="l" t="t" r="r" b="b"/>
                <a:pathLst>
                  <a:path w="51136" h="43722" extrusionOk="0">
                    <a:moveTo>
                      <a:pt x="4403" y="1"/>
                    </a:moveTo>
                    <a:cubicBezTo>
                      <a:pt x="2940" y="1"/>
                      <a:pt x="1472" y="85"/>
                      <a:pt x="1" y="265"/>
                    </a:cubicBezTo>
                    <a:cubicBezTo>
                      <a:pt x="4943" y="5591"/>
                      <a:pt x="5999" y="13414"/>
                      <a:pt x="9771" y="19623"/>
                    </a:cubicBezTo>
                    <a:cubicBezTo>
                      <a:pt x="16442" y="30651"/>
                      <a:pt x="29653" y="34685"/>
                      <a:pt x="38542" y="43477"/>
                    </a:cubicBezTo>
                    <a:cubicBezTo>
                      <a:pt x="38716" y="43591"/>
                      <a:pt x="38952" y="43608"/>
                      <a:pt x="39127" y="43722"/>
                    </a:cubicBezTo>
                    <a:lnTo>
                      <a:pt x="48173" y="43722"/>
                    </a:lnTo>
                    <a:cubicBezTo>
                      <a:pt x="48174" y="43722"/>
                      <a:pt x="48175" y="43722"/>
                      <a:pt x="48176" y="43722"/>
                    </a:cubicBezTo>
                    <a:cubicBezTo>
                      <a:pt x="51136" y="43722"/>
                      <a:pt x="44016" y="21910"/>
                      <a:pt x="43266" y="20260"/>
                    </a:cubicBezTo>
                    <a:cubicBezTo>
                      <a:pt x="42218" y="17946"/>
                      <a:pt x="40856" y="15554"/>
                      <a:pt x="38542" y="14515"/>
                    </a:cubicBezTo>
                    <a:cubicBezTo>
                      <a:pt x="37283" y="13952"/>
                      <a:pt x="35915" y="13865"/>
                      <a:pt x="34523" y="13865"/>
                    </a:cubicBezTo>
                    <a:cubicBezTo>
                      <a:pt x="33896" y="13865"/>
                      <a:pt x="33263" y="13883"/>
                      <a:pt x="32634" y="13883"/>
                    </a:cubicBezTo>
                    <a:cubicBezTo>
                      <a:pt x="31389" y="13883"/>
                      <a:pt x="30156" y="13813"/>
                      <a:pt x="28998" y="13397"/>
                    </a:cubicBezTo>
                    <a:cubicBezTo>
                      <a:pt x="31377" y="12007"/>
                      <a:pt x="34118" y="11267"/>
                      <a:pt x="36875" y="11267"/>
                    </a:cubicBezTo>
                    <a:cubicBezTo>
                      <a:pt x="37113" y="11267"/>
                      <a:pt x="37352" y="11273"/>
                      <a:pt x="37590" y="11284"/>
                    </a:cubicBezTo>
                    <a:cubicBezTo>
                      <a:pt x="27358" y="5380"/>
                      <a:pt x="16050" y="1"/>
                      <a:pt x="44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0"/>
              <p:cNvSpPr/>
              <p:nvPr/>
            </p:nvSpPr>
            <p:spPr>
              <a:xfrm>
                <a:off x="5314328" y="3267211"/>
                <a:ext cx="845452" cy="852112"/>
              </a:xfrm>
              <a:custGeom>
                <a:avLst/>
                <a:gdLst/>
                <a:ahLst/>
                <a:cxnLst/>
                <a:rect l="l" t="t" r="r" b="b"/>
                <a:pathLst>
                  <a:path w="39861" h="40175" extrusionOk="0">
                    <a:moveTo>
                      <a:pt x="1" y="1"/>
                    </a:moveTo>
                    <a:lnTo>
                      <a:pt x="1" y="1"/>
                    </a:lnTo>
                    <a:cubicBezTo>
                      <a:pt x="4148" y="2472"/>
                      <a:pt x="8060" y="5283"/>
                      <a:pt x="11858" y="8208"/>
                    </a:cubicBezTo>
                    <a:cubicBezTo>
                      <a:pt x="13753" y="9684"/>
                      <a:pt x="15656" y="11168"/>
                      <a:pt x="17533" y="12670"/>
                    </a:cubicBezTo>
                    <a:cubicBezTo>
                      <a:pt x="19402" y="14181"/>
                      <a:pt x="21279" y="15683"/>
                      <a:pt x="23095" y="17254"/>
                    </a:cubicBezTo>
                    <a:cubicBezTo>
                      <a:pt x="24920" y="18817"/>
                      <a:pt x="26684" y="20441"/>
                      <a:pt x="28369" y="22144"/>
                    </a:cubicBezTo>
                    <a:cubicBezTo>
                      <a:pt x="29208" y="23000"/>
                      <a:pt x="30037" y="23873"/>
                      <a:pt x="30823" y="24763"/>
                    </a:cubicBezTo>
                    <a:cubicBezTo>
                      <a:pt x="31032" y="24982"/>
                      <a:pt x="31216" y="25209"/>
                      <a:pt x="31417" y="25445"/>
                    </a:cubicBezTo>
                    <a:lnTo>
                      <a:pt x="31705" y="25776"/>
                    </a:lnTo>
                    <a:lnTo>
                      <a:pt x="31993" y="26126"/>
                    </a:lnTo>
                    <a:cubicBezTo>
                      <a:pt x="32176" y="26370"/>
                      <a:pt x="32377" y="26597"/>
                      <a:pt x="32561" y="26824"/>
                    </a:cubicBezTo>
                    <a:lnTo>
                      <a:pt x="33119" y="27540"/>
                    </a:lnTo>
                    <a:cubicBezTo>
                      <a:pt x="33844" y="28483"/>
                      <a:pt x="34543" y="29461"/>
                      <a:pt x="35197" y="30465"/>
                    </a:cubicBezTo>
                    <a:cubicBezTo>
                      <a:pt x="35852" y="31469"/>
                      <a:pt x="36481" y="32482"/>
                      <a:pt x="37049" y="33539"/>
                    </a:cubicBezTo>
                    <a:cubicBezTo>
                      <a:pt x="37625" y="34595"/>
                      <a:pt x="38140" y="35678"/>
                      <a:pt x="38620" y="36778"/>
                    </a:cubicBezTo>
                    <a:cubicBezTo>
                      <a:pt x="38838" y="37337"/>
                      <a:pt x="39074" y="37896"/>
                      <a:pt x="39275" y="38463"/>
                    </a:cubicBezTo>
                    <a:cubicBezTo>
                      <a:pt x="39493" y="39031"/>
                      <a:pt x="39659" y="39607"/>
                      <a:pt x="39860" y="40175"/>
                    </a:cubicBezTo>
                    <a:cubicBezTo>
                      <a:pt x="39720" y="39590"/>
                      <a:pt x="39589" y="38996"/>
                      <a:pt x="39415" y="38420"/>
                    </a:cubicBezTo>
                    <a:cubicBezTo>
                      <a:pt x="39258" y="37835"/>
                      <a:pt x="39048" y="37267"/>
                      <a:pt x="38865" y="36682"/>
                    </a:cubicBezTo>
                    <a:cubicBezTo>
                      <a:pt x="38472" y="35538"/>
                      <a:pt x="37992" y="34429"/>
                      <a:pt x="37476" y="33320"/>
                    </a:cubicBezTo>
                    <a:cubicBezTo>
                      <a:pt x="36944" y="32220"/>
                      <a:pt x="36367" y="31164"/>
                      <a:pt x="35748" y="30116"/>
                    </a:cubicBezTo>
                    <a:lnTo>
                      <a:pt x="35267" y="29339"/>
                    </a:lnTo>
                    <a:cubicBezTo>
                      <a:pt x="35101" y="29077"/>
                      <a:pt x="34927" y="28824"/>
                      <a:pt x="34761" y="28579"/>
                    </a:cubicBezTo>
                    <a:lnTo>
                      <a:pt x="34508" y="28195"/>
                    </a:lnTo>
                    <a:lnTo>
                      <a:pt x="34254" y="27820"/>
                    </a:lnTo>
                    <a:cubicBezTo>
                      <a:pt x="34071" y="27584"/>
                      <a:pt x="33914" y="27322"/>
                      <a:pt x="33731" y="27077"/>
                    </a:cubicBezTo>
                    <a:cubicBezTo>
                      <a:pt x="32307" y="25104"/>
                      <a:pt x="30718" y="23262"/>
                      <a:pt x="29042" y="21507"/>
                    </a:cubicBezTo>
                    <a:cubicBezTo>
                      <a:pt x="27365" y="19743"/>
                      <a:pt x="25584" y="18101"/>
                      <a:pt x="23750" y="16512"/>
                    </a:cubicBezTo>
                    <a:cubicBezTo>
                      <a:pt x="21917" y="14940"/>
                      <a:pt x="20031" y="13430"/>
                      <a:pt x="18119" y="11954"/>
                    </a:cubicBezTo>
                    <a:cubicBezTo>
                      <a:pt x="17158" y="11212"/>
                      <a:pt x="16198" y="10487"/>
                      <a:pt x="15237" y="9763"/>
                    </a:cubicBezTo>
                    <a:cubicBezTo>
                      <a:pt x="14277" y="9029"/>
                      <a:pt x="13307" y="8322"/>
                      <a:pt x="12321" y="7606"/>
                    </a:cubicBezTo>
                    <a:cubicBezTo>
                      <a:pt x="8409" y="4786"/>
                      <a:pt x="4340" y="212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0"/>
              <p:cNvSpPr/>
              <p:nvPr/>
            </p:nvSpPr>
            <p:spPr>
              <a:xfrm>
                <a:off x="5453982" y="3272556"/>
                <a:ext cx="92051" cy="32451"/>
              </a:xfrm>
              <a:custGeom>
                <a:avLst/>
                <a:gdLst/>
                <a:ahLst/>
                <a:cxnLst/>
                <a:rect l="l" t="t" r="r" b="b"/>
                <a:pathLst>
                  <a:path w="4340" h="1530" extrusionOk="0">
                    <a:moveTo>
                      <a:pt x="3057" y="1"/>
                    </a:moveTo>
                    <a:cubicBezTo>
                      <a:pt x="2683" y="1"/>
                      <a:pt x="2304" y="53"/>
                      <a:pt x="1956" y="150"/>
                    </a:cubicBezTo>
                    <a:cubicBezTo>
                      <a:pt x="1572" y="264"/>
                      <a:pt x="1196" y="438"/>
                      <a:pt x="865" y="657"/>
                    </a:cubicBezTo>
                    <a:cubicBezTo>
                      <a:pt x="533" y="884"/>
                      <a:pt x="218" y="1154"/>
                      <a:pt x="0" y="1530"/>
                    </a:cubicBezTo>
                    <a:cubicBezTo>
                      <a:pt x="428" y="1521"/>
                      <a:pt x="795" y="1443"/>
                      <a:pt x="1170" y="1364"/>
                    </a:cubicBezTo>
                    <a:cubicBezTo>
                      <a:pt x="1528" y="1285"/>
                      <a:pt x="1877" y="1198"/>
                      <a:pt x="2227" y="1102"/>
                    </a:cubicBezTo>
                    <a:cubicBezTo>
                      <a:pt x="2576" y="1006"/>
                      <a:pt x="2916" y="892"/>
                      <a:pt x="3266" y="761"/>
                    </a:cubicBezTo>
                    <a:cubicBezTo>
                      <a:pt x="3615" y="622"/>
                      <a:pt x="3973" y="491"/>
                      <a:pt x="4340" y="273"/>
                    </a:cubicBezTo>
                    <a:cubicBezTo>
                      <a:pt x="3947" y="80"/>
                      <a:pt x="3545" y="11"/>
                      <a:pt x="3143" y="2"/>
                    </a:cubicBezTo>
                    <a:cubicBezTo>
                      <a:pt x="3115" y="1"/>
                      <a:pt x="3086" y="1"/>
                      <a:pt x="30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0"/>
              <p:cNvSpPr/>
              <p:nvPr/>
            </p:nvSpPr>
            <p:spPr>
              <a:xfrm>
                <a:off x="5524361" y="3316887"/>
                <a:ext cx="121682" cy="41275"/>
              </a:xfrm>
              <a:custGeom>
                <a:avLst/>
                <a:gdLst/>
                <a:ahLst/>
                <a:cxnLst/>
                <a:rect l="l" t="t" r="r" b="b"/>
                <a:pathLst>
                  <a:path w="5737" h="1946" extrusionOk="0">
                    <a:moveTo>
                      <a:pt x="4599" y="1"/>
                    </a:moveTo>
                    <a:cubicBezTo>
                      <a:pt x="4454" y="1"/>
                      <a:pt x="4310" y="7"/>
                      <a:pt x="4165" y="16"/>
                    </a:cubicBezTo>
                    <a:cubicBezTo>
                      <a:pt x="3641" y="60"/>
                      <a:pt x="3135" y="156"/>
                      <a:pt x="2637" y="313"/>
                    </a:cubicBezTo>
                    <a:cubicBezTo>
                      <a:pt x="2148" y="461"/>
                      <a:pt x="1668" y="680"/>
                      <a:pt x="1223" y="942"/>
                    </a:cubicBezTo>
                    <a:cubicBezTo>
                      <a:pt x="777" y="1221"/>
                      <a:pt x="349" y="1535"/>
                      <a:pt x="0" y="1946"/>
                    </a:cubicBezTo>
                    <a:cubicBezTo>
                      <a:pt x="533" y="1893"/>
                      <a:pt x="1022" y="1789"/>
                      <a:pt x="1511" y="1658"/>
                    </a:cubicBezTo>
                    <a:cubicBezTo>
                      <a:pt x="1991" y="1535"/>
                      <a:pt x="2462" y="1396"/>
                      <a:pt x="2934" y="1247"/>
                    </a:cubicBezTo>
                    <a:cubicBezTo>
                      <a:pt x="3405" y="1099"/>
                      <a:pt x="3859" y="942"/>
                      <a:pt x="4331" y="767"/>
                    </a:cubicBezTo>
                    <a:cubicBezTo>
                      <a:pt x="4802" y="592"/>
                      <a:pt x="5257" y="409"/>
                      <a:pt x="5737" y="147"/>
                    </a:cubicBezTo>
                    <a:cubicBezTo>
                      <a:pt x="5358" y="40"/>
                      <a:pt x="4978" y="1"/>
                      <a:pt x="45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0"/>
              <p:cNvSpPr/>
              <p:nvPr/>
            </p:nvSpPr>
            <p:spPr>
              <a:xfrm>
                <a:off x="5621593" y="3371421"/>
                <a:ext cx="209279" cy="50649"/>
              </a:xfrm>
              <a:custGeom>
                <a:avLst/>
                <a:gdLst/>
                <a:ahLst/>
                <a:cxnLst/>
                <a:rect l="l" t="t" r="r" b="b"/>
                <a:pathLst>
                  <a:path w="9867" h="2388" extrusionOk="0">
                    <a:moveTo>
                      <a:pt x="7873" y="0"/>
                    </a:moveTo>
                    <a:cubicBezTo>
                      <a:pt x="7679" y="0"/>
                      <a:pt x="7485" y="4"/>
                      <a:pt x="7291" y="12"/>
                    </a:cubicBezTo>
                    <a:cubicBezTo>
                      <a:pt x="6427" y="47"/>
                      <a:pt x="5562" y="161"/>
                      <a:pt x="4724" y="353"/>
                    </a:cubicBezTo>
                    <a:cubicBezTo>
                      <a:pt x="3877" y="545"/>
                      <a:pt x="3056" y="807"/>
                      <a:pt x="2262" y="1139"/>
                    </a:cubicBezTo>
                    <a:cubicBezTo>
                      <a:pt x="1458" y="1470"/>
                      <a:pt x="699" y="1863"/>
                      <a:pt x="0" y="2387"/>
                    </a:cubicBezTo>
                    <a:cubicBezTo>
                      <a:pt x="865" y="2239"/>
                      <a:pt x="1677" y="2038"/>
                      <a:pt x="2497" y="1863"/>
                    </a:cubicBezTo>
                    <a:lnTo>
                      <a:pt x="4942" y="1313"/>
                    </a:lnTo>
                    <a:lnTo>
                      <a:pt x="7387" y="772"/>
                    </a:lnTo>
                    <a:cubicBezTo>
                      <a:pt x="8208" y="589"/>
                      <a:pt x="9029" y="423"/>
                      <a:pt x="9867" y="187"/>
                    </a:cubicBezTo>
                    <a:cubicBezTo>
                      <a:pt x="9203" y="51"/>
                      <a:pt x="8540" y="0"/>
                      <a:pt x="7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0"/>
              <p:cNvSpPr/>
              <p:nvPr/>
            </p:nvSpPr>
            <p:spPr>
              <a:xfrm>
                <a:off x="5693817" y="3427206"/>
                <a:ext cx="175576" cy="49865"/>
              </a:xfrm>
              <a:custGeom>
                <a:avLst/>
                <a:gdLst/>
                <a:ahLst/>
                <a:cxnLst/>
                <a:rect l="l" t="t" r="r" b="b"/>
                <a:pathLst>
                  <a:path w="8278" h="2351" extrusionOk="0">
                    <a:moveTo>
                      <a:pt x="6684" y="0"/>
                    </a:moveTo>
                    <a:cubicBezTo>
                      <a:pt x="6481" y="0"/>
                      <a:pt x="6279" y="7"/>
                      <a:pt x="6078" y="19"/>
                    </a:cubicBezTo>
                    <a:cubicBezTo>
                      <a:pt x="5344" y="63"/>
                      <a:pt x="4611" y="185"/>
                      <a:pt x="3903" y="368"/>
                    </a:cubicBezTo>
                    <a:cubicBezTo>
                      <a:pt x="3196" y="561"/>
                      <a:pt x="2498" y="822"/>
                      <a:pt x="1843" y="1137"/>
                    </a:cubicBezTo>
                    <a:cubicBezTo>
                      <a:pt x="1188" y="1460"/>
                      <a:pt x="559" y="1844"/>
                      <a:pt x="0" y="2351"/>
                    </a:cubicBezTo>
                    <a:cubicBezTo>
                      <a:pt x="734" y="2220"/>
                      <a:pt x="1415" y="2027"/>
                      <a:pt x="2122" y="1870"/>
                    </a:cubicBezTo>
                    <a:lnTo>
                      <a:pt x="4165" y="1329"/>
                    </a:lnTo>
                    <a:lnTo>
                      <a:pt x="6209" y="788"/>
                    </a:lnTo>
                    <a:cubicBezTo>
                      <a:pt x="6881" y="604"/>
                      <a:pt x="7579" y="412"/>
                      <a:pt x="8278" y="168"/>
                    </a:cubicBezTo>
                    <a:cubicBezTo>
                      <a:pt x="7752" y="47"/>
                      <a:pt x="7218" y="0"/>
                      <a:pt x="6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0"/>
              <p:cNvSpPr/>
              <p:nvPr/>
            </p:nvSpPr>
            <p:spPr>
              <a:xfrm>
                <a:off x="5365447" y="3357040"/>
                <a:ext cx="25579" cy="78350"/>
              </a:xfrm>
              <a:custGeom>
                <a:avLst/>
                <a:gdLst/>
                <a:ahLst/>
                <a:cxnLst/>
                <a:rect l="l" t="t" r="r" b="b"/>
                <a:pathLst>
                  <a:path w="1206" h="3694" extrusionOk="0">
                    <a:moveTo>
                      <a:pt x="1048" y="0"/>
                    </a:moveTo>
                    <a:cubicBezTo>
                      <a:pt x="778" y="262"/>
                      <a:pt x="603" y="551"/>
                      <a:pt x="454" y="830"/>
                    </a:cubicBezTo>
                    <a:cubicBezTo>
                      <a:pt x="297" y="1118"/>
                      <a:pt x="201" y="1424"/>
                      <a:pt x="123" y="1729"/>
                    </a:cubicBezTo>
                    <a:cubicBezTo>
                      <a:pt x="44" y="2035"/>
                      <a:pt x="0" y="2349"/>
                      <a:pt x="0" y="2672"/>
                    </a:cubicBezTo>
                    <a:cubicBezTo>
                      <a:pt x="0" y="3004"/>
                      <a:pt x="27" y="3327"/>
                      <a:pt x="158" y="3694"/>
                    </a:cubicBezTo>
                    <a:cubicBezTo>
                      <a:pt x="428" y="3441"/>
                      <a:pt x="603" y="3153"/>
                      <a:pt x="760" y="2864"/>
                    </a:cubicBezTo>
                    <a:cubicBezTo>
                      <a:pt x="909" y="2576"/>
                      <a:pt x="1005" y="2271"/>
                      <a:pt x="1083" y="1965"/>
                    </a:cubicBezTo>
                    <a:cubicBezTo>
                      <a:pt x="1162" y="1659"/>
                      <a:pt x="1205" y="1345"/>
                      <a:pt x="1205" y="1013"/>
                    </a:cubicBezTo>
                    <a:cubicBezTo>
                      <a:pt x="1205" y="690"/>
                      <a:pt x="1179" y="358"/>
                      <a:pt x="1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20"/>
              <p:cNvSpPr/>
              <p:nvPr/>
            </p:nvSpPr>
            <p:spPr>
              <a:xfrm>
                <a:off x="5439898" y="3406122"/>
                <a:ext cx="24646" cy="146879"/>
              </a:xfrm>
              <a:custGeom>
                <a:avLst/>
                <a:gdLst/>
                <a:ahLst/>
                <a:cxnLst/>
                <a:rect l="l" t="t" r="r" b="b"/>
                <a:pathLst>
                  <a:path w="1162" h="6925" extrusionOk="0">
                    <a:moveTo>
                      <a:pt x="1162" y="0"/>
                    </a:moveTo>
                    <a:lnTo>
                      <a:pt x="1162" y="0"/>
                    </a:lnTo>
                    <a:cubicBezTo>
                      <a:pt x="751" y="472"/>
                      <a:pt x="498" y="1048"/>
                      <a:pt x="332" y="1624"/>
                    </a:cubicBezTo>
                    <a:cubicBezTo>
                      <a:pt x="175" y="2209"/>
                      <a:pt x="88" y="2803"/>
                      <a:pt x="44" y="3397"/>
                    </a:cubicBezTo>
                    <a:cubicBezTo>
                      <a:pt x="1" y="3999"/>
                      <a:pt x="1" y="4576"/>
                      <a:pt x="27" y="5152"/>
                    </a:cubicBezTo>
                    <a:cubicBezTo>
                      <a:pt x="62" y="5728"/>
                      <a:pt x="105" y="6313"/>
                      <a:pt x="193" y="6924"/>
                    </a:cubicBezTo>
                    <a:cubicBezTo>
                      <a:pt x="498" y="6383"/>
                      <a:pt x="673" y="5798"/>
                      <a:pt x="795" y="5222"/>
                    </a:cubicBezTo>
                    <a:cubicBezTo>
                      <a:pt x="917" y="4628"/>
                      <a:pt x="970" y="4052"/>
                      <a:pt x="1013" y="3476"/>
                    </a:cubicBezTo>
                    <a:cubicBezTo>
                      <a:pt x="1048" y="2890"/>
                      <a:pt x="1066" y="2323"/>
                      <a:pt x="1092" y="1755"/>
                    </a:cubicBezTo>
                    <a:lnTo>
                      <a:pt x="11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0"/>
              <p:cNvSpPr/>
              <p:nvPr/>
            </p:nvSpPr>
            <p:spPr>
              <a:xfrm>
                <a:off x="5518804" y="3475567"/>
                <a:ext cx="36863" cy="210785"/>
              </a:xfrm>
              <a:custGeom>
                <a:avLst/>
                <a:gdLst/>
                <a:ahLst/>
                <a:cxnLst/>
                <a:rect l="l" t="t" r="r" b="b"/>
                <a:pathLst>
                  <a:path w="1738" h="9938" extrusionOk="0">
                    <a:moveTo>
                      <a:pt x="1738" y="1"/>
                    </a:moveTo>
                    <a:lnTo>
                      <a:pt x="1738" y="1"/>
                    </a:lnTo>
                    <a:cubicBezTo>
                      <a:pt x="1441" y="315"/>
                      <a:pt x="1196" y="699"/>
                      <a:pt x="1022" y="1083"/>
                    </a:cubicBezTo>
                    <a:cubicBezTo>
                      <a:pt x="838" y="1476"/>
                      <a:pt x="690" y="1904"/>
                      <a:pt x="576" y="2315"/>
                    </a:cubicBezTo>
                    <a:cubicBezTo>
                      <a:pt x="472" y="2742"/>
                      <a:pt x="384" y="3170"/>
                      <a:pt x="315" y="3581"/>
                    </a:cubicBezTo>
                    <a:cubicBezTo>
                      <a:pt x="271" y="3799"/>
                      <a:pt x="253" y="4008"/>
                      <a:pt x="218" y="4218"/>
                    </a:cubicBezTo>
                    <a:lnTo>
                      <a:pt x="140" y="4847"/>
                    </a:lnTo>
                    <a:cubicBezTo>
                      <a:pt x="53" y="5685"/>
                      <a:pt x="0" y="6532"/>
                      <a:pt x="0" y="7379"/>
                    </a:cubicBezTo>
                    <a:cubicBezTo>
                      <a:pt x="0" y="8235"/>
                      <a:pt x="35" y="9082"/>
                      <a:pt x="184" y="9937"/>
                    </a:cubicBezTo>
                    <a:cubicBezTo>
                      <a:pt x="445" y="9108"/>
                      <a:pt x="611" y="8278"/>
                      <a:pt x="760" y="7449"/>
                    </a:cubicBezTo>
                    <a:cubicBezTo>
                      <a:pt x="908" y="6619"/>
                      <a:pt x="1022" y="5772"/>
                      <a:pt x="1109" y="4943"/>
                    </a:cubicBezTo>
                    <a:lnTo>
                      <a:pt x="1179" y="4323"/>
                    </a:lnTo>
                    <a:cubicBezTo>
                      <a:pt x="1196" y="4113"/>
                      <a:pt x="1223" y="3912"/>
                      <a:pt x="1231" y="3703"/>
                    </a:cubicBezTo>
                    <a:lnTo>
                      <a:pt x="1327" y="2454"/>
                    </a:lnTo>
                    <a:cubicBezTo>
                      <a:pt x="1362" y="2053"/>
                      <a:pt x="1406" y="1642"/>
                      <a:pt x="1476" y="1232"/>
                    </a:cubicBezTo>
                    <a:cubicBezTo>
                      <a:pt x="1528" y="830"/>
                      <a:pt x="1624" y="429"/>
                      <a:pt x="17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0"/>
              <p:cNvSpPr/>
              <p:nvPr/>
            </p:nvSpPr>
            <p:spPr>
              <a:xfrm>
                <a:off x="5607148" y="3563169"/>
                <a:ext cx="35378" cy="202068"/>
              </a:xfrm>
              <a:custGeom>
                <a:avLst/>
                <a:gdLst/>
                <a:ahLst/>
                <a:cxnLst/>
                <a:rect l="l" t="t" r="r" b="b"/>
                <a:pathLst>
                  <a:path w="1668" h="9527" extrusionOk="0">
                    <a:moveTo>
                      <a:pt x="1668" y="1"/>
                    </a:moveTo>
                    <a:cubicBezTo>
                      <a:pt x="1223" y="699"/>
                      <a:pt x="908" y="1459"/>
                      <a:pt x="638" y="2245"/>
                    </a:cubicBezTo>
                    <a:cubicBezTo>
                      <a:pt x="393" y="3022"/>
                      <a:pt x="218" y="3825"/>
                      <a:pt x="122" y="4646"/>
                    </a:cubicBezTo>
                    <a:cubicBezTo>
                      <a:pt x="35" y="5467"/>
                      <a:pt x="0" y="6296"/>
                      <a:pt x="70" y="7108"/>
                    </a:cubicBezTo>
                    <a:cubicBezTo>
                      <a:pt x="105" y="7527"/>
                      <a:pt x="157" y="7929"/>
                      <a:pt x="210" y="8322"/>
                    </a:cubicBezTo>
                    <a:cubicBezTo>
                      <a:pt x="280" y="8715"/>
                      <a:pt x="323" y="9108"/>
                      <a:pt x="332" y="9527"/>
                    </a:cubicBezTo>
                    <a:cubicBezTo>
                      <a:pt x="524" y="9160"/>
                      <a:pt x="638" y="8741"/>
                      <a:pt x="699" y="8331"/>
                    </a:cubicBezTo>
                    <a:cubicBezTo>
                      <a:pt x="769" y="7920"/>
                      <a:pt x="803" y="7519"/>
                      <a:pt x="847" y="7126"/>
                    </a:cubicBezTo>
                    <a:cubicBezTo>
                      <a:pt x="926" y="6322"/>
                      <a:pt x="1013" y="5554"/>
                      <a:pt x="1109" y="4768"/>
                    </a:cubicBezTo>
                    <a:cubicBezTo>
                      <a:pt x="1196" y="3982"/>
                      <a:pt x="1301" y="3196"/>
                      <a:pt x="1397" y="2411"/>
                    </a:cubicBezTo>
                    <a:cubicBezTo>
                      <a:pt x="1493" y="1616"/>
                      <a:pt x="1607" y="830"/>
                      <a:pt x="16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0"/>
              <p:cNvSpPr/>
              <p:nvPr/>
            </p:nvSpPr>
            <p:spPr>
              <a:xfrm>
                <a:off x="5729940" y="3637260"/>
                <a:ext cx="26322" cy="238549"/>
              </a:xfrm>
              <a:custGeom>
                <a:avLst/>
                <a:gdLst/>
                <a:ahLst/>
                <a:cxnLst/>
                <a:rect l="l" t="t" r="r" b="b"/>
                <a:pathLst>
                  <a:path w="1241" h="11247" extrusionOk="0">
                    <a:moveTo>
                      <a:pt x="1188" y="0"/>
                    </a:moveTo>
                    <a:cubicBezTo>
                      <a:pt x="830" y="891"/>
                      <a:pt x="603" y="1808"/>
                      <a:pt x="428" y="2742"/>
                    </a:cubicBezTo>
                    <a:cubicBezTo>
                      <a:pt x="253" y="3685"/>
                      <a:pt x="131" y="4628"/>
                      <a:pt x="61" y="5571"/>
                    </a:cubicBezTo>
                    <a:cubicBezTo>
                      <a:pt x="9" y="6523"/>
                      <a:pt x="0" y="7475"/>
                      <a:pt x="53" y="8418"/>
                    </a:cubicBezTo>
                    <a:cubicBezTo>
                      <a:pt x="122" y="9369"/>
                      <a:pt x="227" y="10312"/>
                      <a:pt x="454" y="11247"/>
                    </a:cubicBezTo>
                    <a:cubicBezTo>
                      <a:pt x="629" y="10304"/>
                      <a:pt x="734" y="9369"/>
                      <a:pt x="830" y="8435"/>
                    </a:cubicBezTo>
                    <a:cubicBezTo>
                      <a:pt x="917" y="7510"/>
                      <a:pt x="978" y="6567"/>
                      <a:pt x="1048" y="5641"/>
                    </a:cubicBezTo>
                    <a:cubicBezTo>
                      <a:pt x="1100" y="4698"/>
                      <a:pt x="1153" y="3772"/>
                      <a:pt x="1188" y="2838"/>
                    </a:cubicBezTo>
                    <a:cubicBezTo>
                      <a:pt x="1214" y="1895"/>
                      <a:pt x="1240" y="961"/>
                      <a:pt x="11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0"/>
              <p:cNvSpPr/>
              <p:nvPr/>
            </p:nvSpPr>
            <p:spPr>
              <a:xfrm>
                <a:off x="5836611" y="3735594"/>
                <a:ext cx="21507" cy="193923"/>
              </a:xfrm>
              <a:custGeom>
                <a:avLst/>
                <a:gdLst/>
                <a:ahLst/>
                <a:cxnLst/>
                <a:rect l="l" t="t" r="r" b="b"/>
                <a:pathLst>
                  <a:path w="1014" h="9143" extrusionOk="0">
                    <a:moveTo>
                      <a:pt x="682" y="1"/>
                    </a:moveTo>
                    <a:cubicBezTo>
                      <a:pt x="437" y="752"/>
                      <a:pt x="306" y="1520"/>
                      <a:pt x="201" y="2271"/>
                    </a:cubicBezTo>
                    <a:cubicBezTo>
                      <a:pt x="97" y="3031"/>
                      <a:pt x="44" y="3799"/>
                      <a:pt x="27" y="4559"/>
                    </a:cubicBezTo>
                    <a:cubicBezTo>
                      <a:pt x="1" y="5327"/>
                      <a:pt x="9" y="6087"/>
                      <a:pt x="79" y="6855"/>
                    </a:cubicBezTo>
                    <a:cubicBezTo>
                      <a:pt x="140" y="7615"/>
                      <a:pt x="228" y="8383"/>
                      <a:pt x="437" y="9143"/>
                    </a:cubicBezTo>
                    <a:cubicBezTo>
                      <a:pt x="647" y="8383"/>
                      <a:pt x="751" y="7632"/>
                      <a:pt x="839" y="6864"/>
                    </a:cubicBezTo>
                    <a:cubicBezTo>
                      <a:pt x="926" y="6104"/>
                      <a:pt x="970" y="5345"/>
                      <a:pt x="996" y="4585"/>
                    </a:cubicBezTo>
                    <a:cubicBezTo>
                      <a:pt x="1013" y="3834"/>
                      <a:pt x="1005" y="3066"/>
                      <a:pt x="961" y="2306"/>
                    </a:cubicBezTo>
                    <a:cubicBezTo>
                      <a:pt x="917" y="1538"/>
                      <a:pt x="839" y="778"/>
                      <a:pt x="6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0"/>
              <p:cNvSpPr/>
              <p:nvPr/>
            </p:nvSpPr>
            <p:spPr>
              <a:xfrm>
                <a:off x="5861619" y="3585929"/>
                <a:ext cx="197062" cy="21104"/>
              </a:xfrm>
              <a:custGeom>
                <a:avLst/>
                <a:gdLst/>
                <a:ahLst/>
                <a:cxnLst/>
                <a:rect l="l" t="t" r="r" b="b"/>
                <a:pathLst>
                  <a:path w="9291" h="995" extrusionOk="0">
                    <a:moveTo>
                      <a:pt x="4833" y="1"/>
                    </a:moveTo>
                    <a:cubicBezTo>
                      <a:pt x="4768" y="1"/>
                      <a:pt x="4702" y="1"/>
                      <a:pt x="4637" y="2"/>
                    </a:cubicBezTo>
                    <a:cubicBezTo>
                      <a:pt x="3851" y="19"/>
                      <a:pt x="3065" y="80"/>
                      <a:pt x="2297" y="211"/>
                    </a:cubicBezTo>
                    <a:cubicBezTo>
                      <a:pt x="1520" y="342"/>
                      <a:pt x="742" y="517"/>
                      <a:pt x="0" y="822"/>
                    </a:cubicBezTo>
                    <a:cubicBezTo>
                      <a:pt x="795" y="936"/>
                      <a:pt x="1572" y="953"/>
                      <a:pt x="2349" y="988"/>
                    </a:cubicBezTo>
                    <a:cubicBezTo>
                      <a:pt x="2729" y="993"/>
                      <a:pt x="3113" y="995"/>
                      <a:pt x="3498" y="995"/>
                    </a:cubicBezTo>
                    <a:cubicBezTo>
                      <a:pt x="3884" y="995"/>
                      <a:pt x="4270" y="993"/>
                      <a:pt x="4654" y="988"/>
                    </a:cubicBezTo>
                    <a:cubicBezTo>
                      <a:pt x="5414" y="980"/>
                      <a:pt x="6182" y="953"/>
                      <a:pt x="6951" y="910"/>
                    </a:cubicBezTo>
                    <a:cubicBezTo>
                      <a:pt x="7728" y="866"/>
                      <a:pt x="8496" y="814"/>
                      <a:pt x="9291" y="683"/>
                    </a:cubicBezTo>
                    <a:cubicBezTo>
                      <a:pt x="8540" y="395"/>
                      <a:pt x="7763" y="246"/>
                      <a:pt x="6986" y="133"/>
                    </a:cubicBezTo>
                    <a:cubicBezTo>
                      <a:pt x="6273" y="45"/>
                      <a:pt x="5553" y="1"/>
                      <a:pt x="48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0"/>
              <p:cNvSpPr/>
              <p:nvPr/>
            </p:nvSpPr>
            <p:spPr>
              <a:xfrm>
                <a:off x="5929028" y="3665852"/>
                <a:ext cx="159287" cy="22546"/>
              </a:xfrm>
              <a:custGeom>
                <a:avLst/>
                <a:gdLst/>
                <a:ahLst/>
                <a:cxnLst/>
                <a:rect l="l" t="t" r="r" b="b"/>
                <a:pathLst>
                  <a:path w="7510" h="1063" extrusionOk="0">
                    <a:moveTo>
                      <a:pt x="4245" y="0"/>
                    </a:moveTo>
                    <a:cubicBezTo>
                      <a:pt x="4070" y="0"/>
                      <a:pt x="3895" y="5"/>
                      <a:pt x="3720" y="15"/>
                    </a:cubicBezTo>
                    <a:cubicBezTo>
                      <a:pt x="3074" y="49"/>
                      <a:pt x="2445" y="145"/>
                      <a:pt x="1825" y="294"/>
                    </a:cubicBezTo>
                    <a:cubicBezTo>
                      <a:pt x="1197" y="451"/>
                      <a:pt x="586" y="643"/>
                      <a:pt x="1" y="940"/>
                    </a:cubicBezTo>
                    <a:cubicBezTo>
                      <a:pt x="655" y="1054"/>
                      <a:pt x="1302" y="1062"/>
                      <a:pt x="1930" y="1062"/>
                    </a:cubicBezTo>
                    <a:cubicBezTo>
                      <a:pt x="2550" y="1062"/>
                      <a:pt x="3170" y="1027"/>
                      <a:pt x="3781" y="992"/>
                    </a:cubicBezTo>
                    <a:lnTo>
                      <a:pt x="5624" y="896"/>
                    </a:lnTo>
                    <a:cubicBezTo>
                      <a:pt x="6235" y="861"/>
                      <a:pt x="6855" y="844"/>
                      <a:pt x="7510" y="792"/>
                    </a:cubicBezTo>
                    <a:cubicBezTo>
                      <a:pt x="6942" y="442"/>
                      <a:pt x="6305" y="242"/>
                      <a:pt x="5667" y="119"/>
                    </a:cubicBezTo>
                    <a:cubicBezTo>
                      <a:pt x="5196" y="36"/>
                      <a:pt x="4719" y="0"/>
                      <a:pt x="4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0"/>
              <p:cNvSpPr/>
              <p:nvPr/>
            </p:nvSpPr>
            <p:spPr>
              <a:xfrm>
                <a:off x="6018667" y="3776532"/>
                <a:ext cx="132075" cy="22992"/>
              </a:xfrm>
              <a:custGeom>
                <a:avLst/>
                <a:gdLst/>
                <a:ahLst/>
                <a:cxnLst/>
                <a:rect l="l" t="t" r="r" b="b"/>
                <a:pathLst>
                  <a:path w="6227" h="1084" extrusionOk="0">
                    <a:moveTo>
                      <a:pt x="2545" y="1"/>
                    </a:moveTo>
                    <a:cubicBezTo>
                      <a:pt x="2221" y="1"/>
                      <a:pt x="1897" y="23"/>
                      <a:pt x="1572" y="70"/>
                    </a:cubicBezTo>
                    <a:cubicBezTo>
                      <a:pt x="1031" y="140"/>
                      <a:pt x="507" y="289"/>
                      <a:pt x="1" y="516"/>
                    </a:cubicBezTo>
                    <a:cubicBezTo>
                      <a:pt x="263" y="612"/>
                      <a:pt x="533" y="664"/>
                      <a:pt x="778" y="725"/>
                    </a:cubicBezTo>
                    <a:cubicBezTo>
                      <a:pt x="1048" y="769"/>
                      <a:pt x="1293" y="813"/>
                      <a:pt x="1555" y="839"/>
                    </a:cubicBezTo>
                    <a:cubicBezTo>
                      <a:pt x="2070" y="909"/>
                      <a:pt x="2576" y="961"/>
                      <a:pt x="3083" y="1005"/>
                    </a:cubicBezTo>
                    <a:cubicBezTo>
                      <a:pt x="3598" y="1048"/>
                      <a:pt x="4113" y="1075"/>
                      <a:pt x="4628" y="1083"/>
                    </a:cubicBezTo>
                    <a:cubicBezTo>
                      <a:pt x="5152" y="1083"/>
                      <a:pt x="5667" y="1083"/>
                      <a:pt x="6226" y="1005"/>
                    </a:cubicBezTo>
                    <a:cubicBezTo>
                      <a:pt x="5772" y="690"/>
                      <a:pt x="5266" y="481"/>
                      <a:pt x="4759" y="315"/>
                    </a:cubicBezTo>
                    <a:cubicBezTo>
                      <a:pt x="4244" y="166"/>
                      <a:pt x="3703" y="70"/>
                      <a:pt x="3170" y="27"/>
                    </a:cubicBezTo>
                    <a:cubicBezTo>
                      <a:pt x="2962" y="10"/>
                      <a:pt x="2754" y="1"/>
                      <a:pt x="25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0"/>
              <p:cNvSpPr/>
              <p:nvPr/>
            </p:nvSpPr>
            <p:spPr>
              <a:xfrm>
                <a:off x="6098675" y="3898284"/>
                <a:ext cx="75762" cy="27043"/>
              </a:xfrm>
              <a:custGeom>
                <a:avLst/>
                <a:gdLst/>
                <a:ahLst/>
                <a:cxnLst/>
                <a:rect l="l" t="t" r="r" b="b"/>
                <a:pathLst>
                  <a:path w="3572" h="1275" extrusionOk="0">
                    <a:moveTo>
                      <a:pt x="796" y="0"/>
                    </a:moveTo>
                    <a:cubicBezTo>
                      <a:pt x="541" y="0"/>
                      <a:pt x="282" y="29"/>
                      <a:pt x="1" y="111"/>
                    </a:cubicBezTo>
                    <a:cubicBezTo>
                      <a:pt x="228" y="408"/>
                      <a:pt x="507" y="591"/>
                      <a:pt x="787" y="731"/>
                    </a:cubicBezTo>
                    <a:cubicBezTo>
                      <a:pt x="1057" y="897"/>
                      <a:pt x="1354" y="1019"/>
                      <a:pt x="1651" y="1106"/>
                    </a:cubicBezTo>
                    <a:cubicBezTo>
                      <a:pt x="1939" y="1193"/>
                      <a:pt x="2245" y="1246"/>
                      <a:pt x="2568" y="1272"/>
                    </a:cubicBezTo>
                    <a:cubicBezTo>
                      <a:pt x="2622" y="1274"/>
                      <a:pt x="2678" y="1275"/>
                      <a:pt x="2733" y="1275"/>
                    </a:cubicBezTo>
                    <a:cubicBezTo>
                      <a:pt x="2996" y="1275"/>
                      <a:pt x="3269" y="1252"/>
                      <a:pt x="3572" y="1159"/>
                    </a:cubicBezTo>
                    <a:cubicBezTo>
                      <a:pt x="3327" y="879"/>
                      <a:pt x="3057" y="687"/>
                      <a:pt x="2786" y="530"/>
                    </a:cubicBezTo>
                    <a:cubicBezTo>
                      <a:pt x="2507" y="373"/>
                      <a:pt x="2218" y="250"/>
                      <a:pt x="1922" y="163"/>
                    </a:cubicBezTo>
                    <a:cubicBezTo>
                      <a:pt x="1625" y="76"/>
                      <a:pt x="1319" y="23"/>
                      <a:pt x="1005" y="6"/>
                    </a:cubicBezTo>
                    <a:cubicBezTo>
                      <a:pt x="935" y="2"/>
                      <a:pt x="866" y="0"/>
                      <a:pt x="7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0"/>
              <p:cNvSpPr/>
              <p:nvPr/>
            </p:nvSpPr>
            <p:spPr>
              <a:xfrm>
                <a:off x="5254873" y="3479470"/>
                <a:ext cx="965076" cy="650977"/>
              </a:xfrm>
              <a:custGeom>
                <a:avLst/>
                <a:gdLst/>
                <a:ahLst/>
                <a:cxnLst/>
                <a:rect l="l" t="t" r="r" b="b"/>
                <a:pathLst>
                  <a:path w="45501" h="30692" extrusionOk="0">
                    <a:moveTo>
                      <a:pt x="1" y="0"/>
                    </a:moveTo>
                    <a:cubicBezTo>
                      <a:pt x="71" y="2978"/>
                      <a:pt x="542" y="6147"/>
                      <a:pt x="2472" y="8417"/>
                    </a:cubicBezTo>
                    <a:cubicBezTo>
                      <a:pt x="3520" y="9648"/>
                      <a:pt x="4934" y="10513"/>
                      <a:pt x="6305" y="11351"/>
                    </a:cubicBezTo>
                    <a:cubicBezTo>
                      <a:pt x="8627" y="12774"/>
                      <a:pt x="10976" y="14215"/>
                      <a:pt x="13552" y="15071"/>
                    </a:cubicBezTo>
                    <a:cubicBezTo>
                      <a:pt x="16294" y="16005"/>
                      <a:pt x="19210" y="16250"/>
                      <a:pt x="22030" y="16817"/>
                    </a:cubicBezTo>
                    <a:cubicBezTo>
                      <a:pt x="25017" y="17411"/>
                      <a:pt x="27915" y="18345"/>
                      <a:pt x="30692" y="19603"/>
                    </a:cubicBezTo>
                    <a:cubicBezTo>
                      <a:pt x="33460" y="20860"/>
                      <a:pt x="36272" y="22641"/>
                      <a:pt x="37433" y="25444"/>
                    </a:cubicBezTo>
                    <a:lnTo>
                      <a:pt x="45501" y="30692"/>
                    </a:lnTo>
                    <a:cubicBezTo>
                      <a:pt x="44488" y="24405"/>
                      <a:pt x="39441" y="19445"/>
                      <a:pt x="33818" y="16459"/>
                    </a:cubicBezTo>
                    <a:cubicBezTo>
                      <a:pt x="28186" y="13490"/>
                      <a:pt x="21891" y="12102"/>
                      <a:pt x="15866" y="10068"/>
                    </a:cubicBezTo>
                    <a:cubicBezTo>
                      <a:pt x="9841" y="8024"/>
                      <a:pt x="3781" y="5108"/>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0"/>
              <p:cNvSpPr/>
              <p:nvPr/>
            </p:nvSpPr>
            <p:spPr>
              <a:xfrm>
                <a:off x="5200805" y="3517990"/>
                <a:ext cx="1026925" cy="626162"/>
              </a:xfrm>
              <a:custGeom>
                <a:avLst/>
                <a:gdLst/>
                <a:ahLst/>
                <a:cxnLst/>
                <a:rect l="l" t="t" r="r" b="b"/>
                <a:pathLst>
                  <a:path w="48417" h="29522" extrusionOk="0">
                    <a:moveTo>
                      <a:pt x="9806" y="24894"/>
                    </a:moveTo>
                    <a:cubicBezTo>
                      <a:pt x="9806" y="24894"/>
                      <a:pt x="9806" y="24894"/>
                      <a:pt x="9806" y="24894"/>
                    </a:cubicBezTo>
                    <a:cubicBezTo>
                      <a:pt x="9806" y="24894"/>
                      <a:pt x="9806" y="24894"/>
                      <a:pt x="9806" y="24894"/>
                    </a:cubicBezTo>
                    <a:close/>
                    <a:moveTo>
                      <a:pt x="725" y="0"/>
                    </a:moveTo>
                    <a:lnTo>
                      <a:pt x="725" y="0"/>
                    </a:lnTo>
                    <a:cubicBezTo>
                      <a:pt x="0" y="7038"/>
                      <a:pt x="1650" y="14294"/>
                      <a:pt x="5361" y="20336"/>
                    </a:cubicBezTo>
                    <a:cubicBezTo>
                      <a:pt x="5606" y="20729"/>
                      <a:pt x="5876" y="21131"/>
                      <a:pt x="6304" y="21305"/>
                    </a:cubicBezTo>
                    <a:cubicBezTo>
                      <a:pt x="6476" y="21376"/>
                      <a:pt x="6657" y="21402"/>
                      <a:pt x="6842" y="21402"/>
                    </a:cubicBezTo>
                    <a:cubicBezTo>
                      <a:pt x="7091" y="21402"/>
                      <a:pt x="7347" y="21355"/>
                      <a:pt x="7597" y="21305"/>
                    </a:cubicBezTo>
                    <a:cubicBezTo>
                      <a:pt x="11063" y="20616"/>
                      <a:pt x="14521" y="19926"/>
                      <a:pt x="17987" y="19245"/>
                    </a:cubicBezTo>
                    <a:lnTo>
                      <a:pt x="17987" y="19245"/>
                    </a:lnTo>
                    <a:cubicBezTo>
                      <a:pt x="15796" y="21777"/>
                      <a:pt x="12949" y="23741"/>
                      <a:pt x="9806" y="24894"/>
                    </a:cubicBezTo>
                    <a:lnTo>
                      <a:pt x="9806" y="24894"/>
                    </a:lnTo>
                    <a:cubicBezTo>
                      <a:pt x="9813" y="24891"/>
                      <a:pt x="9822" y="24890"/>
                      <a:pt x="9833" y="24890"/>
                    </a:cubicBezTo>
                    <a:cubicBezTo>
                      <a:pt x="10173" y="24890"/>
                      <a:pt x="12228" y="26191"/>
                      <a:pt x="12635" y="26335"/>
                    </a:cubicBezTo>
                    <a:cubicBezTo>
                      <a:pt x="13656" y="26710"/>
                      <a:pt x="14739" y="26955"/>
                      <a:pt x="15822" y="27129"/>
                    </a:cubicBezTo>
                    <a:cubicBezTo>
                      <a:pt x="17617" y="27409"/>
                      <a:pt x="19446" y="27459"/>
                      <a:pt x="21268" y="27459"/>
                    </a:cubicBezTo>
                    <a:cubicBezTo>
                      <a:pt x="21723" y="27459"/>
                      <a:pt x="22178" y="27456"/>
                      <a:pt x="22632" y="27452"/>
                    </a:cubicBezTo>
                    <a:cubicBezTo>
                      <a:pt x="23605" y="27441"/>
                      <a:pt x="24578" y="27424"/>
                      <a:pt x="25550" y="27424"/>
                    </a:cubicBezTo>
                    <a:cubicBezTo>
                      <a:pt x="26890" y="27424"/>
                      <a:pt x="28229" y="27457"/>
                      <a:pt x="29565" y="27583"/>
                    </a:cubicBezTo>
                    <a:cubicBezTo>
                      <a:pt x="31425" y="27758"/>
                      <a:pt x="34367" y="27906"/>
                      <a:pt x="35564" y="29522"/>
                    </a:cubicBezTo>
                    <a:lnTo>
                      <a:pt x="48041" y="29522"/>
                    </a:lnTo>
                    <a:cubicBezTo>
                      <a:pt x="48417" y="25811"/>
                      <a:pt x="45483" y="23104"/>
                      <a:pt x="42951" y="20843"/>
                    </a:cubicBezTo>
                    <a:cubicBezTo>
                      <a:pt x="40934" y="19053"/>
                      <a:pt x="38777" y="17245"/>
                      <a:pt x="36446" y="15935"/>
                    </a:cubicBezTo>
                    <a:cubicBezTo>
                      <a:pt x="31486" y="13141"/>
                      <a:pt x="25959" y="11517"/>
                      <a:pt x="20423" y="10181"/>
                    </a:cubicBezTo>
                    <a:cubicBezTo>
                      <a:pt x="13028" y="8400"/>
                      <a:pt x="4654" y="6514"/>
                      <a:pt x="7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0"/>
              <p:cNvSpPr/>
              <p:nvPr/>
            </p:nvSpPr>
            <p:spPr>
              <a:xfrm>
                <a:off x="5287114" y="3672449"/>
                <a:ext cx="795799" cy="465050"/>
              </a:xfrm>
              <a:custGeom>
                <a:avLst/>
                <a:gdLst/>
                <a:ahLst/>
                <a:cxnLst/>
                <a:rect l="l" t="t" r="r" b="b"/>
                <a:pathLst>
                  <a:path w="37520" h="21926" extrusionOk="0">
                    <a:moveTo>
                      <a:pt x="0" y="0"/>
                    </a:moveTo>
                    <a:lnTo>
                      <a:pt x="445" y="559"/>
                    </a:lnTo>
                    <a:cubicBezTo>
                      <a:pt x="585" y="751"/>
                      <a:pt x="733" y="926"/>
                      <a:pt x="891" y="1101"/>
                    </a:cubicBezTo>
                    <a:cubicBezTo>
                      <a:pt x="1039" y="1284"/>
                      <a:pt x="1196" y="1450"/>
                      <a:pt x="1362" y="1624"/>
                    </a:cubicBezTo>
                    <a:cubicBezTo>
                      <a:pt x="1511" y="1799"/>
                      <a:pt x="1676" y="1974"/>
                      <a:pt x="1842" y="2131"/>
                    </a:cubicBezTo>
                    <a:cubicBezTo>
                      <a:pt x="2497" y="2812"/>
                      <a:pt x="3204" y="3432"/>
                      <a:pt x="3947" y="4008"/>
                    </a:cubicBezTo>
                    <a:cubicBezTo>
                      <a:pt x="4689" y="4593"/>
                      <a:pt x="5466" y="5126"/>
                      <a:pt x="6269" y="5615"/>
                    </a:cubicBezTo>
                    <a:cubicBezTo>
                      <a:pt x="7081" y="6095"/>
                      <a:pt x="7920" y="6523"/>
                      <a:pt x="8784" y="6916"/>
                    </a:cubicBezTo>
                    <a:cubicBezTo>
                      <a:pt x="9203" y="7108"/>
                      <a:pt x="9657" y="7283"/>
                      <a:pt x="10094" y="7457"/>
                    </a:cubicBezTo>
                    <a:cubicBezTo>
                      <a:pt x="10530" y="7614"/>
                      <a:pt x="10976" y="7780"/>
                      <a:pt x="11430" y="7911"/>
                    </a:cubicBezTo>
                    <a:cubicBezTo>
                      <a:pt x="12338" y="8182"/>
                      <a:pt x="13246" y="8409"/>
                      <a:pt x="14154" y="8636"/>
                    </a:cubicBezTo>
                    <a:cubicBezTo>
                      <a:pt x="15953" y="9090"/>
                      <a:pt x="17734" y="9570"/>
                      <a:pt x="19498" y="10120"/>
                    </a:cubicBezTo>
                    <a:cubicBezTo>
                      <a:pt x="20379" y="10400"/>
                      <a:pt x="21253" y="10688"/>
                      <a:pt x="22126" y="11011"/>
                    </a:cubicBezTo>
                    <a:cubicBezTo>
                      <a:pt x="22999" y="11317"/>
                      <a:pt x="23863" y="11640"/>
                      <a:pt x="24728" y="11980"/>
                    </a:cubicBezTo>
                    <a:cubicBezTo>
                      <a:pt x="25583" y="12321"/>
                      <a:pt x="26430" y="12679"/>
                      <a:pt x="27269" y="13063"/>
                    </a:cubicBezTo>
                    <a:cubicBezTo>
                      <a:pt x="27696" y="13246"/>
                      <a:pt x="28098" y="13456"/>
                      <a:pt x="28517" y="13657"/>
                    </a:cubicBezTo>
                    <a:cubicBezTo>
                      <a:pt x="28928" y="13866"/>
                      <a:pt x="29338" y="14084"/>
                      <a:pt x="29740" y="14303"/>
                    </a:cubicBezTo>
                    <a:cubicBezTo>
                      <a:pt x="30534" y="14748"/>
                      <a:pt x="31320" y="15246"/>
                      <a:pt x="32062" y="15778"/>
                    </a:cubicBezTo>
                    <a:cubicBezTo>
                      <a:pt x="32813" y="16311"/>
                      <a:pt x="33520" y="16887"/>
                      <a:pt x="34193" y="17525"/>
                    </a:cubicBezTo>
                    <a:cubicBezTo>
                      <a:pt x="35537" y="18782"/>
                      <a:pt x="36681" y="20249"/>
                      <a:pt x="37519" y="21925"/>
                    </a:cubicBezTo>
                    <a:cubicBezTo>
                      <a:pt x="36873" y="20162"/>
                      <a:pt x="35817" y="18564"/>
                      <a:pt x="34542" y="17175"/>
                    </a:cubicBezTo>
                    <a:cubicBezTo>
                      <a:pt x="33896" y="16486"/>
                      <a:pt x="33197" y="15840"/>
                      <a:pt x="32455" y="15255"/>
                    </a:cubicBezTo>
                    <a:cubicBezTo>
                      <a:pt x="32097" y="14958"/>
                      <a:pt x="31713" y="14687"/>
                      <a:pt x="31320" y="14416"/>
                    </a:cubicBezTo>
                    <a:cubicBezTo>
                      <a:pt x="30927" y="14137"/>
                      <a:pt x="30534" y="13892"/>
                      <a:pt x="30133" y="13639"/>
                    </a:cubicBezTo>
                    <a:cubicBezTo>
                      <a:pt x="29321" y="13150"/>
                      <a:pt x="28509" y="12687"/>
                      <a:pt x="27653" y="12277"/>
                    </a:cubicBezTo>
                    <a:cubicBezTo>
                      <a:pt x="26815" y="11858"/>
                      <a:pt x="25950" y="11465"/>
                      <a:pt x="25086" y="11107"/>
                    </a:cubicBezTo>
                    <a:cubicBezTo>
                      <a:pt x="24230" y="10749"/>
                      <a:pt x="23357" y="10408"/>
                      <a:pt x="22466" y="10077"/>
                    </a:cubicBezTo>
                    <a:cubicBezTo>
                      <a:pt x="21584" y="9762"/>
                      <a:pt x="20703" y="9457"/>
                      <a:pt x="19803" y="9177"/>
                    </a:cubicBezTo>
                    <a:cubicBezTo>
                      <a:pt x="18913" y="8889"/>
                      <a:pt x="18004" y="8627"/>
                      <a:pt x="17096" y="8391"/>
                    </a:cubicBezTo>
                    <a:cubicBezTo>
                      <a:pt x="16197" y="8147"/>
                      <a:pt x="15280" y="7920"/>
                      <a:pt x="14372" y="7719"/>
                    </a:cubicBezTo>
                    <a:cubicBezTo>
                      <a:pt x="13464" y="7518"/>
                      <a:pt x="12556" y="7309"/>
                      <a:pt x="11674" y="7064"/>
                    </a:cubicBezTo>
                    <a:cubicBezTo>
                      <a:pt x="10801" y="6820"/>
                      <a:pt x="9928" y="6532"/>
                      <a:pt x="9081" y="6191"/>
                    </a:cubicBezTo>
                    <a:cubicBezTo>
                      <a:pt x="8225" y="5859"/>
                      <a:pt x="7396" y="5466"/>
                      <a:pt x="6575" y="5039"/>
                    </a:cubicBezTo>
                    <a:cubicBezTo>
                      <a:pt x="5772" y="4611"/>
                      <a:pt x="4986" y="4130"/>
                      <a:pt x="4217" y="3607"/>
                    </a:cubicBezTo>
                    <a:cubicBezTo>
                      <a:pt x="4034" y="3476"/>
                      <a:pt x="3842" y="3353"/>
                      <a:pt x="3650" y="3214"/>
                    </a:cubicBezTo>
                    <a:lnTo>
                      <a:pt x="3100" y="2803"/>
                    </a:lnTo>
                    <a:lnTo>
                      <a:pt x="2550" y="2367"/>
                    </a:lnTo>
                    <a:cubicBezTo>
                      <a:pt x="2366" y="2227"/>
                      <a:pt x="2192" y="2070"/>
                      <a:pt x="2017" y="1921"/>
                    </a:cubicBezTo>
                    <a:cubicBezTo>
                      <a:pt x="1318" y="1310"/>
                      <a:pt x="637" y="67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0"/>
              <p:cNvSpPr/>
              <p:nvPr/>
            </p:nvSpPr>
            <p:spPr>
              <a:xfrm>
                <a:off x="5560293" y="3929506"/>
                <a:ext cx="129657" cy="126709"/>
              </a:xfrm>
              <a:custGeom>
                <a:avLst/>
                <a:gdLst/>
                <a:ahLst/>
                <a:cxnLst/>
                <a:rect l="l" t="t" r="r" b="b"/>
                <a:pathLst>
                  <a:path w="6113" h="5974" extrusionOk="0">
                    <a:moveTo>
                      <a:pt x="6112" y="1"/>
                    </a:moveTo>
                    <a:lnTo>
                      <a:pt x="6112" y="1"/>
                    </a:lnTo>
                    <a:cubicBezTo>
                      <a:pt x="5562" y="516"/>
                      <a:pt x="5073" y="1040"/>
                      <a:pt x="4584" y="1546"/>
                    </a:cubicBezTo>
                    <a:cubicBezTo>
                      <a:pt x="4086" y="2053"/>
                      <a:pt x="3597" y="2550"/>
                      <a:pt x="3100" y="3039"/>
                    </a:cubicBezTo>
                    <a:cubicBezTo>
                      <a:pt x="2593" y="3528"/>
                      <a:pt x="2078" y="4009"/>
                      <a:pt x="1572" y="4489"/>
                    </a:cubicBezTo>
                    <a:cubicBezTo>
                      <a:pt x="1057" y="4969"/>
                      <a:pt x="524" y="5441"/>
                      <a:pt x="0" y="5973"/>
                    </a:cubicBezTo>
                    <a:cubicBezTo>
                      <a:pt x="725" y="5799"/>
                      <a:pt x="1406" y="5484"/>
                      <a:pt x="2052" y="5100"/>
                    </a:cubicBezTo>
                    <a:cubicBezTo>
                      <a:pt x="2681" y="4716"/>
                      <a:pt x="3257" y="4253"/>
                      <a:pt x="3798" y="3738"/>
                    </a:cubicBezTo>
                    <a:cubicBezTo>
                      <a:pt x="4322" y="3223"/>
                      <a:pt x="4785" y="2647"/>
                      <a:pt x="5195" y="2027"/>
                    </a:cubicBezTo>
                    <a:cubicBezTo>
                      <a:pt x="5588" y="1398"/>
                      <a:pt x="5920" y="726"/>
                      <a:pt x="61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0"/>
              <p:cNvSpPr/>
              <p:nvPr/>
            </p:nvSpPr>
            <p:spPr>
              <a:xfrm>
                <a:off x="5687518" y="3955447"/>
                <a:ext cx="108171" cy="112434"/>
              </a:xfrm>
              <a:custGeom>
                <a:avLst/>
                <a:gdLst/>
                <a:ahLst/>
                <a:cxnLst/>
                <a:rect l="l" t="t" r="r" b="b"/>
                <a:pathLst>
                  <a:path w="5100" h="5301" extrusionOk="0">
                    <a:moveTo>
                      <a:pt x="5100" y="0"/>
                    </a:moveTo>
                    <a:lnTo>
                      <a:pt x="5100" y="0"/>
                    </a:lnTo>
                    <a:cubicBezTo>
                      <a:pt x="4593" y="419"/>
                      <a:pt x="4157" y="856"/>
                      <a:pt x="3738" y="1275"/>
                    </a:cubicBezTo>
                    <a:cubicBezTo>
                      <a:pt x="3310" y="1712"/>
                      <a:pt x="2891" y="2140"/>
                      <a:pt x="2480" y="2576"/>
                    </a:cubicBezTo>
                    <a:cubicBezTo>
                      <a:pt x="2061" y="3013"/>
                      <a:pt x="1651" y="3441"/>
                      <a:pt x="1232" y="3886"/>
                    </a:cubicBezTo>
                    <a:cubicBezTo>
                      <a:pt x="821" y="4340"/>
                      <a:pt x="394" y="4785"/>
                      <a:pt x="1" y="5300"/>
                    </a:cubicBezTo>
                    <a:cubicBezTo>
                      <a:pt x="638" y="5126"/>
                      <a:pt x="1188" y="4820"/>
                      <a:pt x="1738" y="4480"/>
                    </a:cubicBezTo>
                    <a:cubicBezTo>
                      <a:pt x="2262" y="4130"/>
                      <a:pt x="2751" y="3720"/>
                      <a:pt x="3188" y="3266"/>
                    </a:cubicBezTo>
                    <a:cubicBezTo>
                      <a:pt x="3624" y="2803"/>
                      <a:pt x="4017" y="2305"/>
                      <a:pt x="4349" y="1755"/>
                    </a:cubicBezTo>
                    <a:cubicBezTo>
                      <a:pt x="4672" y="1214"/>
                      <a:pt x="4943" y="638"/>
                      <a:pt x="5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20"/>
              <p:cNvSpPr/>
              <p:nvPr/>
            </p:nvSpPr>
            <p:spPr>
              <a:xfrm>
                <a:off x="5319694" y="3866467"/>
                <a:ext cx="157251" cy="23204"/>
              </a:xfrm>
              <a:custGeom>
                <a:avLst/>
                <a:gdLst/>
                <a:ahLst/>
                <a:cxnLst/>
                <a:rect l="l" t="t" r="r" b="b"/>
                <a:pathLst>
                  <a:path w="7414" h="1094" extrusionOk="0">
                    <a:moveTo>
                      <a:pt x="5971" y="0"/>
                    </a:moveTo>
                    <a:cubicBezTo>
                      <a:pt x="5821" y="0"/>
                      <a:pt x="5670" y="2"/>
                      <a:pt x="5519" y="4"/>
                    </a:cubicBezTo>
                    <a:cubicBezTo>
                      <a:pt x="4908" y="22"/>
                      <a:pt x="4297" y="48"/>
                      <a:pt x="3685" y="91"/>
                    </a:cubicBezTo>
                    <a:cubicBezTo>
                      <a:pt x="3074" y="153"/>
                      <a:pt x="2463" y="205"/>
                      <a:pt x="1852" y="284"/>
                    </a:cubicBezTo>
                    <a:cubicBezTo>
                      <a:pt x="1241" y="353"/>
                      <a:pt x="629" y="441"/>
                      <a:pt x="1" y="615"/>
                    </a:cubicBezTo>
                    <a:cubicBezTo>
                      <a:pt x="612" y="860"/>
                      <a:pt x="1232" y="982"/>
                      <a:pt x="1878" y="1034"/>
                    </a:cubicBezTo>
                    <a:cubicBezTo>
                      <a:pt x="2264" y="1072"/>
                      <a:pt x="2657" y="1094"/>
                      <a:pt x="3050" y="1094"/>
                    </a:cubicBezTo>
                    <a:cubicBezTo>
                      <a:pt x="3288" y="1094"/>
                      <a:pt x="3527" y="1086"/>
                      <a:pt x="3764" y="1069"/>
                    </a:cubicBezTo>
                    <a:cubicBezTo>
                      <a:pt x="4384" y="1026"/>
                      <a:pt x="5021" y="921"/>
                      <a:pt x="5633" y="772"/>
                    </a:cubicBezTo>
                    <a:cubicBezTo>
                      <a:pt x="6244" y="615"/>
                      <a:pt x="6846" y="414"/>
                      <a:pt x="7414" y="83"/>
                    </a:cubicBezTo>
                    <a:cubicBezTo>
                      <a:pt x="6923" y="16"/>
                      <a:pt x="6447" y="0"/>
                      <a:pt x="59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20"/>
              <p:cNvSpPr/>
              <p:nvPr/>
            </p:nvSpPr>
            <p:spPr>
              <a:xfrm>
                <a:off x="5279329" y="3784995"/>
                <a:ext cx="77056" cy="21040"/>
              </a:xfrm>
              <a:custGeom>
                <a:avLst/>
                <a:gdLst/>
                <a:ahLst/>
                <a:cxnLst/>
                <a:rect l="l" t="t" r="r" b="b"/>
                <a:pathLst>
                  <a:path w="3633" h="992" extrusionOk="0">
                    <a:moveTo>
                      <a:pt x="1627" y="0"/>
                    </a:moveTo>
                    <a:cubicBezTo>
                      <a:pt x="1401" y="0"/>
                      <a:pt x="1180" y="13"/>
                      <a:pt x="943" y="47"/>
                    </a:cubicBezTo>
                    <a:cubicBezTo>
                      <a:pt x="646" y="91"/>
                      <a:pt x="341" y="143"/>
                      <a:pt x="0" y="300"/>
                    </a:cubicBezTo>
                    <a:cubicBezTo>
                      <a:pt x="262" y="553"/>
                      <a:pt x="568" y="702"/>
                      <a:pt x="865" y="824"/>
                    </a:cubicBezTo>
                    <a:cubicBezTo>
                      <a:pt x="1170" y="920"/>
                      <a:pt x="1485" y="981"/>
                      <a:pt x="1808" y="990"/>
                    </a:cubicBezTo>
                    <a:cubicBezTo>
                      <a:pt x="1837" y="991"/>
                      <a:pt x="1867" y="991"/>
                      <a:pt x="1897" y="991"/>
                    </a:cubicBezTo>
                    <a:cubicBezTo>
                      <a:pt x="2170" y="991"/>
                      <a:pt x="2467" y="955"/>
                      <a:pt x="2742" y="876"/>
                    </a:cubicBezTo>
                    <a:cubicBezTo>
                      <a:pt x="3056" y="789"/>
                      <a:pt x="3353" y="658"/>
                      <a:pt x="3633" y="422"/>
                    </a:cubicBezTo>
                    <a:cubicBezTo>
                      <a:pt x="3310" y="248"/>
                      <a:pt x="3004" y="169"/>
                      <a:pt x="2707" y="108"/>
                    </a:cubicBezTo>
                    <a:cubicBezTo>
                      <a:pt x="2401" y="38"/>
                      <a:pt x="2122" y="12"/>
                      <a:pt x="1825" y="3"/>
                    </a:cubicBezTo>
                    <a:cubicBezTo>
                      <a:pt x="1758" y="1"/>
                      <a:pt x="1693" y="0"/>
                      <a:pt x="1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0"/>
              <p:cNvSpPr/>
              <p:nvPr/>
            </p:nvSpPr>
            <p:spPr>
              <a:xfrm>
                <a:off x="5406193" y="3693745"/>
                <a:ext cx="32791" cy="61318"/>
              </a:xfrm>
              <a:custGeom>
                <a:avLst/>
                <a:gdLst/>
                <a:ahLst/>
                <a:cxnLst/>
                <a:rect l="l" t="t" r="r" b="b"/>
                <a:pathLst>
                  <a:path w="1546" h="2891" extrusionOk="0">
                    <a:moveTo>
                      <a:pt x="44" y="1"/>
                    </a:moveTo>
                    <a:lnTo>
                      <a:pt x="44" y="1"/>
                    </a:lnTo>
                    <a:cubicBezTo>
                      <a:pt x="0" y="332"/>
                      <a:pt x="44" y="620"/>
                      <a:pt x="105" y="891"/>
                    </a:cubicBezTo>
                    <a:cubicBezTo>
                      <a:pt x="158" y="1153"/>
                      <a:pt x="254" y="1398"/>
                      <a:pt x="367" y="1633"/>
                    </a:cubicBezTo>
                    <a:cubicBezTo>
                      <a:pt x="481" y="1860"/>
                      <a:pt x="612" y="2096"/>
                      <a:pt x="786" y="2297"/>
                    </a:cubicBezTo>
                    <a:cubicBezTo>
                      <a:pt x="961" y="2506"/>
                      <a:pt x="1162" y="2716"/>
                      <a:pt x="1441" y="2891"/>
                    </a:cubicBezTo>
                    <a:cubicBezTo>
                      <a:pt x="1546" y="2576"/>
                      <a:pt x="1528" y="2279"/>
                      <a:pt x="1502" y="1991"/>
                    </a:cubicBezTo>
                    <a:cubicBezTo>
                      <a:pt x="1459" y="1712"/>
                      <a:pt x="1371" y="1450"/>
                      <a:pt x="1249" y="1197"/>
                    </a:cubicBezTo>
                    <a:cubicBezTo>
                      <a:pt x="1127" y="944"/>
                      <a:pt x="978" y="717"/>
                      <a:pt x="777" y="507"/>
                    </a:cubicBezTo>
                    <a:cubicBezTo>
                      <a:pt x="585" y="315"/>
                      <a:pt x="367" y="114"/>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0"/>
              <p:cNvSpPr/>
              <p:nvPr/>
            </p:nvSpPr>
            <p:spPr>
              <a:xfrm>
                <a:off x="5487687" y="3724310"/>
                <a:ext cx="43162" cy="80025"/>
              </a:xfrm>
              <a:custGeom>
                <a:avLst/>
                <a:gdLst/>
                <a:ahLst/>
                <a:cxnLst/>
                <a:rect l="l" t="t" r="r" b="b"/>
                <a:pathLst>
                  <a:path w="2035" h="3773" extrusionOk="0">
                    <a:moveTo>
                      <a:pt x="0" y="0"/>
                    </a:moveTo>
                    <a:cubicBezTo>
                      <a:pt x="35" y="402"/>
                      <a:pt x="131" y="751"/>
                      <a:pt x="253" y="1092"/>
                    </a:cubicBezTo>
                    <a:cubicBezTo>
                      <a:pt x="376" y="1423"/>
                      <a:pt x="507" y="1747"/>
                      <a:pt x="673" y="2052"/>
                    </a:cubicBezTo>
                    <a:cubicBezTo>
                      <a:pt x="830" y="2358"/>
                      <a:pt x="1004" y="2663"/>
                      <a:pt x="1214" y="2943"/>
                    </a:cubicBezTo>
                    <a:cubicBezTo>
                      <a:pt x="1424" y="3231"/>
                      <a:pt x="1651" y="3510"/>
                      <a:pt x="1965" y="3772"/>
                    </a:cubicBezTo>
                    <a:cubicBezTo>
                      <a:pt x="2035" y="3371"/>
                      <a:pt x="1991" y="2986"/>
                      <a:pt x="1912" y="2628"/>
                    </a:cubicBezTo>
                    <a:cubicBezTo>
                      <a:pt x="1825" y="2270"/>
                      <a:pt x="1694" y="1930"/>
                      <a:pt x="1528" y="1598"/>
                    </a:cubicBezTo>
                    <a:cubicBezTo>
                      <a:pt x="1371" y="1275"/>
                      <a:pt x="1162" y="969"/>
                      <a:pt x="908" y="699"/>
                    </a:cubicBezTo>
                    <a:cubicBezTo>
                      <a:pt x="655" y="419"/>
                      <a:pt x="376" y="16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20"/>
              <p:cNvSpPr/>
              <p:nvPr/>
            </p:nvSpPr>
            <p:spPr>
              <a:xfrm>
                <a:off x="5638265" y="3759860"/>
                <a:ext cx="49080" cy="85964"/>
              </a:xfrm>
              <a:custGeom>
                <a:avLst/>
                <a:gdLst/>
                <a:ahLst/>
                <a:cxnLst/>
                <a:rect l="l" t="t" r="r" b="b"/>
                <a:pathLst>
                  <a:path w="2314" h="4053" extrusionOk="0">
                    <a:moveTo>
                      <a:pt x="0" y="1"/>
                    </a:moveTo>
                    <a:lnTo>
                      <a:pt x="0" y="1"/>
                    </a:lnTo>
                    <a:cubicBezTo>
                      <a:pt x="79" y="429"/>
                      <a:pt x="218" y="795"/>
                      <a:pt x="367" y="1145"/>
                    </a:cubicBezTo>
                    <a:cubicBezTo>
                      <a:pt x="515" y="1511"/>
                      <a:pt x="672" y="1843"/>
                      <a:pt x="856" y="2175"/>
                    </a:cubicBezTo>
                    <a:cubicBezTo>
                      <a:pt x="1039" y="2498"/>
                      <a:pt x="1240" y="2821"/>
                      <a:pt x="1458" y="3135"/>
                    </a:cubicBezTo>
                    <a:cubicBezTo>
                      <a:pt x="1694" y="3450"/>
                      <a:pt x="1930" y="3755"/>
                      <a:pt x="2261" y="4052"/>
                    </a:cubicBezTo>
                    <a:cubicBezTo>
                      <a:pt x="2314" y="3624"/>
                      <a:pt x="2261" y="3214"/>
                      <a:pt x="2157" y="2821"/>
                    </a:cubicBezTo>
                    <a:cubicBezTo>
                      <a:pt x="2061" y="2428"/>
                      <a:pt x="1912" y="2053"/>
                      <a:pt x="1711" y="1703"/>
                    </a:cubicBezTo>
                    <a:cubicBezTo>
                      <a:pt x="1511" y="1354"/>
                      <a:pt x="1284" y="1031"/>
                      <a:pt x="1004" y="734"/>
                    </a:cubicBezTo>
                    <a:cubicBezTo>
                      <a:pt x="716" y="446"/>
                      <a:pt x="402" y="18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20"/>
              <p:cNvSpPr/>
              <p:nvPr/>
            </p:nvSpPr>
            <p:spPr>
              <a:xfrm>
                <a:off x="5791792" y="3804318"/>
                <a:ext cx="30585" cy="90948"/>
              </a:xfrm>
              <a:custGeom>
                <a:avLst/>
                <a:gdLst/>
                <a:ahLst/>
                <a:cxnLst/>
                <a:rect l="l" t="t" r="r" b="b"/>
                <a:pathLst>
                  <a:path w="1442" h="4288" extrusionOk="0">
                    <a:moveTo>
                      <a:pt x="44" y="0"/>
                    </a:moveTo>
                    <a:lnTo>
                      <a:pt x="44" y="0"/>
                    </a:lnTo>
                    <a:cubicBezTo>
                      <a:pt x="0" y="419"/>
                      <a:pt x="27" y="795"/>
                      <a:pt x="70" y="1179"/>
                    </a:cubicBezTo>
                    <a:cubicBezTo>
                      <a:pt x="131" y="1537"/>
                      <a:pt x="201" y="1904"/>
                      <a:pt x="306" y="2253"/>
                    </a:cubicBezTo>
                    <a:cubicBezTo>
                      <a:pt x="402" y="2602"/>
                      <a:pt x="524" y="2952"/>
                      <a:pt x="673" y="3283"/>
                    </a:cubicBezTo>
                    <a:cubicBezTo>
                      <a:pt x="839" y="3624"/>
                      <a:pt x="1013" y="3964"/>
                      <a:pt x="1275" y="4288"/>
                    </a:cubicBezTo>
                    <a:cubicBezTo>
                      <a:pt x="1406" y="3886"/>
                      <a:pt x="1441" y="3493"/>
                      <a:pt x="1424" y="3109"/>
                    </a:cubicBezTo>
                    <a:cubicBezTo>
                      <a:pt x="1406" y="2716"/>
                      <a:pt x="1354" y="2349"/>
                      <a:pt x="1240" y="1974"/>
                    </a:cubicBezTo>
                    <a:cubicBezTo>
                      <a:pt x="1136" y="1607"/>
                      <a:pt x="987" y="1258"/>
                      <a:pt x="795" y="917"/>
                    </a:cubicBezTo>
                    <a:cubicBezTo>
                      <a:pt x="594" y="594"/>
                      <a:pt x="367" y="271"/>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0"/>
              <p:cNvSpPr/>
              <p:nvPr/>
            </p:nvSpPr>
            <p:spPr>
              <a:xfrm>
                <a:off x="5911614" y="3859700"/>
                <a:ext cx="25579" cy="83525"/>
              </a:xfrm>
              <a:custGeom>
                <a:avLst/>
                <a:gdLst/>
                <a:ahLst/>
                <a:cxnLst/>
                <a:rect l="l" t="t" r="r" b="b"/>
                <a:pathLst>
                  <a:path w="1206" h="3938" extrusionOk="0">
                    <a:moveTo>
                      <a:pt x="79" y="0"/>
                    </a:moveTo>
                    <a:cubicBezTo>
                      <a:pt x="1" y="384"/>
                      <a:pt x="10" y="716"/>
                      <a:pt x="10" y="1065"/>
                    </a:cubicBezTo>
                    <a:cubicBezTo>
                      <a:pt x="36" y="1406"/>
                      <a:pt x="79" y="1720"/>
                      <a:pt x="141" y="2035"/>
                    </a:cubicBezTo>
                    <a:cubicBezTo>
                      <a:pt x="202" y="2358"/>
                      <a:pt x="289" y="2663"/>
                      <a:pt x="394" y="2978"/>
                    </a:cubicBezTo>
                    <a:cubicBezTo>
                      <a:pt x="516" y="3292"/>
                      <a:pt x="638" y="3606"/>
                      <a:pt x="856" y="3938"/>
                    </a:cubicBezTo>
                    <a:cubicBezTo>
                      <a:pt x="1049" y="3597"/>
                      <a:pt x="1136" y="3239"/>
                      <a:pt x="1171" y="2890"/>
                    </a:cubicBezTo>
                    <a:cubicBezTo>
                      <a:pt x="1206" y="2541"/>
                      <a:pt x="1180" y="2183"/>
                      <a:pt x="1118" y="1842"/>
                    </a:cubicBezTo>
                    <a:cubicBezTo>
                      <a:pt x="1049" y="1493"/>
                      <a:pt x="926" y="1170"/>
                      <a:pt x="769" y="847"/>
                    </a:cubicBezTo>
                    <a:cubicBezTo>
                      <a:pt x="603" y="533"/>
                      <a:pt x="394" y="236"/>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20"/>
              <p:cNvSpPr/>
              <p:nvPr/>
            </p:nvSpPr>
            <p:spPr>
              <a:xfrm>
                <a:off x="6045520" y="3942848"/>
                <a:ext cx="20955" cy="97057"/>
              </a:xfrm>
              <a:custGeom>
                <a:avLst/>
                <a:gdLst/>
                <a:ahLst/>
                <a:cxnLst/>
                <a:rect l="l" t="t" r="r" b="b"/>
                <a:pathLst>
                  <a:path w="988" h="4576" extrusionOk="0">
                    <a:moveTo>
                      <a:pt x="289" y="1"/>
                    </a:moveTo>
                    <a:cubicBezTo>
                      <a:pt x="149" y="411"/>
                      <a:pt x="97" y="795"/>
                      <a:pt x="53" y="1162"/>
                    </a:cubicBezTo>
                    <a:cubicBezTo>
                      <a:pt x="9" y="1546"/>
                      <a:pt x="1" y="1913"/>
                      <a:pt x="1" y="2288"/>
                    </a:cubicBezTo>
                    <a:cubicBezTo>
                      <a:pt x="1" y="2655"/>
                      <a:pt x="27" y="3030"/>
                      <a:pt x="71" y="3415"/>
                    </a:cubicBezTo>
                    <a:cubicBezTo>
                      <a:pt x="132" y="3790"/>
                      <a:pt x="193" y="4174"/>
                      <a:pt x="350" y="4576"/>
                    </a:cubicBezTo>
                    <a:cubicBezTo>
                      <a:pt x="612" y="4218"/>
                      <a:pt x="752" y="3834"/>
                      <a:pt x="848" y="3458"/>
                    </a:cubicBezTo>
                    <a:cubicBezTo>
                      <a:pt x="944" y="3065"/>
                      <a:pt x="987" y="2672"/>
                      <a:pt x="979" y="2279"/>
                    </a:cubicBezTo>
                    <a:cubicBezTo>
                      <a:pt x="979" y="1869"/>
                      <a:pt x="926" y="1485"/>
                      <a:pt x="813" y="1101"/>
                    </a:cubicBezTo>
                    <a:cubicBezTo>
                      <a:pt x="708" y="717"/>
                      <a:pt x="551" y="350"/>
                      <a:pt x="2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7" name="Google Shape;1137;p20"/>
            <p:cNvGrpSpPr/>
            <p:nvPr/>
          </p:nvGrpSpPr>
          <p:grpSpPr>
            <a:xfrm rot="10800000">
              <a:off x="5" y="-23513"/>
              <a:ext cx="1103473" cy="928102"/>
              <a:chOff x="5200805" y="3216049"/>
              <a:chExt cx="1103473" cy="928102"/>
            </a:xfrm>
          </p:grpSpPr>
          <p:sp>
            <p:nvSpPr>
              <p:cNvPr id="1138" name="Google Shape;1138;p20"/>
              <p:cNvSpPr/>
              <p:nvPr/>
            </p:nvSpPr>
            <p:spPr>
              <a:xfrm>
                <a:off x="5284335" y="3556700"/>
                <a:ext cx="21486" cy="16862"/>
              </a:xfrm>
              <a:custGeom>
                <a:avLst/>
                <a:gdLst/>
                <a:ahLst/>
                <a:cxnLst/>
                <a:rect l="l" t="t" r="r" b="b"/>
                <a:pathLst>
                  <a:path w="1013" h="795" extrusionOk="0">
                    <a:moveTo>
                      <a:pt x="498" y="0"/>
                    </a:moveTo>
                    <a:cubicBezTo>
                      <a:pt x="0" y="0"/>
                      <a:pt x="0" y="795"/>
                      <a:pt x="498" y="795"/>
                    </a:cubicBezTo>
                    <a:cubicBezTo>
                      <a:pt x="1013" y="795"/>
                      <a:pt x="1013" y="0"/>
                      <a:pt x="498" y="0"/>
                    </a:cubicBezTo>
                    <a:close/>
                  </a:path>
                </a:pathLst>
              </a:custGeom>
              <a:solidFill>
                <a:srgbClr val="030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0"/>
              <p:cNvSpPr/>
              <p:nvPr/>
            </p:nvSpPr>
            <p:spPr>
              <a:xfrm>
                <a:off x="5347290" y="3537440"/>
                <a:ext cx="21" cy="21"/>
              </a:xfrm>
              <a:custGeom>
                <a:avLst/>
                <a:gdLst/>
                <a:ahLst/>
                <a:cxnLst/>
                <a:rect l="l" t="t" r="r" b="b"/>
                <a:pathLst>
                  <a:path w="1" h="1" extrusionOk="0">
                    <a:moveTo>
                      <a:pt x="1" y="0"/>
                    </a:moveTo>
                    <a:close/>
                  </a:path>
                </a:pathLst>
              </a:custGeom>
              <a:solidFill>
                <a:srgbClr val="030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20"/>
              <p:cNvSpPr/>
              <p:nvPr/>
            </p:nvSpPr>
            <p:spPr>
              <a:xfrm>
                <a:off x="5219683" y="3216049"/>
                <a:ext cx="1084595" cy="927344"/>
              </a:xfrm>
              <a:custGeom>
                <a:avLst/>
                <a:gdLst/>
                <a:ahLst/>
                <a:cxnLst/>
                <a:rect l="l" t="t" r="r" b="b"/>
                <a:pathLst>
                  <a:path w="51136" h="43722" extrusionOk="0">
                    <a:moveTo>
                      <a:pt x="4403" y="1"/>
                    </a:moveTo>
                    <a:cubicBezTo>
                      <a:pt x="2940" y="1"/>
                      <a:pt x="1472" y="85"/>
                      <a:pt x="1" y="265"/>
                    </a:cubicBezTo>
                    <a:cubicBezTo>
                      <a:pt x="4943" y="5591"/>
                      <a:pt x="5999" y="13414"/>
                      <a:pt x="9771" y="19623"/>
                    </a:cubicBezTo>
                    <a:cubicBezTo>
                      <a:pt x="16442" y="30651"/>
                      <a:pt x="29653" y="34685"/>
                      <a:pt x="38542" y="43477"/>
                    </a:cubicBezTo>
                    <a:cubicBezTo>
                      <a:pt x="38716" y="43591"/>
                      <a:pt x="38952" y="43608"/>
                      <a:pt x="39127" y="43722"/>
                    </a:cubicBezTo>
                    <a:lnTo>
                      <a:pt x="48173" y="43722"/>
                    </a:lnTo>
                    <a:cubicBezTo>
                      <a:pt x="48174" y="43722"/>
                      <a:pt x="48175" y="43722"/>
                      <a:pt x="48176" y="43722"/>
                    </a:cubicBezTo>
                    <a:cubicBezTo>
                      <a:pt x="51136" y="43722"/>
                      <a:pt x="44016" y="21910"/>
                      <a:pt x="43266" y="20260"/>
                    </a:cubicBezTo>
                    <a:cubicBezTo>
                      <a:pt x="42218" y="17946"/>
                      <a:pt x="40856" y="15554"/>
                      <a:pt x="38542" y="14515"/>
                    </a:cubicBezTo>
                    <a:cubicBezTo>
                      <a:pt x="37283" y="13952"/>
                      <a:pt x="35915" y="13865"/>
                      <a:pt x="34523" y="13865"/>
                    </a:cubicBezTo>
                    <a:cubicBezTo>
                      <a:pt x="33896" y="13865"/>
                      <a:pt x="33263" y="13883"/>
                      <a:pt x="32634" y="13883"/>
                    </a:cubicBezTo>
                    <a:cubicBezTo>
                      <a:pt x="31389" y="13883"/>
                      <a:pt x="30156" y="13813"/>
                      <a:pt x="28998" y="13397"/>
                    </a:cubicBezTo>
                    <a:cubicBezTo>
                      <a:pt x="31377" y="12007"/>
                      <a:pt x="34118" y="11267"/>
                      <a:pt x="36875" y="11267"/>
                    </a:cubicBezTo>
                    <a:cubicBezTo>
                      <a:pt x="37113" y="11267"/>
                      <a:pt x="37352" y="11273"/>
                      <a:pt x="37590" y="11284"/>
                    </a:cubicBezTo>
                    <a:cubicBezTo>
                      <a:pt x="27358" y="5380"/>
                      <a:pt x="16050" y="1"/>
                      <a:pt x="44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0"/>
              <p:cNvSpPr/>
              <p:nvPr/>
            </p:nvSpPr>
            <p:spPr>
              <a:xfrm>
                <a:off x="5314328" y="3267211"/>
                <a:ext cx="845452" cy="852112"/>
              </a:xfrm>
              <a:custGeom>
                <a:avLst/>
                <a:gdLst/>
                <a:ahLst/>
                <a:cxnLst/>
                <a:rect l="l" t="t" r="r" b="b"/>
                <a:pathLst>
                  <a:path w="39861" h="40175" extrusionOk="0">
                    <a:moveTo>
                      <a:pt x="1" y="1"/>
                    </a:moveTo>
                    <a:lnTo>
                      <a:pt x="1" y="1"/>
                    </a:lnTo>
                    <a:cubicBezTo>
                      <a:pt x="4148" y="2472"/>
                      <a:pt x="8060" y="5283"/>
                      <a:pt x="11858" y="8208"/>
                    </a:cubicBezTo>
                    <a:cubicBezTo>
                      <a:pt x="13753" y="9684"/>
                      <a:pt x="15656" y="11168"/>
                      <a:pt x="17533" y="12670"/>
                    </a:cubicBezTo>
                    <a:cubicBezTo>
                      <a:pt x="19402" y="14181"/>
                      <a:pt x="21279" y="15683"/>
                      <a:pt x="23095" y="17254"/>
                    </a:cubicBezTo>
                    <a:cubicBezTo>
                      <a:pt x="24920" y="18817"/>
                      <a:pt x="26684" y="20441"/>
                      <a:pt x="28369" y="22144"/>
                    </a:cubicBezTo>
                    <a:cubicBezTo>
                      <a:pt x="29208" y="23000"/>
                      <a:pt x="30037" y="23873"/>
                      <a:pt x="30823" y="24763"/>
                    </a:cubicBezTo>
                    <a:cubicBezTo>
                      <a:pt x="31032" y="24982"/>
                      <a:pt x="31216" y="25209"/>
                      <a:pt x="31417" y="25445"/>
                    </a:cubicBezTo>
                    <a:lnTo>
                      <a:pt x="31705" y="25776"/>
                    </a:lnTo>
                    <a:lnTo>
                      <a:pt x="31993" y="26126"/>
                    </a:lnTo>
                    <a:cubicBezTo>
                      <a:pt x="32176" y="26370"/>
                      <a:pt x="32377" y="26597"/>
                      <a:pt x="32561" y="26824"/>
                    </a:cubicBezTo>
                    <a:lnTo>
                      <a:pt x="33119" y="27540"/>
                    </a:lnTo>
                    <a:cubicBezTo>
                      <a:pt x="33844" y="28483"/>
                      <a:pt x="34543" y="29461"/>
                      <a:pt x="35197" y="30465"/>
                    </a:cubicBezTo>
                    <a:cubicBezTo>
                      <a:pt x="35852" y="31469"/>
                      <a:pt x="36481" y="32482"/>
                      <a:pt x="37049" y="33539"/>
                    </a:cubicBezTo>
                    <a:cubicBezTo>
                      <a:pt x="37625" y="34595"/>
                      <a:pt x="38140" y="35678"/>
                      <a:pt x="38620" y="36778"/>
                    </a:cubicBezTo>
                    <a:cubicBezTo>
                      <a:pt x="38838" y="37337"/>
                      <a:pt x="39074" y="37896"/>
                      <a:pt x="39275" y="38463"/>
                    </a:cubicBezTo>
                    <a:cubicBezTo>
                      <a:pt x="39493" y="39031"/>
                      <a:pt x="39659" y="39607"/>
                      <a:pt x="39860" y="40175"/>
                    </a:cubicBezTo>
                    <a:cubicBezTo>
                      <a:pt x="39720" y="39590"/>
                      <a:pt x="39589" y="38996"/>
                      <a:pt x="39415" y="38420"/>
                    </a:cubicBezTo>
                    <a:cubicBezTo>
                      <a:pt x="39258" y="37835"/>
                      <a:pt x="39048" y="37267"/>
                      <a:pt x="38865" y="36682"/>
                    </a:cubicBezTo>
                    <a:cubicBezTo>
                      <a:pt x="38472" y="35538"/>
                      <a:pt x="37992" y="34429"/>
                      <a:pt x="37476" y="33320"/>
                    </a:cubicBezTo>
                    <a:cubicBezTo>
                      <a:pt x="36944" y="32220"/>
                      <a:pt x="36367" y="31164"/>
                      <a:pt x="35748" y="30116"/>
                    </a:cubicBezTo>
                    <a:lnTo>
                      <a:pt x="35267" y="29339"/>
                    </a:lnTo>
                    <a:cubicBezTo>
                      <a:pt x="35101" y="29077"/>
                      <a:pt x="34927" y="28824"/>
                      <a:pt x="34761" y="28579"/>
                    </a:cubicBezTo>
                    <a:lnTo>
                      <a:pt x="34508" y="28195"/>
                    </a:lnTo>
                    <a:lnTo>
                      <a:pt x="34254" y="27820"/>
                    </a:lnTo>
                    <a:cubicBezTo>
                      <a:pt x="34071" y="27584"/>
                      <a:pt x="33914" y="27322"/>
                      <a:pt x="33731" y="27077"/>
                    </a:cubicBezTo>
                    <a:cubicBezTo>
                      <a:pt x="32307" y="25104"/>
                      <a:pt x="30718" y="23262"/>
                      <a:pt x="29042" y="21507"/>
                    </a:cubicBezTo>
                    <a:cubicBezTo>
                      <a:pt x="27365" y="19743"/>
                      <a:pt x="25584" y="18101"/>
                      <a:pt x="23750" y="16512"/>
                    </a:cubicBezTo>
                    <a:cubicBezTo>
                      <a:pt x="21917" y="14940"/>
                      <a:pt x="20031" y="13430"/>
                      <a:pt x="18119" y="11954"/>
                    </a:cubicBezTo>
                    <a:cubicBezTo>
                      <a:pt x="17158" y="11212"/>
                      <a:pt x="16198" y="10487"/>
                      <a:pt x="15237" y="9763"/>
                    </a:cubicBezTo>
                    <a:cubicBezTo>
                      <a:pt x="14277" y="9029"/>
                      <a:pt x="13307" y="8322"/>
                      <a:pt x="12321" y="7606"/>
                    </a:cubicBezTo>
                    <a:cubicBezTo>
                      <a:pt x="8409" y="4786"/>
                      <a:pt x="4340" y="212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20"/>
              <p:cNvSpPr/>
              <p:nvPr/>
            </p:nvSpPr>
            <p:spPr>
              <a:xfrm>
                <a:off x="5453982" y="3272556"/>
                <a:ext cx="92051" cy="32451"/>
              </a:xfrm>
              <a:custGeom>
                <a:avLst/>
                <a:gdLst/>
                <a:ahLst/>
                <a:cxnLst/>
                <a:rect l="l" t="t" r="r" b="b"/>
                <a:pathLst>
                  <a:path w="4340" h="1530" extrusionOk="0">
                    <a:moveTo>
                      <a:pt x="3057" y="1"/>
                    </a:moveTo>
                    <a:cubicBezTo>
                      <a:pt x="2683" y="1"/>
                      <a:pt x="2304" y="53"/>
                      <a:pt x="1956" y="150"/>
                    </a:cubicBezTo>
                    <a:cubicBezTo>
                      <a:pt x="1572" y="264"/>
                      <a:pt x="1196" y="438"/>
                      <a:pt x="865" y="657"/>
                    </a:cubicBezTo>
                    <a:cubicBezTo>
                      <a:pt x="533" y="884"/>
                      <a:pt x="218" y="1154"/>
                      <a:pt x="0" y="1530"/>
                    </a:cubicBezTo>
                    <a:cubicBezTo>
                      <a:pt x="428" y="1521"/>
                      <a:pt x="795" y="1443"/>
                      <a:pt x="1170" y="1364"/>
                    </a:cubicBezTo>
                    <a:cubicBezTo>
                      <a:pt x="1528" y="1285"/>
                      <a:pt x="1877" y="1198"/>
                      <a:pt x="2227" y="1102"/>
                    </a:cubicBezTo>
                    <a:cubicBezTo>
                      <a:pt x="2576" y="1006"/>
                      <a:pt x="2916" y="892"/>
                      <a:pt x="3266" y="761"/>
                    </a:cubicBezTo>
                    <a:cubicBezTo>
                      <a:pt x="3615" y="622"/>
                      <a:pt x="3973" y="491"/>
                      <a:pt x="4340" y="273"/>
                    </a:cubicBezTo>
                    <a:cubicBezTo>
                      <a:pt x="3947" y="80"/>
                      <a:pt x="3545" y="11"/>
                      <a:pt x="3143" y="2"/>
                    </a:cubicBezTo>
                    <a:cubicBezTo>
                      <a:pt x="3115" y="1"/>
                      <a:pt x="3086" y="1"/>
                      <a:pt x="30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0"/>
              <p:cNvSpPr/>
              <p:nvPr/>
            </p:nvSpPr>
            <p:spPr>
              <a:xfrm>
                <a:off x="5524361" y="3316887"/>
                <a:ext cx="121682" cy="41275"/>
              </a:xfrm>
              <a:custGeom>
                <a:avLst/>
                <a:gdLst/>
                <a:ahLst/>
                <a:cxnLst/>
                <a:rect l="l" t="t" r="r" b="b"/>
                <a:pathLst>
                  <a:path w="5737" h="1946" extrusionOk="0">
                    <a:moveTo>
                      <a:pt x="4599" y="1"/>
                    </a:moveTo>
                    <a:cubicBezTo>
                      <a:pt x="4454" y="1"/>
                      <a:pt x="4310" y="7"/>
                      <a:pt x="4165" y="16"/>
                    </a:cubicBezTo>
                    <a:cubicBezTo>
                      <a:pt x="3641" y="60"/>
                      <a:pt x="3135" y="156"/>
                      <a:pt x="2637" y="313"/>
                    </a:cubicBezTo>
                    <a:cubicBezTo>
                      <a:pt x="2148" y="461"/>
                      <a:pt x="1668" y="680"/>
                      <a:pt x="1223" y="942"/>
                    </a:cubicBezTo>
                    <a:cubicBezTo>
                      <a:pt x="777" y="1221"/>
                      <a:pt x="349" y="1535"/>
                      <a:pt x="0" y="1946"/>
                    </a:cubicBezTo>
                    <a:cubicBezTo>
                      <a:pt x="533" y="1893"/>
                      <a:pt x="1022" y="1789"/>
                      <a:pt x="1511" y="1658"/>
                    </a:cubicBezTo>
                    <a:cubicBezTo>
                      <a:pt x="1991" y="1535"/>
                      <a:pt x="2462" y="1396"/>
                      <a:pt x="2934" y="1247"/>
                    </a:cubicBezTo>
                    <a:cubicBezTo>
                      <a:pt x="3405" y="1099"/>
                      <a:pt x="3859" y="942"/>
                      <a:pt x="4331" y="767"/>
                    </a:cubicBezTo>
                    <a:cubicBezTo>
                      <a:pt x="4802" y="592"/>
                      <a:pt x="5257" y="409"/>
                      <a:pt x="5737" y="147"/>
                    </a:cubicBezTo>
                    <a:cubicBezTo>
                      <a:pt x="5358" y="40"/>
                      <a:pt x="4978" y="1"/>
                      <a:pt x="45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0"/>
              <p:cNvSpPr/>
              <p:nvPr/>
            </p:nvSpPr>
            <p:spPr>
              <a:xfrm>
                <a:off x="5621593" y="3371421"/>
                <a:ext cx="209279" cy="50649"/>
              </a:xfrm>
              <a:custGeom>
                <a:avLst/>
                <a:gdLst/>
                <a:ahLst/>
                <a:cxnLst/>
                <a:rect l="l" t="t" r="r" b="b"/>
                <a:pathLst>
                  <a:path w="9867" h="2388" extrusionOk="0">
                    <a:moveTo>
                      <a:pt x="7873" y="0"/>
                    </a:moveTo>
                    <a:cubicBezTo>
                      <a:pt x="7679" y="0"/>
                      <a:pt x="7485" y="4"/>
                      <a:pt x="7291" y="12"/>
                    </a:cubicBezTo>
                    <a:cubicBezTo>
                      <a:pt x="6427" y="47"/>
                      <a:pt x="5562" y="161"/>
                      <a:pt x="4724" y="353"/>
                    </a:cubicBezTo>
                    <a:cubicBezTo>
                      <a:pt x="3877" y="545"/>
                      <a:pt x="3056" y="807"/>
                      <a:pt x="2262" y="1139"/>
                    </a:cubicBezTo>
                    <a:cubicBezTo>
                      <a:pt x="1458" y="1470"/>
                      <a:pt x="699" y="1863"/>
                      <a:pt x="0" y="2387"/>
                    </a:cubicBezTo>
                    <a:cubicBezTo>
                      <a:pt x="865" y="2239"/>
                      <a:pt x="1677" y="2038"/>
                      <a:pt x="2497" y="1863"/>
                    </a:cubicBezTo>
                    <a:lnTo>
                      <a:pt x="4942" y="1313"/>
                    </a:lnTo>
                    <a:lnTo>
                      <a:pt x="7387" y="772"/>
                    </a:lnTo>
                    <a:cubicBezTo>
                      <a:pt x="8208" y="589"/>
                      <a:pt x="9029" y="423"/>
                      <a:pt x="9867" y="187"/>
                    </a:cubicBezTo>
                    <a:cubicBezTo>
                      <a:pt x="9203" y="51"/>
                      <a:pt x="8540" y="0"/>
                      <a:pt x="7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0"/>
              <p:cNvSpPr/>
              <p:nvPr/>
            </p:nvSpPr>
            <p:spPr>
              <a:xfrm>
                <a:off x="5693817" y="3427206"/>
                <a:ext cx="175576" cy="49865"/>
              </a:xfrm>
              <a:custGeom>
                <a:avLst/>
                <a:gdLst/>
                <a:ahLst/>
                <a:cxnLst/>
                <a:rect l="l" t="t" r="r" b="b"/>
                <a:pathLst>
                  <a:path w="8278" h="2351" extrusionOk="0">
                    <a:moveTo>
                      <a:pt x="6684" y="0"/>
                    </a:moveTo>
                    <a:cubicBezTo>
                      <a:pt x="6481" y="0"/>
                      <a:pt x="6279" y="7"/>
                      <a:pt x="6078" y="19"/>
                    </a:cubicBezTo>
                    <a:cubicBezTo>
                      <a:pt x="5344" y="63"/>
                      <a:pt x="4611" y="185"/>
                      <a:pt x="3903" y="368"/>
                    </a:cubicBezTo>
                    <a:cubicBezTo>
                      <a:pt x="3196" y="561"/>
                      <a:pt x="2498" y="822"/>
                      <a:pt x="1843" y="1137"/>
                    </a:cubicBezTo>
                    <a:cubicBezTo>
                      <a:pt x="1188" y="1460"/>
                      <a:pt x="559" y="1844"/>
                      <a:pt x="0" y="2351"/>
                    </a:cubicBezTo>
                    <a:cubicBezTo>
                      <a:pt x="734" y="2220"/>
                      <a:pt x="1415" y="2027"/>
                      <a:pt x="2122" y="1870"/>
                    </a:cubicBezTo>
                    <a:lnTo>
                      <a:pt x="4165" y="1329"/>
                    </a:lnTo>
                    <a:lnTo>
                      <a:pt x="6209" y="788"/>
                    </a:lnTo>
                    <a:cubicBezTo>
                      <a:pt x="6881" y="604"/>
                      <a:pt x="7579" y="412"/>
                      <a:pt x="8278" y="168"/>
                    </a:cubicBezTo>
                    <a:cubicBezTo>
                      <a:pt x="7752" y="47"/>
                      <a:pt x="7218" y="0"/>
                      <a:pt x="6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0"/>
              <p:cNvSpPr/>
              <p:nvPr/>
            </p:nvSpPr>
            <p:spPr>
              <a:xfrm>
                <a:off x="5365447" y="3357040"/>
                <a:ext cx="25579" cy="78350"/>
              </a:xfrm>
              <a:custGeom>
                <a:avLst/>
                <a:gdLst/>
                <a:ahLst/>
                <a:cxnLst/>
                <a:rect l="l" t="t" r="r" b="b"/>
                <a:pathLst>
                  <a:path w="1206" h="3694" extrusionOk="0">
                    <a:moveTo>
                      <a:pt x="1048" y="0"/>
                    </a:moveTo>
                    <a:cubicBezTo>
                      <a:pt x="778" y="262"/>
                      <a:pt x="603" y="551"/>
                      <a:pt x="454" y="830"/>
                    </a:cubicBezTo>
                    <a:cubicBezTo>
                      <a:pt x="297" y="1118"/>
                      <a:pt x="201" y="1424"/>
                      <a:pt x="123" y="1729"/>
                    </a:cubicBezTo>
                    <a:cubicBezTo>
                      <a:pt x="44" y="2035"/>
                      <a:pt x="0" y="2349"/>
                      <a:pt x="0" y="2672"/>
                    </a:cubicBezTo>
                    <a:cubicBezTo>
                      <a:pt x="0" y="3004"/>
                      <a:pt x="27" y="3327"/>
                      <a:pt x="158" y="3694"/>
                    </a:cubicBezTo>
                    <a:cubicBezTo>
                      <a:pt x="428" y="3441"/>
                      <a:pt x="603" y="3153"/>
                      <a:pt x="760" y="2864"/>
                    </a:cubicBezTo>
                    <a:cubicBezTo>
                      <a:pt x="909" y="2576"/>
                      <a:pt x="1005" y="2271"/>
                      <a:pt x="1083" y="1965"/>
                    </a:cubicBezTo>
                    <a:cubicBezTo>
                      <a:pt x="1162" y="1659"/>
                      <a:pt x="1205" y="1345"/>
                      <a:pt x="1205" y="1013"/>
                    </a:cubicBezTo>
                    <a:cubicBezTo>
                      <a:pt x="1205" y="690"/>
                      <a:pt x="1179" y="358"/>
                      <a:pt x="1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0"/>
              <p:cNvSpPr/>
              <p:nvPr/>
            </p:nvSpPr>
            <p:spPr>
              <a:xfrm>
                <a:off x="5439898" y="3406122"/>
                <a:ext cx="24646" cy="146879"/>
              </a:xfrm>
              <a:custGeom>
                <a:avLst/>
                <a:gdLst/>
                <a:ahLst/>
                <a:cxnLst/>
                <a:rect l="l" t="t" r="r" b="b"/>
                <a:pathLst>
                  <a:path w="1162" h="6925" extrusionOk="0">
                    <a:moveTo>
                      <a:pt x="1162" y="0"/>
                    </a:moveTo>
                    <a:lnTo>
                      <a:pt x="1162" y="0"/>
                    </a:lnTo>
                    <a:cubicBezTo>
                      <a:pt x="751" y="472"/>
                      <a:pt x="498" y="1048"/>
                      <a:pt x="332" y="1624"/>
                    </a:cubicBezTo>
                    <a:cubicBezTo>
                      <a:pt x="175" y="2209"/>
                      <a:pt x="88" y="2803"/>
                      <a:pt x="44" y="3397"/>
                    </a:cubicBezTo>
                    <a:cubicBezTo>
                      <a:pt x="1" y="3999"/>
                      <a:pt x="1" y="4576"/>
                      <a:pt x="27" y="5152"/>
                    </a:cubicBezTo>
                    <a:cubicBezTo>
                      <a:pt x="62" y="5728"/>
                      <a:pt x="105" y="6313"/>
                      <a:pt x="193" y="6924"/>
                    </a:cubicBezTo>
                    <a:cubicBezTo>
                      <a:pt x="498" y="6383"/>
                      <a:pt x="673" y="5798"/>
                      <a:pt x="795" y="5222"/>
                    </a:cubicBezTo>
                    <a:cubicBezTo>
                      <a:pt x="917" y="4628"/>
                      <a:pt x="970" y="4052"/>
                      <a:pt x="1013" y="3476"/>
                    </a:cubicBezTo>
                    <a:cubicBezTo>
                      <a:pt x="1048" y="2890"/>
                      <a:pt x="1066" y="2323"/>
                      <a:pt x="1092" y="1755"/>
                    </a:cubicBezTo>
                    <a:lnTo>
                      <a:pt x="11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0"/>
              <p:cNvSpPr/>
              <p:nvPr/>
            </p:nvSpPr>
            <p:spPr>
              <a:xfrm>
                <a:off x="5518804" y="3475567"/>
                <a:ext cx="36863" cy="210785"/>
              </a:xfrm>
              <a:custGeom>
                <a:avLst/>
                <a:gdLst/>
                <a:ahLst/>
                <a:cxnLst/>
                <a:rect l="l" t="t" r="r" b="b"/>
                <a:pathLst>
                  <a:path w="1738" h="9938" extrusionOk="0">
                    <a:moveTo>
                      <a:pt x="1738" y="1"/>
                    </a:moveTo>
                    <a:lnTo>
                      <a:pt x="1738" y="1"/>
                    </a:lnTo>
                    <a:cubicBezTo>
                      <a:pt x="1441" y="315"/>
                      <a:pt x="1196" y="699"/>
                      <a:pt x="1022" y="1083"/>
                    </a:cubicBezTo>
                    <a:cubicBezTo>
                      <a:pt x="838" y="1476"/>
                      <a:pt x="690" y="1904"/>
                      <a:pt x="576" y="2315"/>
                    </a:cubicBezTo>
                    <a:cubicBezTo>
                      <a:pt x="472" y="2742"/>
                      <a:pt x="384" y="3170"/>
                      <a:pt x="315" y="3581"/>
                    </a:cubicBezTo>
                    <a:cubicBezTo>
                      <a:pt x="271" y="3799"/>
                      <a:pt x="253" y="4008"/>
                      <a:pt x="218" y="4218"/>
                    </a:cubicBezTo>
                    <a:lnTo>
                      <a:pt x="140" y="4847"/>
                    </a:lnTo>
                    <a:cubicBezTo>
                      <a:pt x="53" y="5685"/>
                      <a:pt x="0" y="6532"/>
                      <a:pt x="0" y="7379"/>
                    </a:cubicBezTo>
                    <a:cubicBezTo>
                      <a:pt x="0" y="8235"/>
                      <a:pt x="35" y="9082"/>
                      <a:pt x="184" y="9937"/>
                    </a:cubicBezTo>
                    <a:cubicBezTo>
                      <a:pt x="445" y="9108"/>
                      <a:pt x="611" y="8278"/>
                      <a:pt x="760" y="7449"/>
                    </a:cubicBezTo>
                    <a:cubicBezTo>
                      <a:pt x="908" y="6619"/>
                      <a:pt x="1022" y="5772"/>
                      <a:pt x="1109" y="4943"/>
                    </a:cubicBezTo>
                    <a:lnTo>
                      <a:pt x="1179" y="4323"/>
                    </a:lnTo>
                    <a:cubicBezTo>
                      <a:pt x="1196" y="4113"/>
                      <a:pt x="1223" y="3912"/>
                      <a:pt x="1231" y="3703"/>
                    </a:cubicBezTo>
                    <a:lnTo>
                      <a:pt x="1327" y="2454"/>
                    </a:lnTo>
                    <a:cubicBezTo>
                      <a:pt x="1362" y="2053"/>
                      <a:pt x="1406" y="1642"/>
                      <a:pt x="1476" y="1232"/>
                    </a:cubicBezTo>
                    <a:cubicBezTo>
                      <a:pt x="1528" y="830"/>
                      <a:pt x="1624" y="429"/>
                      <a:pt x="17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0"/>
              <p:cNvSpPr/>
              <p:nvPr/>
            </p:nvSpPr>
            <p:spPr>
              <a:xfrm>
                <a:off x="5607148" y="3563169"/>
                <a:ext cx="35378" cy="202068"/>
              </a:xfrm>
              <a:custGeom>
                <a:avLst/>
                <a:gdLst/>
                <a:ahLst/>
                <a:cxnLst/>
                <a:rect l="l" t="t" r="r" b="b"/>
                <a:pathLst>
                  <a:path w="1668" h="9527" extrusionOk="0">
                    <a:moveTo>
                      <a:pt x="1668" y="1"/>
                    </a:moveTo>
                    <a:cubicBezTo>
                      <a:pt x="1223" y="699"/>
                      <a:pt x="908" y="1459"/>
                      <a:pt x="638" y="2245"/>
                    </a:cubicBezTo>
                    <a:cubicBezTo>
                      <a:pt x="393" y="3022"/>
                      <a:pt x="218" y="3825"/>
                      <a:pt x="122" y="4646"/>
                    </a:cubicBezTo>
                    <a:cubicBezTo>
                      <a:pt x="35" y="5467"/>
                      <a:pt x="0" y="6296"/>
                      <a:pt x="70" y="7108"/>
                    </a:cubicBezTo>
                    <a:cubicBezTo>
                      <a:pt x="105" y="7527"/>
                      <a:pt x="157" y="7929"/>
                      <a:pt x="210" y="8322"/>
                    </a:cubicBezTo>
                    <a:cubicBezTo>
                      <a:pt x="280" y="8715"/>
                      <a:pt x="323" y="9108"/>
                      <a:pt x="332" y="9527"/>
                    </a:cubicBezTo>
                    <a:cubicBezTo>
                      <a:pt x="524" y="9160"/>
                      <a:pt x="638" y="8741"/>
                      <a:pt x="699" y="8331"/>
                    </a:cubicBezTo>
                    <a:cubicBezTo>
                      <a:pt x="769" y="7920"/>
                      <a:pt x="803" y="7519"/>
                      <a:pt x="847" y="7126"/>
                    </a:cubicBezTo>
                    <a:cubicBezTo>
                      <a:pt x="926" y="6322"/>
                      <a:pt x="1013" y="5554"/>
                      <a:pt x="1109" y="4768"/>
                    </a:cubicBezTo>
                    <a:cubicBezTo>
                      <a:pt x="1196" y="3982"/>
                      <a:pt x="1301" y="3196"/>
                      <a:pt x="1397" y="2411"/>
                    </a:cubicBezTo>
                    <a:cubicBezTo>
                      <a:pt x="1493" y="1616"/>
                      <a:pt x="1607" y="830"/>
                      <a:pt x="16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0"/>
              <p:cNvSpPr/>
              <p:nvPr/>
            </p:nvSpPr>
            <p:spPr>
              <a:xfrm>
                <a:off x="5729940" y="3637260"/>
                <a:ext cx="26322" cy="238549"/>
              </a:xfrm>
              <a:custGeom>
                <a:avLst/>
                <a:gdLst/>
                <a:ahLst/>
                <a:cxnLst/>
                <a:rect l="l" t="t" r="r" b="b"/>
                <a:pathLst>
                  <a:path w="1241" h="11247" extrusionOk="0">
                    <a:moveTo>
                      <a:pt x="1188" y="0"/>
                    </a:moveTo>
                    <a:cubicBezTo>
                      <a:pt x="830" y="891"/>
                      <a:pt x="603" y="1808"/>
                      <a:pt x="428" y="2742"/>
                    </a:cubicBezTo>
                    <a:cubicBezTo>
                      <a:pt x="253" y="3685"/>
                      <a:pt x="131" y="4628"/>
                      <a:pt x="61" y="5571"/>
                    </a:cubicBezTo>
                    <a:cubicBezTo>
                      <a:pt x="9" y="6523"/>
                      <a:pt x="0" y="7475"/>
                      <a:pt x="53" y="8418"/>
                    </a:cubicBezTo>
                    <a:cubicBezTo>
                      <a:pt x="122" y="9369"/>
                      <a:pt x="227" y="10312"/>
                      <a:pt x="454" y="11247"/>
                    </a:cubicBezTo>
                    <a:cubicBezTo>
                      <a:pt x="629" y="10304"/>
                      <a:pt x="734" y="9369"/>
                      <a:pt x="830" y="8435"/>
                    </a:cubicBezTo>
                    <a:cubicBezTo>
                      <a:pt x="917" y="7510"/>
                      <a:pt x="978" y="6567"/>
                      <a:pt x="1048" y="5641"/>
                    </a:cubicBezTo>
                    <a:cubicBezTo>
                      <a:pt x="1100" y="4698"/>
                      <a:pt x="1153" y="3772"/>
                      <a:pt x="1188" y="2838"/>
                    </a:cubicBezTo>
                    <a:cubicBezTo>
                      <a:pt x="1214" y="1895"/>
                      <a:pt x="1240" y="961"/>
                      <a:pt x="11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0"/>
              <p:cNvSpPr/>
              <p:nvPr/>
            </p:nvSpPr>
            <p:spPr>
              <a:xfrm>
                <a:off x="5836611" y="3735594"/>
                <a:ext cx="21507" cy="193923"/>
              </a:xfrm>
              <a:custGeom>
                <a:avLst/>
                <a:gdLst/>
                <a:ahLst/>
                <a:cxnLst/>
                <a:rect l="l" t="t" r="r" b="b"/>
                <a:pathLst>
                  <a:path w="1014" h="9143" extrusionOk="0">
                    <a:moveTo>
                      <a:pt x="682" y="1"/>
                    </a:moveTo>
                    <a:cubicBezTo>
                      <a:pt x="437" y="752"/>
                      <a:pt x="306" y="1520"/>
                      <a:pt x="201" y="2271"/>
                    </a:cubicBezTo>
                    <a:cubicBezTo>
                      <a:pt x="97" y="3031"/>
                      <a:pt x="44" y="3799"/>
                      <a:pt x="27" y="4559"/>
                    </a:cubicBezTo>
                    <a:cubicBezTo>
                      <a:pt x="1" y="5327"/>
                      <a:pt x="9" y="6087"/>
                      <a:pt x="79" y="6855"/>
                    </a:cubicBezTo>
                    <a:cubicBezTo>
                      <a:pt x="140" y="7615"/>
                      <a:pt x="228" y="8383"/>
                      <a:pt x="437" y="9143"/>
                    </a:cubicBezTo>
                    <a:cubicBezTo>
                      <a:pt x="647" y="8383"/>
                      <a:pt x="751" y="7632"/>
                      <a:pt x="839" y="6864"/>
                    </a:cubicBezTo>
                    <a:cubicBezTo>
                      <a:pt x="926" y="6104"/>
                      <a:pt x="970" y="5345"/>
                      <a:pt x="996" y="4585"/>
                    </a:cubicBezTo>
                    <a:cubicBezTo>
                      <a:pt x="1013" y="3834"/>
                      <a:pt x="1005" y="3066"/>
                      <a:pt x="961" y="2306"/>
                    </a:cubicBezTo>
                    <a:cubicBezTo>
                      <a:pt x="917" y="1538"/>
                      <a:pt x="839" y="778"/>
                      <a:pt x="6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0"/>
              <p:cNvSpPr/>
              <p:nvPr/>
            </p:nvSpPr>
            <p:spPr>
              <a:xfrm>
                <a:off x="5861619" y="3585929"/>
                <a:ext cx="197062" cy="21104"/>
              </a:xfrm>
              <a:custGeom>
                <a:avLst/>
                <a:gdLst/>
                <a:ahLst/>
                <a:cxnLst/>
                <a:rect l="l" t="t" r="r" b="b"/>
                <a:pathLst>
                  <a:path w="9291" h="995" extrusionOk="0">
                    <a:moveTo>
                      <a:pt x="4833" y="1"/>
                    </a:moveTo>
                    <a:cubicBezTo>
                      <a:pt x="4768" y="1"/>
                      <a:pt x="4702" y="1"/>
                      <a:pt x="4637" y="2"/>
                    </a:cubicBezTo>
                    <a:cubicBezTo>
                      <a:pt x="3851" y="19"/>
                      <a:pt x="3065" y="80"/>
                      <a:pt x="2297" y="211"/>
                    </a:cubicBezTo>
                    <a:cubicBezTo>
                      <a:pt x="1520" y="342"/>
                      <a:pt x="742" y="517"/>
                      <a:pt x="0" y="822"/>
                    </a:cubicBezTo>
                    <a:cubicBezTo>
                      <a:pt x="795" y="936"/>
                      <a:pt x="1572" y="953"/>
                      <a:pt x="2349" y="988"/>
                    </a:cubicBezTo>
                    <a:cubicBezTo>
                      <a:pt x="2729" y="993"/>
                      <a:pt x="3113" y="995"/>
                      <a:pt x="3498" y="995"/>
                    </a:cubicBezTo>
                    <a:cubicBezTo>
                      <a:pt x="3884" y="995"/>
                      <a:pt x="4270" y="993"/>
                      <a:pt x="4654" y="988"/>
                    </a:cubicBezTo>
                    <a:cubicBezTo>
                      <a:pt x="5414" y="980"/>
                      <a:pt x="6182" y="953"/>
                      <a:pt x="6951" y="910"/>
                    </a:cubicBezTo>
                    <a:cubicBezTo>
                      <a:pt x="7728" y="866"/>
                      <a:pt x="8496" y="814"/>
                      <a:pt x="9291" y="683"/>
                    </a:cubicBezTo>
                    <a:cubicBezTo>
                      <a:pt x="8540" y="395"/>
                      <a:pt x="7763" y="246"/>
                      <a:pt x="6986" y="133"/>
                    </a:cubicBezTo>
                    <a:cubicBezTo>
                      <a:pt x="6273" y="45"/>
                      <a:pt x="5553" y="1"/>
                      <a:pt x="48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0"/>
              <p:cNvSpPr/>
              <p:nvPr/>
            </p:nvSpPr>
            <p:spPr>
              <a:xfrm>
                <a:off x="5929028" y="3665852"/>
                <a:ext cx="159287" cy="22546"/>
              </a:xfrm>
              <a:custGeom>
                <a:avLst/>
                <a:gdLst/>
                <a:ahLst/>
                <a:cxnLst/>
                <a:rect l="l" t="t" r="r" b="b"/>
                <a:pathLst>
                  <a:path w="7510" h="1063" extrusionOk="0">
                    <a:moveTo>
                      <a:pt x="4245" y="0"/>
                    </a:moveTo>
                    <a:cubicBezTo>
                      <a:pt x="4070" y="0"/>
                      <a:pt x="3895" y="5"/>
                      <a:pt x="3720" y="15"/>
                    </a:cubicBezTo>
                    <a:cubicBezTo>
                      <a:pt x="3074" y="49"/>
                      <a:pt x="2445" y="145"/>
                      <a:pt x="1825" y="294"/>
                    </a:cubicBezTo>
                    <a:cubicBezTo>
                      <a:pt x="1197" y="451"/>
                      <a:pt x="586" y="643"/>
                      <a:pt x="1" y="940"/>
                    </a:cubicBezTo>
                    <a:cubicBezTo>
                      <a:pt x="655" y="1054"/>
                      <a:pt x="1302" y="1062"/>
                      <a:pt x="1930" y="1062"/>
                    </a:cubicBezTo>
                    <a:cubicBezTo>
                      <a:pt x="2550" y="1062"/>
                      <a:pt x="3170" y="1027"/>
                      <a:pt x="3781" y="992"/>
                    </a:cubicBezTo>
                    <a:lnTo>
                      <a:pt x="5624" y="896"/>
                    </a:lnTo>
                    <a:cubicBezTo>
                      <a:pt x="6235" y="861"/>
                      <a:pt x="6855" y="844"/>
                      <a:pt x="7510" y="792"/>
                    </a:cubicBezTo>
                    <a:cubicBezTo>
                      <a:pt x="6942" y="442"/>
                      <a:pt x="6305" y="242"/>
                      <a:pt x="5667" y="119"/>
                    </a:cubicBezTo>
                    <a:cubicBezTo>
                      <a:pt x="5196" y="36"/>
                      <a:pt x="4719" y="0"/>
                      <a:pt x="4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0"/>
              <p:cNvSpPr/>
              <p:nvPr/>
            </p:nvSpPr>
            <p:spPr>
              <a:xfrm>
                <a:off x="6018667" y="3776532"/>
                <a:ext cx="132075" cy="22992"/>
              </a:xfrm>
              <a:custGeom>
                <a:avLst/>
                <a:gdLst/>
                <a:ahLst/>
                <a:cxnLst/>
                <a:rect l="l" t="t" r="r" b="b"/>
                <a:pathLst>
                  <a:path w="6227" h="1084" extrusionOk="0">
                    <a:moveTo>
                      <a:pt x="2545" y="1"/>
                    </a:moveTo>
                    <a:cubicBezTo>
                      <a:pt x="2221" y="1"/>
                      <a:pt x="1897" y="23"/>
                      <a:pt x="1572" y="70"/>
                    </a:cubicBezTo>
                    <a:cubicBezTo>
                      <a:pt x="1031" y="140"/>
                      <a:pt x="507" y="289"/>
                      <a:pt x="1" y="516"/>
                    </a:cubicBezTo>
                    <a:cubicBezTo>
                      <a:pt x="263" y="612"/>
                      <a:pt x="533" y="664"/>
                      <a:pt x="778" y="725"/>
                    </a:cubicBezTo>
                    <a:cubicBezTo>
                      <a:pt x="1048" y="769"/>
                      <a:pt x="1293" y="813"/>
                      <a:pt x="1555" y="839"/>
                    </a:cubicBezTo>
                    <a:cubicBezTo>
                      <a:pt x="2070" y="909"/>
                      <a:pt x="2576" y="961"/>
                      <a:pt x="3083" y="1005"/>
                    </a:cubicBezTo>
                    <a:cubicBezTo>
                      <a:pt x="3598" y="1048"/>
                      <a:pt x="4113" y="1075"/>
                      <a:pt x="4628" y="1083"/>
                    </a:cubicBezTo>
                    <a:cubicBezTo>
                      <a:pt x="5152" y="1083"/>
                      <a:pt x="5667" y="1083"/>
                      <a:pt x="6226" y="1005"/>
                    </a:cubicBezTo>
                    <a:cubicBezTo>
                      <a:pt x="5772" y="690"/>
                      <a:pt x="5266" y="481"/>
                      <a:pt x="4759" y="315"/>
                    </a:cubicBezTo>
                    <a:cubicBezTo>
                      <a:pt x="4244" y="166"/>
                      <a:pt x="3703" y="70"/>
                      <a:pt x="3170" y="27"/>
                    </a:cubicBezTo>
                    <a:cubicBezTo>
                      <a:pt x="2962" y="10"/>
                      <a:pt x="2754" y="1"/>
                      <a:pt x="25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0"/>
              <p:cNvSpPr/>
              <p:nvPr/>
            </p:nvSpPr>
            <p:spPr>
              <a:xfrm>
                <a:off x="6098675" y="3898284"/>
                <a:ext cx="75762" cy="27043"/>
              </a:xfrm>
              <a:custGeom>
                <a:avLst/>
                <a:gdLst/>
                <a:ahLst/>
                <a:cxnLst/>
                <a:rect l="l" t="t" r="r" b="b"/>
                <a:pathLst>
                  <a:path w="3572" h="1275" extrusionOk="0">
                    <a:moveTo>
                      <a:pt x="796" y="0"/>
                    </a:moveTo>
                    <a:cubicBezTo>
                      <a:pt x="541" y="0"/>
                      <a:pt x="282" y="29"/>
                      <a:pt x="1" y="111"/>
                    </a:cubicBezTo>
                    <a:cubicBezTo>
                      <a:pt x="228" y="408"/>
                      <a:pt x="507" y="591"/>
                      <a:pt x="787" y="731"/>
                    </a:cubicBezTo>
                    <a:cubicBezTo>
                      <a:pt x="1057" y="897"/>
                      <a:pt x="1354" y="1019"/>
                      <a:pt x="1651" y="1106"/>
                    </a:cubicBezTo>
                    <a:cubicBezTo>
                      <a:pt x="1939" y="1193"/>
                      <a:pt x="2245" y="1246"/>
                      <a:pt x="2568" y="1272"/>
                    </a:cubicBezTo>
                    <a:cubicBezTo>
                      <a:pt x="2622" y="1274"/>
                      <a:pt x="2678" y="1275"/>
                      <a:pt x="2733" y="1275"/>
                    </a:cubicBezTo>
                    <a:cubicBezTo>
                      <a:pt x="2996" y="1275"/>
                      <a:pt x="3269" y="1252"/>
                      <a:pt x="3572" y="1159"/>
                    </a:cubicBezTo>
                    <a:cubicBezTo>
                      <a:pt x="3327" y="879"/>
                      <a:pt x="3057" y="687"/>
                      <a:pt x="2786" y="530"/>
                    </a:cubicBezTo>
                    <a:cubicBezTo>
                      <a:pt x="2507" y="373"/>
                      <a:pt x="2218" y="250"/>
                      <a:pt x="1922" y="163"/>
                    </a:cubicBezTo>
                    <a:cubicBezTo>
                      <a:pt x="1625" y="76"/>
                      <a:pt x="1319" y="23"/>
                      <a:pt x="1005" y="6"/>
                    </a:cubicBezTo>
                    <a:cubicBezTo>
                      <a:pt x="935" y="2"/>
                      <a:pt x="866" y="0"/>
                      <a:pt x="7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0"/>
              <p:cNvSpPr/>
              <p:nvPr/>
            </p:nvSpPr>
            <p:spPr>
              <a:xfrm>
                <a:off x="5254873" y="3479470"/>
                <a:ext cx="965076" cy="650977"/>
              </a:xfrm>
              <a:custGeom>
                <a:avLst/>
                <a:gdLst/>
                <a:ahLst/>
                <a:cxnLst/>
                <a:rect l="l" t="t" r="r" b="b"/>
                <a:pathLst>
                  <a:path w="45501" h="30692" extrusionOk="0">
                    <a:moveTo>
                      <a:pt x="1" y="0"/>
                    </a:moveTo>
                    <a:cubicBezTo>
                      <a:pt x="71" y="2978"/>
                      <a:pt x="542" y="6147"/>
                      <a:pt x="2472" y="8417"/>
                    </a:cubicBezTo>
                    <a:cubicBezTo>
                      <a:pt x="3520" y="9648"/>
                      <a:pt x="4934" y="10513"/>
                      <a:pt x="6305" y="11351"/>
                    </a:cubicBezTo>
                    <a:cubicBezTo>
                      <a:pt x="8627" y="12774"/>
                      <a:pt x="10976" y="14215"/>
                      <a:pt x="13552" y="15071"/>
                    </a:cubicBezTo>
                    <a:cubicBezTo>
                      <a:pt x="16294" y="16005"/>
                      <a:pt x="19210" y="16250"/>
                      <a:pt x="22030" y="16817"/>
                    </a:cubicBezTo>
                    <a:cubicBezTo>
                      <a:pt x="25017" y="17411"/>
                      <a:pt x="27915" y="18345"/>
                      <a:pt x="30692" y="19603"/>
                    </a:cubicBezTo>
                    <a:cubicBezTo>
                      <a:pt x="33460" y="20860"/>
                      <a:pt x="36272" y="22641"/>
                      <a:pt x="37433" y="25444"/>
                    </a:cubicBezTo>
                    <a:lnTo>
                      <a:pt x="45501" y="30692"/>
                    </a:lnTo>
                    <a:cubicBezTo>
                      <a:pt x="44488" y="24405"/>
                      <a:pt x="39441" y="19445"/>
                      <a:pt x="33818" y="16459"/>
                    </a:cubicBezTo>
                    <a:cubicBezTo>
                      <a:pt x="28186" y="13490"/>
                      <a:pt x="21891" y="12102"/>
                      <a:pt x="15866" y="10068"/>
                    </a:cubicBezTo>
                    <a:cubicBezTo>
                      <a:pt x="9841" y="8024"/>
                      <a:pt x="3781" y="5108"/>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0"/>
              <p:cNvSpPr/>
              <p:nvPr/>
            </p:nvSpPr>
            <p:spPr>
              <a:xfrm>
                <a:off x="5200805" y="3517990"/>
                <a:ext cx="1026925" cy="626162"/>
              </a:xfrm>
              <a:custGeom>
                <a:avLst/>
                <a:gdLst/>
                <a:ahLst/>
                <a:cxnLst/>
                <a:rect l="l" t="t" r="r" b="b"/>
                <a:pathLst>
                  <a:path w="48417" h="29522" extrusionOk="0">
                    <a:moveTo>
                      <a:pt x="9806" y="24894"/>
                    </a:moveTo>
                    <a:cubicBezTo>
                      <a:pt x="9806" y="24894"/>
                      <a:pt x="9806" y="24894"/>
                      <a:pt x="9806" y="24894"/>
                    </a:cubicBezTo>
                    <a:cubicBezTo>
                      <a:pt x="9806" y="24894"/>
                      <a:pt x="9806" y="24894"/>
                      <a:pt x="9806" y="24894"/>
                    </a:cubicBezTo>
                    <a:close/>
                    <a:moveTo>
                      <a:pt x="725" y="0"/>
                    </a:moveTo>
                    <a:lnTo>
                      <a:pt x="725" y="0"/>
                    </a:lnTo>
                    <a:cubicBezTo>
                      <a:pt x="0" y="7038"/>
                      <a:pt x="1650" y="14294"/>
                      <a:pt x="5361" y="20336"/>
                    </a:cubicBezTo>
                    <a:cubicBezTo>
                      <a:pt x="5606" y="20729"/>
                      <a:pt x="5876" y="21131"/>
                      <a:pt x="6304" y="21305"/>
                    </a:cubicBezTo>
                    <a:cubicBezTo>
                      <a:pt x="6476" y="21376"/>
                      <a:pt x="6657" y="21402"/>
                      <a:pt x="6842" y="21402"/>
                    </a:cubicBezTo>
                    <a:cubicBezTo>
                      <a:pt x="7091" y="21402"/>
                      <a:pt x="7347" y="21355"/>
                      <a:pt x="7597" y="21305"/>
                    </a:cubicBezTo>
                    <a:cubicBezTo>
                      <a:pt x="11063" y="20616"/>
                      <a:pt x="14521" y="19926"/>
                      <a:pt x="17987" y="19245"/>
                    </a:cubicBezTo>
                    <a:lnTo>
                      <a:pt x="17987" y="19245"/>
                    </a:lnTo>
                    <a:cubicBezTo>
                      <a:pt x="15796" y="21777"/>
                      <a:pt x="12949" y="23741"/>
                      <a:pt x="9806" y="24894"/>
                    </a:cubicBezTo>
                    <a:lnTo>
                      <a:pt x="9806" y="24894"/>
                    </a:lnTo>
                    <a:cubicBezTo>
                      <a:pt x="9813" y="24891"/>
                      <a:pt x="9822" y="24890"/>
                      <a:pt x="9833" y="24890"/>
                    </a:cubicBezTo>
                    <a:cubicBezTo>
                      <a:pt x="10173" y="24890"/>
                      <a:pt x="12228" y="26191"/>
                      <a:pt x="12635" y="26335"/>
                    </a:cubicBezTo>
                    <a:cubicBezTo>
                      <a:pt x="13656" y="26710"/>
                      <a:pt x="14739" y="26955"/>
                      <a:pt x="15822" y="27129"/>
                    </a:cubicBezTo>
                    <a:cubicBezTo>
                      <a:pt x="17617" y="27409"/>
                      <a:pt x="19446" y="27459"/>
                      <a:pt x="21268" y="27459"/>
                    </a:cubicBezTo>
                    <a:cubicBezTo>
                      <a:pt x="21723" y="27459"/>
                      <a:pt x="22178" y="27456"/>
                      <a:pt x="22632" y="27452"/>
                    </a:cubicBezTo>
                    <a:cubicBezTo>
                      <a:pt x="23605" y="27441"/>
                      <a:pt x="24578" y="27424"/>
                      <a:pt x="25550" y="27424"/>
                    </a:cubicBezTo>
                    <a:cubicBezTo>
                      <a:pt x="26890" y="27424"/>
                      <a:pt x="28229" y="27457"/>
                      <a:pt x="29565" y="27583"/>
                    </a:cubicBezTo>
                    <a:cubicBezTo>
                      <a:pt x="31425" y="27758"/>
                      <a:pt x="34367" y="27906"/>
                      <a:pt x="35564" y="29522"/>
                    </a:cubicBezTo>
                    <a:lnTo>
                      <a:pt x="48041" y="29522"/>
                    </a:lnTo>
                    <a:cubicBezTo>
                      <a:pt x="48417" y="25811"/>
                      <a:pt x="45483" y="23104"/>
                      <a:pt x="42951" y="20843"/>
                    </a:cubicBezTo>
                    <a:cubicBezTo>
                      <a:pt x="40934" y="19053"/>
                      <a:pt x="38777" y="17245"/>
                      <a:pt x="36446" y="15935"/>
                    </a:cubicBezTo>
                    <a:cubicBezTo>
                      <a:pt x="31486" y="13141"/>
                      <a:pt x="25959" y="11517"/>
                      <a:pt x="20423" y="10181"/>
                    </a:cubicBezTo>
                    <a:cubicBezTo>
                      <a:pt x="13028" y="8400"/>
                      <a:pt x="4654" y="6514"/>
                      <a:pt x="7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0"/>
              <p:cNvSpPr/>
              <p:nvPr/>
            </p:nvSpPr>
            <p:spPr>
              <a:xfrm>
                <a:off x="5287114" y="3672449"/>
                <a:ext cx="795799" cy="465050"/>
              </a:xfrm>
              <a:custGeom>
                <a:avLst/>
                <a:gdLst/>
                <a:ahLst/>
                <a:cxnLst/>
                <a:rect l="l" t="t" r="r" b="b"/>
                <a:pathLst>
                  <a:path w="37520" h="21926" extrusionOk="0">
                    <a:moveTo>
                      <a:pt x="0" y="0"/>
                    </a:moveTo>
                    <a:lnTo>
                      <a:pt x="445" y="559"/>
                    </a:lnTo>
                    <a:cubicBezTo>
                      <a:pt x="585" y="751"/>
                      <a:pt x="733" y="926"/>
                      <a:pt x="891" y="1101"/>
                    </a:cubicBezTo>
                    <a:cubicBezTo>
                      <a:pt x="1039" y="1284"/>
                      <a:pt x="1196" y="1450"/>
                      <a:pt x="1362" y="1624"/>
                    </a:cubicBezTo>
                    <a:cubicBezTo>
                      <a:pt x="1511" y="1799"/>
                      <a:pt x="1676" y="1974"/>
                      <a:pt x="1842" y="2131"/>
                    </a:cubicBezTo>
                    <a:cubicBezTo>
                      <a:pt x="2497" y="2812"/>
                      <a:pt x="3204" y="3432"/>
                      <a:pt x="3947" y="4008"/>
                    </a:cubicBezTo>
                    <a:cubicBezTo>
                      <a:pt x="4689" y="4593"/>
                      <a:pt x="5466" y="5126"/>
                      <a:pt x="6269" y="5615"/>
                    </a:cubicBezTo>
                    <a:cubicBezTo>
                      <a:pt x="7081" y="6095"/>
                      <a:pt x="7920" y="6523"/>
                      <a:pt x="8784" y="6916"/>
                    </a:cubicBezTo>
                    <a:cubicBezTo>
                      <a:pt x="9203" y="7108"/>
                      <a:pt x="9657" y="7283"/>
                      <a:pt x="10094" y="7457"/>
                    </a:cubicBezTo>
                    <a:cubicBezTo>
                      <a:pt x="10530" y="7614"/>
                      <a:pt x="10976" y="7780"/>
                      <a:pt x="11430" y="7911"/>
                    </a:cubicBezTo>
                    <a:cubicBezTo>
                      <a:pt x="12338" y="8182"/>
                      <a:pt x="13246" y="8409"/>
                      <a:pt x="14154" y="8636"/>
                    </a:cubicBezTo>
                    <a:cubicBezTo>
                      <a:pt x="15953" y="9090"/>
                      <a:pt x="17734" y="9570"/>
                      <a:pt x="19498" y="10120"/>
                    </a:cubicBezTo>
                    <a:cubicBezTo>
                      <a:pt x="20379" y="10400"/>
                      <a:pt x="21253" y="10688"/>
                      <a:pt x="22126" y="11011"/>
                    </a:cubicBezTo>
                    <a:cubicBezTo>
                      <a:pt x="22999" y="11317"/>
                      <a:pt x="23863" y="11640"/>
                      <a:pt x="24728" y="11980"/>
                    </a:cubicBezTo>
                    <a:cubicBezTo>
                      <a:pt x="25583" y="12321"/>
                      <a:pt x="26430" y="12679"/>
                      <a:pt x="27269" y="13063"/>
                    </a:cubicBezTo>
                    <a:cubicBezTo>
                      <a:pt x="27696" y="13246"/>
                      <a:pt x="28098" y="13456"/>
                      <a:pt x="28517" y="13657"/>
                    </a:cubicBezTo>
                    <a:cubicBezTo>
                      <a:pt x="28928" y="13866"/>
                      <a:pt x="29338" y="14084"/>
                      <a:pt x="29740" y="14303"/>
                    </a:cubicBezTo>
                    <a:cubicBezTo>
                      <a:pt x="30534" y="14748"/>
                      <a:pt x="31320" y="15246"/>
                      <a:pt x="32062" y="15778"/>
                    </a:cubicBezTo>
                    <a:cubicBezTo>
                      <a:pt x="32813" y="16311"/>
                      <a:pt x="33520" y="16887"/>
                      <a:pt x="34193" y="17525"/>
                    </a:cubicBezTo>
                    <a:cubicBezTo>
                      <a:pt x="35537" y="18782"/>
                      <a:pt x="36681" y="20249"/>
                      <a:pt x="37519" y="21925"/>
                    </a:cubicBezTo>
                    <a:cubicBezTo>
                      <a:pt x="36873" y="20162"/>
                      <a:pt x="35817" y="18564"/>
                      <a:pt x="34542" y="17175"/>
                    </a:cubicBezTo>
                    <a:cubicBezTo>
                      <a:pt x="33896" y="16486"/>
                      <a:pt x="33197" y="15840"/>
                      <a:pt x="32455" y="15255"/>
                    </a:cubicBezTo>
                    <a:cubicBezTo>
                      <a:pt x="32097" y="14958"/>
                      <a:pt x="31713" y="14687"/>
                      <a:pt x="31320" y="14416"/>
                    </a:cubicBezTo>
                    <a:cubicBezTo>
                      <a:pt x="30927" y="14137"/>
                      <a:pt x="30534" y="13892"/>
                      <a:pt x="30133" y="13639"/>
                    </a:cubicBezTo>
                    <a:cubicBezTo>
                      <a:pt x="29321" y="13150"/>
                      <a:pt x="28509" y="12687"/>
                      <a:pt x="27653" y="12277"/>
                    </a:cubicBezTo>
                    <a:cubicBezTo>
                      <a:pt x="26815" y="11858"/>
                      <a:pt x="25950" y="11465"/>
                      <a:pt x="25086" y="11107"/>
                    </a:cubicBezTo>
                    <a:cubicBezTo>
                      <a:pt x="24230" y="10749"/>
                      <a:pt x="23357" y="10408"/>
                      <a:pt x="22466" y="10077"/>
                    </a:cubicBezTo>
                    <a:cubicBezTo>
                      <a:pt x="21584" y="9762"/>
                      <a:pt x="20703" y="9457"/>
                      <a:pt x="19803" y="9177"/>
                    </a:cubicBezTo>
                    <a:cubicBezTo>
                      <a:pt x="18913" y="8889"/>
                      <a:pt x="18004" y="8627"/>
                      <a:pt x="17096" y="8391"/>
                    </a:cubicBezTo>
                    <a:cubicBezTo>
                      <a:pt x="16197" y="8147"/>
                      <a:pt x="15280" y="7920"/>
                      <a:pt x="14372" y="7719"/>
                    </a:cubicBezTo>
                    <a:cubicBezTo>
                      <a:pt x="13464" y="7518"/>
                      <a:pt x="12556" y="7309"/>
                      <a:pt x="11674" y="7064"/>
                    </a:cubicBezTo>
                    <a:cubicBezTo>
                      <a:pt x="10801" y="6820"/>
                      <a:pt x="9928" y="6532"/>
                      <a:pt x="9081" y="6191"/>
                    </a:cubicBezTo>
                    <a:cubicBezTo>
                      <a:pt x="8225" y="5859"/>
                      <a:pt x="7396" y="5466"/>
                      <a:pt x="6575" y="5039"/>
                    </a:cubicBezTo>
                    <a:cubicBezTo>
                      <a:pt x="5772" y="4611"/>
                      <a:pt x="4986" y="4130"/>
                      <a:pt x="4217" y="3607"/>
                    </a:cubicBezTo>
                    <a:cubicBezTo>
                      <a:pt x="4034" y="3476"/>
                      <a:pt x="3842" y="3353"/>
                      <a:pt x="3650" y="3214"/>
                    </a:cubicBezTo>
                    <a:lnTo>
                      <a:pt x="3100" y="2803"/>
                    </a:lnTo>
                    <a:lnTo>
                      <a:pt x="2550" y="2367"/>
                    </a:lnTo>
                    <a:cubicBezTo>
                      <a:pt x="2366" y="2227"/>
                      <a:pt x="2192" y="2070"/>
                      <a:pt x="2017" y="1921"/>
                    </a:cubicBezTo>
                    <a:cubicBezTo>
                      <a:pt x="1318" y="1310"/>
                      <a:pt x="637" y="67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0"/>
              <p:cNvSpPr/>
              <p:nvPr/>
            </p:nvSpPr>
            <p:spPr>
              <a:xfrm>
                <a:off x="5560293" y="3929506"/>
                <a:ext cx="129657" cy="126709"/>
              </a:xfrm>
              <a:custGeom>
                <a:avLst/>
                <a:gdLst/>
                <a:ahLst/>
                <a:cxnLst/>
                <a:rect l="l" t="t" r="r" b="b"/>
                <a:pathLst>
                  <a:path w="6113" h="5974" extrusionOk="0">
                    <a:moveTo>
                      <a:pt x="6112" y="1"/>
                    </a:moveTo>
                    <a:lnTo>
                      <a:pt x="6112" y="1"/>
                    </a:lnTo>
                    <a:cubicBezTo>
                      <a:pt x="5562" y="516"/>
                      <a:pt x="5073" y="1040"/>
                      <a:pt x="4584" y="1546"/>
                    </a:cubicBezTo>
                    <a:cubicBezTo>
                      <a:pt x="4086" y="2053"/>
                      <a:pt x="3597" y="2550"/>
                      <a:pt x="3100" y="3039"/>
                    </a:cubicBezTo>
                    <a:cubicBezTo>
                      <a:pt x="2593" y="3528"/>
                      <a:pt x="2078" y="4009"/>
                      <a:pt x="1572" y="4489"/>
                    </a:cubicBezTo>
                    <a:cubicBezTo>
                      <a:pt x="1057" y="4969"/>
                      <a:pt x="524" y="5441"/>
                      <a:pt x="0" y="5973"/>
                    </a:cubicBezTo>
                    <a:cubicBezTo>
                      <a:pt x="725" y="5799"/>
                      <a:pt x="1406" y="5484"/>
                      <a:pt x="2052" y="5100"/>
                    </a:cubicBezTo>
                    <a:cubicBezTo>
                      <a:pt x="2681" y="4716"/>
                      <a:pt x="3257" y="4253"/>
                      <a:pt x="3798" y="3738"/>
                    </a:cubicBezTo>
                    <a:cubicBezTo>
                      <a:pt x="4322" y="3223"/>
                      <a:pt x="4785" y="2647"/>
                      <a:pt x="5195" y="2027"/>
                    </a:cubicBezTo>
                    <a:cubicBezTo>
                      <a:pt x="5588" y="1398"/>
                      <a:pt x="5920" y="726"/>
                      <a:pt x="61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0"/>
              <p:cNvSpPr/>
              <p:nvPr/>
            </p:nvSpPr>
            <p:spPr>
              <a:xfrm>
                <a:off x="5687518" y="3955447"/>
                <a:ext cx="108171" cy="112434"/>
              </a:xfrm>
              <a:custGeom>
                <a:avLst/>
                <a:gdLst/>
                <a:ahLst/>
                <a:cxnLst/>
                <a:rect l="l" t="t" r="r" b="b"/>
                <a:pathLst>
                  <a:path w="5100" h="5301" extrusionOk="0">
                    <a:moveTo>
                      <a:pt x="5100" y="0"/>
                    </a:moveTo>
                    <a:lnTo>
                      <a:pt x="5100" y="0"/>
                    </a:lnTo>
                    <a:cubicBezTo>
                      <a:pt x="4593" y="419"/>
                      <a:pt x="4157" y="856"/>
                      <a:pt x="3738" y="1275"/>
                    </a:cubicBezTo>
                    <a:cubicBezTo>
                      <a:pt x="3310" y="1712"/>
                      <a:pt x="2891" y="2140"/>
                      <a:pt x="2480" y="2576"/>
                    </a:cubicBezTo>
                    <a:cubicBezTo>
                      <a:pt x="2061" y="3013"/>
                      <a:pt x="1651" y="3441"/>
                      <a:pt x="1232" y="3886"/>
                    </a:cubicBezTo>
                    <a:cubicBezTo>
                      <a:pt x="821" y="4340"/>
                      <a:pt x="394" y="4785"/>
                      <a:pt x="1" y="5300"/>
                    </a:cubicBezTo>
                    <a:cubicBezTo>
                      <a:pt x="638" y="5126"/>
                      <a:pt x="1188" y="4820"/>
                      <a:pt x="1738" y="4480"/>
                    </a:cubicBezTo>
                    <a:cubicBezTo>
                      <a:pt x="2262" y="4130"/>
                      <a:pt x="2751" y="3720"/>
                      <a:pt x="3188" y="3266"/>
                    </a:cubicBezTo>
                    <a:cubicBezTo>
                      <a:pt x="3624" y="2803"/>
                      <a:pt x="4017" y="2305"/>
                      <a:pt x="4349" y="1755"/>
                    </a:cubicBezTo>
                    <a:cubicBezTo>
                      <a:pt x="4672" y="1214"/>
                      <a:pt x="4943" y="638"/>
                      <a:pt x="5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0"/>
              <p:cNvSpPr/>
              <p:nvPr/>
            </p:nvSpPr>
            <p:spPr>
              <a:xfrm>
                <a:off x="5319694" y="3866467"/>
                <a:ext cx="157251" cy="23204"/>
              </a:xfrm>
              <a:custGeom>
                <a:avLst/>
                <a:gdLst/>
                <a:ahLst/>
                <a:cxnLst/>
                <a:rect l="l" t="t" r="r" b="b"/>
                <a:pathLst>
                  <a:path w="7414" h="1094" extrusionOk="0">
                    <a:moveTo>
                      <a:pt x="5971" y="0"/>
                    </a:moveTo>
                    <a:cubicBezTo>
                      <a:pt x="5821" y="0"/>
                      <a:pt x="5670" y="2"/>
                      <a:pt x="5519" y="4"/>
                    </a:cubicBezTo>
                    <a:cubicBezTo>
                      <a:pt x="4908" y="22"/>
                      <a:pt x="4297" y="48"/>
                      <a:pt x="3685" y="91"/>
                    </a:cubicBezTo>
                    <a:cubicBezTo>
                      <a:pt x="3074" y="153"/>
                      <a:pt x="2463" y="205"/>
                      <a:pt x="1852" y="284"/>
                    </a:cubicBezTo>
                    <a:cubicBezTo>
                      <a:pt x="1241" y="353"/>
                      <a:pt x="629" y="441"/>
                      <a:pt x="1" y="615"/>
                    </a:cubicBezTo>
                    <a:cubicBezTo>
                      <a:pt x="612" y="860"/>
                      <a:pt x="1232" y="982"/>
                      <a:pt x="1878" y="1034"/>
                    </a:cubicBezTo>
                    <a:cubicBezTo>
                      <a:pt x="2264" y="1072"/>
                      <a:pt x="2657" y="1094"/>
                      <a:pt x="3050" y="1094"/>
                    </a:cubicBezTo>
                    <a:cubicBezTo>
                      <a:pt x="3288" y="1094"/>
                      <a:pt x="3527" y="1086"/>
                      <a:pt x="3764" y="1069"/>
                    </a:cubicBezTo>
                    <a:cubicBezTo>
                      <a:pt x="4384" y="1026"/>
                      <a:pt x="5021" y="921"/>
                      <a:pt x="5633" y="772"/>
                    </a:cubicBezTo>
                    <a:cubicBezTo>
                      <a:pt x="6244" y="615"/>
                      <a:pt x="6846" y="414"/>
                      <a:pt x="7414" y="83"/>
                    </a:cubicBezTo>
                    <a:cubicBezTo>
                      <a:pt x="6923" y="16"/>
                      <a:pt x="6447" y="0"/>
                      <a:pt x="59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0"/>
              <p:cNvSpPr/>
              <p:nvPr/>
            </p:nvSpPr>
            <p:spPr>
              <a:xfrm>
                <a:off x="5279329" y="3784995"/>
                <a:ext cx="77056" cy="21040"/>
              </a:xfrm>
              <a:custGeom>
                <a:avLst/>
                <a:gdLst/>
                <a:ahLst/>
                <a:cxnLst/>
                <a:rect l="l" t="t" r="r" b="b"/>
                <a:pathLst>
                  <a:path w="3633" h="992" extrusionOk="0">
                    <a:moveTo>
                      <a:pt x="1627" y="0"/>
                    </a:moveTo>
                    <a:cubicBezTo>
                      <a:pt x="1401" y="0"/>
                      <a:pt x="1180" y="13"/>
                      <a:pt x="943" y="47"/>
                    </a:cubicBezTo>
                    <a:cubicBezTo>
                      <a:pt x="646" y="91"/>
                      <a:pt x="341" y="143"/>
                      <a:pt x="0" y="300"/>
                    </a:cubicBezTo>
                    <a:cubicBezTo>
                      <a:pt x="262" y="553"/>
                      <a:pt x="568" y="702"/>
                      <a:pt x="865" y="824"/>
                    </a:cubicBezTo>
                    <a:cubicBezTo>
                      <a:pt x="1170" y="920"/>
                      <a:pt x="1485" y="981"/>
                      <a:pt x="1808" y="990"/>
                    </a:cubicBezTo>
                    <a:cubicBezTo>
                      <a:pt x="1837" y="991"/>
                      <a:pt x="1867" y="991"/>
                      <a:pt x="1897" y="991"/>
                    </a:cubicBezTo>
                    <a:cubicBezTo>
                      <a:pt x="2170" y="991"/>
                      <a:pt x="2467" y="955"/>
                      <a:pt x="2742" y="876"/>
                    </a:cubicBezTo>
                    <a:cubicBezTo>
                      <a:pt x="3056" y="789"/>
                      <a:pt x="3353" y="658"/>
                      <a:pt x="3633" y="422"/>
                    </a:cubicBezTo>
                    <a:cubicBezTo>
                      <a:pt x="3310" y="248"/>
                      <a:pt x="3004" y="169"/>
                      <a:pt x="2707" y="108"/>
                    </a:cubicBezTo>
                    <a:cubicBezTo>
                      <a:pt x="2401" y="38"/>
                      <a:pt x="2122" y="12"/>
                      <a:pt x="1825" y="3"/>
                    </a:cubicBezTo>
                    <a:cubicBezTo>
                      <a:pt x="1758" y="1"/>
                      <a:pt x="1693" y="0"/>
                      <a:pt x="1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0"/>
              <p:cNvSpPr/>
              <p:nvPr/>
            </p:nvSpPr>
            <p:spPr>
              <a:xfrm>
                <a:off x="5406193" y="3693745"/>
                <a:ext cx="32791" cy="61318"/>
              </a:xfrm>
              <a:custGeom>
                <a:avLst/>
                <a:gdLst/>
                <a:ahLst/>
                <a:cxnLst/>
                <a:rect l="l" t="t" r="r" b="b"/>
                <a:pathLst>
                  <a:path w="1546" h="2891" extrusionOk="0">
                    <a:moveTo>
                      <a:pt x="44" y="1"/>
                    </a:moveTo>
                    <a:lnTo>
                      <a:pt x="44" y="1"/>
                    </a:lnTo>
                    <a:cubicBezTo>
                      <a:pt x="0" y="332"/>
                      <a:pt x="44" y="620"/>
                      <a:pt x="105" y="891"/>
                    </a:cubicBezTo>
                    <a:cubicBezTo>
                      <a:pt x="158" y="1153"/>
                      <a:pt x="254" y="1398"/>
                      <a:pt x="367" y="1633"/>
                    </a:cubicBezTo>
                    <a:cubicBezTo>
                      <a:pt x="481" y="1860"/>
                      <a:pt x="612" y="2096"/>
                      <a:pt x="786" y="2297"/>
                    </a:cubicBezTo>
                    <a:cubicBezTo>
                      <a:pt x="961" y="2506"/>
                      <a:pt x="1162" y="2716"/>
                      <a:pt x="1441" y="2891"/>
                    </a:cubicBezTo>
                    <a:cubicBezTo>
                      <a:pt x="1546" y="2576"/>
                      <a:pt x="1528" y="2279"/>
                      <a:pt x="1502" y="1991"/>
                    </a:cubicBezTo>
                    <a:cubicBezTo>
                      <a:pt x="1459" y="1712"/>
                      <a:pt x="1371" y="1450"/>
                      <a:pt x="1249" y="1197"/>
                    </a:cubicBezTo>
                    <a:cubicBezTo>
                      <a:pt x="1127" y="944"/>
                      <a:pt x="978" y="717"/>
                      <a:pt x="777" y="507"/>
                    </a:cubicBezTo>
                    <a:cubicBezTo>
                      <a:pt x="585" y="315"/>
                      <a:pt x="367" y="114"/>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0"/>
              <p:cNvSpPr/>
              <p:nvPr/>
            </p:nvSpPr>
            <p:spPr>
              <a:xfrm>
                <a:off x="5487687" y="3724310"/>
                <a:ext cx="43162" cy="80025"/>
              </a:xfrm>
              <a:custGeom>
                <a:avLst/>
                <a:gdLst/>
                <a:ahLst/>
                <a:cxnLst/>
                <a:rect l="l" t="t" r="r" b="b"/>
                <a:pathLst>
                  <a:path w="2035" h="3773" extrusionOk="0">
                    <a:moveTo>
                      <a:pt x="0" y="0"/>
                    </a:moveTo>
                    <a:cubicBezTo>
                      <a:pt x="35" y="402"/>
                      <a:pt x="131" y="751"/>
                      <a:pt x="253" y="1092"/>
                    </a:cubicBezTo>
                    <a:cubicBezTo>
                      <a:pt x="376" y="1423"/>
                      <a:pt x="507" y="1747"/>
                      <a:pt x="673" y="2052"/>
                    </a:cubicBezTo>
                    <a:cubicBezTo>
                      <a:pt x="830" y="2358"/>
                      <a:pt x="1004" y="2663"/>
                      <a:pt x="1214" y="2943"/>
                    </a:cubicBezTo>
                    <a:cubicBezTo>
                      <a:pt x="1424" y="3231"/>
                      <a:pt x="1651" y="3510"/>
                      <a:pt x="1965" y="3772"/>
                    </a:cubicBezTo>
                    <a:cubicBezTo>
                      <a:pt x="2035" y="3371"/>
                      <a:pt x="1991" y="2986"/>
                      <a:pt x="1912" y="2628"/>
                    </a:cubicBezTo>
                    <a:cubicBezTo>
                      <a:pt x="1825" y="2270"/>
                      <a:pt x="1694" y="1930"/>
                      <a:pt x="1528" y="1598"/>
                    </a:cubicBezTo>
                    <a:cubicBezTo>
                      <a:pt x="1371" y="1275"/>
                      <a:pt x="1162" y="969"/>
                      <a:pt x="908" y="699"/>
                    </a:cubicBezTo>
                    <a:cubicBezTo>
                      <a:pt x="655" y="419"/>
                      <a:pt x="376" y="16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0"/>
              <p:cNvSpPr/>
              <p:nvPr/>
            </p:nvSpPr>
            <p:spPr>
              <a:xfrm>
                <a:off x="5638265" y="3759860"/>
                <a:ext cx="49080" cy="85964"/>
              </a:xfrm>
              <a:custGeom>
                <a:avLst/>
                <a:gdLst/>
                <a:ahLst/>
                <a:cxnLst/>
                <a:rect l="l" t="t" r="r" b="b"/>
                <a:pathLst>
                  <a:path w="2314" h="4053" extrusionOk="0">
                    <a:moveTo>
                      <a:pt x="0" y="1"/>
                    </a:moveTo>
                    <a:lnTo>
                      <a:pt x="0" y="1"/>
                    </a:lnTo>
                    <a:cubicBezTo>
                      <a:pt x="79" y="429"/>
                      <a:pt x="218" y="795"/>
                      <a:pt x="367" y="1145"/>
                    </a:cubicBezTo>
                    <a:cubicBezTo>
                      <a:pt x="515" y="1511"/>
                      <a:pt x="672" y="1843"/>
                      <a:pt x="856" y="2175"/>
                    </a:cubicBezTo>
                    <a:cubicBezTo>
                      <a:pt x="1039" y="2498"/>
                      <a:pt x="1240" y="2821"/>
                      <a:pt x="1458" y="3135"/>
                    </a:cubicBezTo>
                    <a:cubicBezTo>
                      <a:pt x="1694" y="3450"/>
                      <a:pt x="1930" y="3755"/>
                      <a:pt x="2261" y="4052"/>
                    </a:cubicBezTo>
                    <a:cubicBezTo>
                      <a:pt x="2314" y="3624"/>
                      <a:pt x="2261" y="3214"/>
                      <a:pt x="2157" y="2821"/>
                    </a:cubicBezTo>
                    <a:cubicBezTo>
                      <a:pt x="2061" y="2428"/>
                      <a:pt x="1912" y="2053"/>
                      <a:pt x="1711" y="1703"/>
                    </a:cubicBezTo>
                    <a:cubicBezTo>
                      <a:pt x="1511" y="1354"/>
                      <a:pt x="1284" y="1031"/>
                      <a:pt x="1004" y="734"/>
                    </a:cubicBezTo>
                    <a:cubicBezTo>
                      <a:pt x="716" y="446"/>
                      <a:pt x="402" y="18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20"/>
              <p:cNvSpPr/>
              <p:nvPr/>
            </p:nvSpPr>
            <p:spPr>
              <a:xfrm>
                <a:off x="5791792" y="3804318"/>
                <a:ext cx="30585" cy="90948"/>
              </a:xfrm>
              <a:custGeom>
                <a:avLst/>
                <a:gdLst/>
                <a:ahLst/>
                <a:cxnLst/>
                <a:rect l="l" t="t" r="r" b="b"/>
                <a:pathLst>
                  <a:path w="1442" h="4288" extrusionOk="0">
                    <a:moveTo>
                      <a:pt x="44" y="0"/>
                    </a:moveTo>
                    <a:lnTo>
                      <a:pt x="44" y="0"/>
                    </a:lnTo>
                    <a:cubicBezTo>
                      <a:pt x="0" y="419"/>
                      <a:pt x="27" y="795"/>
                      <a:pt x="70" y="1179"/>
                    </a:cubicBezTo>
                    <a:cubicBezTo>
                      <a:pt x="131" y="1537"/>
                      <a:pt x="201" y="1904"/>
                      <a:pt x="306" y="2253"/>
                    </a:cubicBezTo>
                    <a:cubicBezTo>
                      <a:pt x="402" y="2602"/>
                      <a:pt x="524" y="2952"/>
                      <a:pt x="673" y="3283"/>
                    </a:cubicBezTo>
                    <a:cubicBezTo>
                      <a:pt x="839" y="3624"/>
                      <a:pt x="1013" y="3964"/>
                      <a:pt x="1275" y="4288"/>
                    </a:cubicBezTo>
                    <a:cubicBezTo>
                      <a:pt x="1406" y="3886"/>
                      <a:pt x="1441" y="3493"/>
                      <a:pt x="1424" y="3109"/>
                    </a:cubicBezTo>
                    <a:cubicBezTo>
                      <a:pt x="1406" y="2716"/>
                      <a:pt x="1354" y="2349"/>
                      <a:pt x="1240" y="1974"/>
                    </a:cubicBezTo>
                    <a:cubicBezTo>
                      <a:pt x="1136" y="1607"/>
                      <a:pt x="987" y="1258"/>
                      <a:pt x="795" y="917"/>
                    </a:cubicBezTo>
                    <a:cubicBezTo>
                      <a:pt x="594" y="594"/>
                      <a:pt x="367" y="271"/>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0"/>
              <p:cNvSpPr/>
              <p:nvPr/>
            </p:nvSpPr>
            <p:spPr>
              <a:xfrm>
                <a:off x="5911614" y="3859700"/>
                <a:ext cx="25579" cy="83525"/>
              </a:xfrm>
              <a:custGeom>
                <a:avLst/>
                <a:gdLst/>
                <a:ahLst/>
                <a:cxnLst/>
                <a:rect l="l" t="t" r="r" b="b"/>
                <a:pathLst>
                  <a:path w="1206" h="3938" extrusionOk="0">
                    <a:moveTo>
                      <a:pt x="79" y="0"/>
                    </a:moveTo>
                    <a:cubicBezTo>
                      <a:pt x="1" y="384"/>
                      <a:pt x="10" y="716"/>
                      <a:pt x="10" y="1065"/>
                    </a:cubicBezTo>
                    <a:cubicBezTo>
                      <a:pt x="36" y="1406"/>
                      <a:pt x="79" y="1720"/>
                      <a:pt x="141" y="2035"/>
                    </a:cubicBezTo>
                    <a:cubicBezTo>
                      <a:pt x="202" y="2358"/>
                      <a:pt x="289" y="2663"/>
                      <a:pt x="394" y="2978"/>
                    </a:cubicBezTo>
                    <a:cubicBezTo>
                      <a:pt x="516" y="3292"/>
                      <a:pt x="638" y="3606"/>
                      <a:pt x="856" y="3938"/>
                    </a:cubicBezTo>
                    <a:cubicBezTo>
                      <a:pt x="1049" y="3597"/>
                      <a:pt x="1136" y="3239"/>
                      <a:pt x="1171" y="2890"/>
                    </a:cubicBezTo>
                    <a:cubicBezTo>
                      <a:pt x="1206" y="2541"/>
                      <a:pt x="1180" y="2183"/>
                      <a:pt x="1118" y="1842"/>
                    </a:cubicBezTo>
                    <a:cubicBezTo>
                      <a:pt x="1049" y="1493"/>
                      <a:pt x="926" y="1170"/>
                      <a:pt x="769" y="847"/>
                    </a:cubicBezTo>
                    <a:cubicBezTo>
                      <a:pt x="603" y="533"/>
                      <a:pt x="394" y="236"/>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0"/>
              <p:cNvSpPr/>
              <p:nvPr/>
            </p:nvSpPr>
            <p:spPr>
              <a:xfrm>
                <a:off x="6045520" y="3942848"/>
                <a:ext cx="20955" cy="97057"/>
              </a:xfrm>
              <a:custGeom>
                <a:avLst/>
                <a:gdLst/>
                <a:ahLst/>
                <a:cxnLst/>
                <a:rect l="l" t="t" r="r" b="b"/>
                <a:pathLst>
                  <a:path w="988" h="4576" extrusionOk="0">
                    <a:moveTo>
                      <a:pt x="289" y="1"/>
                    </a:moveTo>
                    <a:cubicBezTo>
                      <a:pt x="149" y="411"/>
                      <a:pt x="97" y="795"/>
                      <a:pt x="53" y="1162"/>
                    </a:cubicBezTo>
                    <a:cubicBezTo>
                      <a:pt x="9" y="1546"/>
                      <a:pt x="1" y="1913"/>
                      <a:pt x="1" y="2288"/>
                    </a:cubicBezTo>
                    <a:cubicBezTo>
                      <a:pt x="1" y="2655"/>
                      <a:pt x="27" y="3030"/>
                      <a:pt x="71" y="3415"/>
                    </a:cubicBezTo>
                    <a:cubicBezTo>
                      <a:pt x="132" y="3790"/>
                      <a:pt x="193" y="4174"/>
                      <a:pt x="350" y="4576"/>
                    </a:cubicBezTo>
                    <a:cubicBezTo>
                      <a:pt x="612" y="4218"/>
                      <a:pt x="752" y="3834"/>
                      <a:pt x="848" y="3458"/>
                    </a:cubicBezTo>
                    <a:cubicBezTo>
                      <a:pt x="944" y="3065"/>
                      <a:pt x="987" y="2672"/>
                      <a:pt x="979" y="2279"/>
                    </a:cubicBezTo>
                    <a:cubicBezTo>
                      <a:pt x="979" y="1869"/>
                      <a:pt x="926" y="1485"/>
                      <a:pt x="813" y="1101"/>
                    </a:cubicBezTo>
                    <a:cubicBezTo>
                      <a:pt x="708" y="717"/>
                      <a:pt x="551" y="350"/>
                      <a:pt x="2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hanks">
  <p:cSld name="CUSTOM_3_1">
    <p:spTree>
      <p:nvGrpSpPr>
        <p:cNvPr id="1" name="Shape 1767"/>
        <p:cNvGrpSpPr/>
        <p:nvPr/>
      </p:nvGrpSpPr>
      <p:grpSpPr>
        <a:xfrm>
          <a:off x="0" y="0"/>
          <a:ext cx="0" cy="0"/>
          <a:chOff x="0" y="0"/>
          <a:chExt cx="0" cy="0"/>
        </a:xfrm>
      </p:grpSpPr>
      <p:pic>
        <p:nvPicPr>
          <p:cNvPr id="1768" name="Google Shape;1768;p29"/>
          <p:cNvPicPr preferRelativeResize="0"/>
          <p:nvPr/>
        </p:nvPicPr>
        <p:blipFill rotWithShape="1">
          <a:blip r:embed="rId2">
            <a:alphaModFix/>
          </a:blip>
          <a:srcRect/>
          <a:stretch/>
        </p:blipFill>
        <p:spPr>
          <a:xfrm>
            <a:off x="0" y="0"/>
            <a:ext cx="9144000" cy="5143500"/>
          </a:xfrm>
          <a:prstGeom prst="rect">
            <a:avLst/>
          </a:prstGeom>
          <a:noFill/>
          <a:ln>
            <a:noFill/>
          </a:ln>
        </p:spPr>
      </p:pic>
      <p:grpSp>
        <p:nvGrpSpPr>
          <p:cNvPr id="1769" name="Google Shape;1769;p29"/>
          <p:cNvGrpSpPr/>
          <p:nvPr/>
        </p:nvGrpSpPr>
        <p:grpSpPr>
          <a:xfrm>
            <a:off x="-154942" y="-127827"/>
            <a:ext cx="10548761" cy="5384977"/>
            <a:chOff x="-154942" y="-127827"/>
            <a:chExt cx="10548761" cy="5384977"/>
          </a:xfrm>
        </p:grpSpPr>
        <p:sp>
          <p:nvSpPr>
            <p:cNvPr id="1770" name="Google Shape;1770;p29"/>
            <p:cNvSpPr/>
            <p:nvPr/>
          </p:nvSpPr>
          <p:spPr>
            <a:xfrm rot="10800000">
              <a:off x="-154942" y="-127827"/>
              <a:ext cx="1916260" cy="1964466"/>
            </a:xfrm>
            <a:custGeom>
              <a:avLst/>
              <a:gdLst/>
              <a:ahLst/>
              <a:cxnLst/>
              <a:rect l="l" t="t" r="r" b="b"/>
              <a:pathLst>
                <a:path w="135353" h="138758" extrusionOk="0">
                  <a:moveTo>
                    <a:pt x="69551" y="0"/>
                  </a:moveTo>
                  <a:cubicBezTo>
                    <a:pt x="63704" y="0"/>
                    <a:pt x="57794" y="2012"/>
                    <a:pt x="52733" y="5220"/>
                  </a:cubicBezTo>
                  <a:cubicBezTo>
                    <a:pt x="45475" y="9810"/>
                    <a:pt x="39783" y="16619"/>
                    <a:pt x="34696" y="23738"/>
                  </a:cubicBezTo>
                  <a:cubicBezTo>
                    <a:pt x="11478" y="56417"/>
                    <a:pt x="1" y="98060"/>
                    <a:pt x="2870" y="138757"/>
                  </a:cubicBezTo>
                  <a:lnTo>
                    <a:pt x="135353" y="138757"/>
                  </a:lnTo>
                  <a:lnTo>
                    <a:pt x="135353" y="39124"/>
                  </a:lnTo>
                  <a:cubicBezTo>
                    <a:pt x="132719" y="40848"/>
                    <a:pt x="129655" y="41615"/>
                    <a:pt x="126507" y="41615"/>
                  </a:cubicBezTo>
                  <a:cubicBezTo>
                    <a:pt x="121927" y="41615"/>
                    <a:pt x="117168" y="39990"/>
                    <a:pt x="113298" y="37324"/>
                  </a:cubicBezTo>
                  <a:cubicBezTo>
                    <a:pt x="106257" y="32454"/>
                    <a:pt x="101387" y="24901"/>
                    <a:pt x="96238" y="17844"/>
                  </a:cubicBezTo>
                  <a:cubicBezTo>
                    <a:pt x="91073" y="10803"/>
                    <a:pt x="85055" y="3839"/>
                    <a:pt x="77006" y="1187"/>
                  </a:cubicBezTo>
                  <a:cubicBezTo>
                    <a:pt x="74581" y="374"/>
                    <a:pt x="72072" y="0"/>
                    <a:pt x="695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29"/>
            <p:cNvSpPr/>
            <p:nvPr/>
          </p:nvSpPr>
          <p:spPr>
            <a:xfrm rot="-5400000" flipH="1">
              <a:off x="6762810" y="1341196"/>
              <a:ext cx="4303454" cy="1621040"/>
            </a:xfrm>
            <a:custGeom>
              <a:avLst/>
              <a:gdLst/>
              <a:ahLst/>
              <a:cxnLst/>
              <a:rect l="l" t="t" r="r" b="b"/>
              <a:pathLst>
                <a:path w="177462" h="66847" extrusionOk="0">
                  <a:moveTo>
                    <a:pt x="1" y="0"/>
                  </a:moveTo>
                  <a:cubicBezTo>
                    <a:pt x="11" y="1"/>
                    <a:pt x="21" y="2"/>
                    <a:pt x="32" y="4"/>
                  </a:cubicBezTo>
                  <a:lnTo>
                    <a:pt x="32" y="4"/>
                  </a:lnTo>
                  <a:lnTo>
                    <a:pt x="32" y="0"/>
                  </a:lnTo>
                  <a:close/>
                  <a:moveTo>
                    <a:pt x="32" y="4"/>
                  </a:moveTo>
                  <a:lnTo>
                    <a:pt x="32" y="66846"/>
                  </a:lnTo>
                  <a:lnTo>
                    <a:pt x="117889" y="66846"/>
                  </a:lnTo>
                  <a:cubicBezTo>
                    <a:pt x="138765" y="66846"/>
                    <a:pt x="161114" y="63248"/>
                    <a:pt x="177461" y="50220"/>
                  </a:cubicBezTo>
                  <a:lnTo>
                    <a:pt x="177461" y="50220"/>
                  </a:lnTo>
                  <a:cubicBezTo>
                    <a:pt x="165394" y="55022"/>
                    <a:pt x="152469" y="56792"/>
                    <a:pt x="139457" y="56792"/>
                  </a:cubicBezTo>
                  <a:cubicBezTo>
                    <a:pt x="131329" y="56792"/>
                    <a:pt x="123167" y="56101"/>
                    <a:pt x="115159" y="55028"/>
                  </a:cubicBezTo>
                  <a:cubicBezTo>
                    <a:pt x="88374" y="51430"/>
                    <a:pt x="61418" y="43365"/>
                    <a:pt x="40605" y="26180"/>
                  </a:cubicBezTo>
                  <a:cubicBezTo>
                    <a:pt x="34370" y="21031"/>
                    <a:pt x="28786" y="15137"/>
                    <a:pt x="22427" y="10128"/>
                  </a:cubicBezTo>
                  <a:cubicBezTo>
                    <a:pt x="16092" y="5109"/>
                    <a:pt x="8040" y="926"/>
                    <a:pt x="32" y="4"/>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29"/>
            <p:cNvSpPr/>
            <p:nvPr/>
          </p:nvSpPr>
          <p:spPr>
            <a:xfrm rot="5400000" flipH="1">
              <a:off x="6505929" y="1369261"/>
              <a:ext cx="4437276" cy="3338502"/>
            </a:xfrm>
            <a:custGeom>
              <a:avLst/>
              <a:gdLst/>
              <a:ahLst/>
              <a:cxnLst/>
              <a:rect l="l" t="t" r="r" b="b"/>
              <a:pathLst>
                <a:path w="201237" h="151406" extrusionOk="0">
                  <a:moveTo>
                    <a:pt x="0" y="1"/>
                  </a:moveTo>
                  <a:lnTo>
                    <a:pt x="0" y="151405"/>
                  </a:lnTo>
                  <a:cubicBezTo>
                    <a:pt x="6064" y="134314"/>
                    <a:pt x="13447" y="116927"/>
                    <a:pt x="27948" y="106334"/>
                  </a:cubicBezTo>
                  <a:cubicBezTo>
                    <a:pt x="31934" y="103450"/>
                    <a:pt x="36401" y="101108"/>
                    <a:pt x="41224" y="100100"/>
                  </a:cubicBezTo>
                  <a:cubicBezTo>
                    <a:pt x="44033" y="99514"/>
                    <a:pt x="46893" y="99389"/>
                    <a:pt x="49768" y="99389"/>
                  </a:cubicBezTo>
                  <a:cubicBezTo>
                    <a:pt x="51903" y="99389"/>
                    <a:pt x="54046" y="99458"/>
                    <a:pt x="56181" y="99458"/>
                  </a:cubicBezTo>
                  <a:cubicBezTo>
                    <a:pt x="58553" y="99458"/>
                    <a:pt x="60916" y="99373"/>
                    <a:pt x="63248" y="99014"/>
                  </a:cubicBezTo>
                  <a:cubicBezTo>
                    <a:pt x="77052" y="96796"/>
                    <a:pt x="87598" y="85319"/>
                    <a:pt x="94407" y="73128"/>
                  </a:cubicBezTo>
                  <a:cubicBezTo>
                    <a:pt x="101247" y="60938"/>
                    <a:pt x="105589" y="47320"/>
                    <a:pt x="113515" y="35828"/>
                  </a:cubicBezTo>
                  <a:cubicBezTo>
                    <a:pt x="126619" y="16753"/>
                    <a:pt x="149552" y="4917"/>
                    <a:pt x="172677" y="4917"/>
                  </a:cubicBezTo>
                  <a:cubicBezTo>
                    <a:pt x="174541" y="4917"/>
                    <a:pt x="176406" y="4994"/>
                    <a:pt x="178267" y="5150"/>
                  </a:cubicBezTo>
                  <a:cubicBezTo>
                    <a:pt x="183509" y="5600"/>
                    <a:pt x="188891" y="6732"/>
                    <a:pt x="193156" y="9834"/>
                  </a:cubicBezTo>
                  <a:cubicBezTo>
                    <a:pt x="196863" y="12517"/>
                    <a:pt x="199314" y="16425"/>
                    <a:pt x="201237" y="20706"/>
                  </a:cubicBezTo>
                  <a:lnTo>
                    <a:pt x="2012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3" name="Google Shape;1773;p29"/>
          <p:cNvGrpSpPr/>
          <p:nvPr/>
        </p:nvGrpSpPr>
        <p:grpSpPr>
          <a:xfrm>
            <a:off x="8016294" y="3057129"/>
            <a:ext cx="828973" cy="1571891"/>
            <a:chOff x="8765844" y="4532342"/>
            <a:chExt cx="828973" cy="1571891"/>
          </a:xfrm>
        </p:grpSpPr>
        <p:sp>
          <p:nvSpPr>
            <p:cNvPr id="1774" name="Google Shape;1774;p29"/>
            <p:cNvSpPr/>
            <p:nvPr/>
          </p:nvSpPr>
          <p:spPr>
            <a:xfrm>
              <a:off x="8765844" y="6042337"/>
              <a:ext cx="70929" cy="61897"/>
            </a:xfrm>
            <a:custGeom>
              <a:avLst/>
              <a:gdLst/>
              <a:ahLst/>
              <a:cxnLst/>
              <a:rect l="l" t="t" r="r" b="b"/>
              <a:pathLst>
                <a:path w="5010" h="4372" extrusionOk="0">
                  <a:moveTo>
                    <a:pt x="2507" y="1"/>
                  </a:moveTo>
                  <a:cubicBezTo>
                    <a:pt x="1751" y="1"/>
                    <a:pt x="1012" y="398"/>
                    <a:pt x="605" y="1098"/>
                  </a:cubicBezTo>
                  <a:cubicBezTo>
                    <a:pt x="0" y="2153"/>
                    <a:pt x="372" y="3471"/>
                    <a:pt x="1412" y="4091"/>
                  </a:cubicBezTo>
                  <a:cubicBezTo>
                    <a:pt x="1752" y="4281"/>
                    <a:pt x="2121" y="4371"/>
                    <a:pt x="2485" y="4371"/>
                  </a:cubicBezTo>
                  <a:cubicBezTo>
                    <a:pt x="3250" y="4371"/>
                    <a:pt x="3995" y="3973"/>
                    <a:pt x="4405" y="3269"/>
                  </a:cubicBezTo>
                  <a:cubicBezTo>
                    <a:pt x="5010" y="2230"/>
                    <a:pt x="4638" y="881"/>
                    <a:pt x="3583" y="291"/>
                  </a:cubicBezTo>
                  <a:cubicBezTo>
                    <a:pt x="3244" y="94"/>
                    <a:pt x="2873" y="1"/>
                    <a:pt x="25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29"/>
            <p:cNvSpPr/>
            <p:nvPr/>
          </p:nvSpPr>
          <p:spPr>
            <a:xfrm>
              <a:off x="8945914" y="5744141"/>
              <a:ext cx="141193" cy="123567"/>
            </a:xfrm>
            <a:custGeom>
              <a:avLst/>
              <a:gdLst/>
              <a:ahLst/>
              <a:cxnLst/>
              <a:rect l="l" t="t" r="r" b="b"/>
              <a:pathLst>
                <a:path w="9973" h="8728" extrusionOk="0">
                  <a:moveTo>
                    <a:pt x="4981" y="0"/>
                  </a:moveTo>
                  <a:cubicBezTo>
                    <a:pt x="3474" y="0"/>
                    <a:pt x="2012" y="791"/>
                    <a:pt x="1210" y="2198"/>
                  </a:cubicBezTo>
                  <a:cubicBezTo>
                    <a:pt x="0" y="4292"/>
                    <a:pt x="713" y="6944"/>
                    <a:pt x="2807" y="8138"/>
                  </a:cubicBezTo>
                  <a:cubicBezTo>
                    <a:pt x="3498" y="8537"/>
                    <a:pt x="4251" y="8727"/>
                    <a:pt x="4993" y="8727"/>
                  </a:cubicBezTo>
                  <a:cubicBezTo>
                    <a:pt x="6501" y="8727"/>
                    <a:pt x="7963" y="7944"/>
                    <a:pt x="8763" y="6541"/>
                  </a:cubicBezTo>
                  <a:cubicBezTo>
                    <a:pt x="9973" y="4447"/>
                    <a:pt x="9244" y="1779"/>
                    <a:pt x="7150" y="585"/>
                  </a:cubicBezTo>
                  <a:cubicBezTo>
                    <a:pt x="6463" y="188"/>
                    <a:pt x="5717" y="0"/>
                    <a:pt x="49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29"/>
            <p:cNvSpPr/>
            <p:nvPr/>
          </p:nvSpPr>
          <p:spPr>
            <a:xfrm>
              <a:off x="9282112" y="5761613"/>
              <a:ext cx="161183" cy="141264"/>
            </a:xfrm>
            <a:custGeom>
              <a:avLst/>
              <a:gdLst/>
              <a:ahLst/>
              <a:cxnLst/>
              <a:rect l="l" t="t" r="r" b="b"/>
              <a:pathLst>
                <a:path w="11385" h="9978" extrusionOk="0">
                  <a:moveTo>
                    <a:pt x="5680" y="0"/>
                  </a:moveTo>
                  <a:cubicBezTo>
                    <a:pt x="3960" y="0"/>
                    <a:pt x="2290" y="904"/>
                    <a:pt x="1365" y="2484"/>
                  </a:cubicBezTo>
                  <a:cubicBezTo>
                    <a:pt x="0" y="4919"/>
                    <a:pt x="807" y="7912"/>
                    <a:pt x="3164" y="9293"/>
                  </a:cubicBezTo>
                  <a:cubicBezTo>
                    <a:pt x="3952" y="9758"/>
                    <a:pt x="4811" y="9978"/>
                    <a:pt x="5658" y="9978"/>
                  </a:cubicBezTo>
                  <a:cubicBezTo>
                    <a:pt x="7378" y="9978"/>
                    <a:pt x="9048" y="9073"/>
                    <a:pt x="9973" y="7494"/>
                  </a:cubicBezTo>
                  <a:cubicBezTo>
                    <a:pt x="11384" y="5105"/>
                    <a:pt x="10531" y="2065"/>
                    <a:pt x="8174" y="685"/>
                  </a:cubicBezTo>
                  <a:cubicBezTo>
                    <a:pt x="7386" y="219"/>
                    <a:pt x="6527" y="0"/>
                    <a:pt x="56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29"/>
            <p:cNvSpPr/>
            <p:nvPr/>
          </p:nvSpPr>
          <p:spPr>
            <a:xfrm>
              <a:off x="9140256" y="5539123"/>
              <a:ext cx="80811" cy="70816"/>
            </a:xfrm>
            <a:custGeom>
              <a:avLst/>
              <a:gdLst/>
              <a:ahLst/>
              <a:cxnLst/>
              <a:rect l="l" t="t" r="r" b="b"/>
              <a:pathLst>
                <a:path w="5708" h="5002" extrusionOk="0">
                  <a:moveTo>
                    <a:pt x="2844" y="0"/>
                  </a:moveTo>
                  <a:cubicBezTo>
                    <a:pt x="1977" y="0"/>
                    <a:pt x="1141" y="449"/>
                    <a:pt x="682" y="1262"/>
                  </a:cubicBezTo>
                  <a:cubicBezTo>
                    <a:pt x="0" y="2456"/>
                    <a:pt x="403" y="3991"/>
                    <a:pt x="1613" y="4674"/>
                  </a:cubicBezTo>
                  <a:cubicBezTo>
                    <a:pt x="2002" y="4896"/>
                    <a:pt x="2427" y="5001"/>
                    <a:pt x="2847" y="5001"/>
                  </a:cubicBezTo>
                  <a:cubicBezTo>
                    <a:pt x="3717" y="5001"/>
                    <a:pt x="4565" y="4549"/>
                    <a:pt x="5025" y="3743"/>
                  </a:cubicBezTo>
                  <a:cubicBezTo>
                    <a:pt x="5708" y="2533"/>
                    <a:pt x="5289" y="1013"/>
                    <a:pt x="4095" y="331"/>
                  </a:cubicBezTo>
                  <a:cubicBezTo>
                    <a:pt x="3698" y="107"/>
                    <a:pt x="3267" y="0"/>
                    <a:pt x="28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29"/>
            <p:cNvSpPr/>
            <p:nvPr/>
          </p:nvSpPr>
          <p:spPr>
            <a:xfrm>
              <a:off x="8996192" y="5987104"/>
              <a:ext cx="70717" cy="61939"/>
            </a:xfrm>
            <a:custGeom>
              <a:avLst/>
              <a:gdLst/>
              <a:ahLst/>
              <a:cxnLst/>
              <a:rect l="l" t="t" r="r" b="b"/>
              <a:pathLst>
                <a:path w="4995" h="4375" extrusionOk="0">
                  <a:moveTo>
                    <a:pt x="2507" y="1"/>
                  </a:moveTo>
                  <a:cubicBezTo>
                    <a:pt x="1747" y="1"/>
                    <a:pt x="1003" y="395"/>
                    <a:pt x="606" y="1106"/>
                  </a:cubicBezTo>
                  <a:cubicBezTo>
                    <a:pt x="1" y="2145"/>
                    <a:pt x="342" y="3463"/>
                    <a:pt x="1412" y="4084"/>
                  </a:cubicBezTo>
                  <a:cubicBezTo>
                    <a:pt x="1756" y="4281"/>
                    <a:pt x="2130" y="4375"/>
                    <a:pt x="2499" y="4375"/>
                  </a:cubicBezTo>
                  <a:cubicBezTo>
                    <a:pt x="3260" y="4375"/>
                    <a:pt x="3998" y="3977"/>
                    <a:pt x="4405" y="3277"/>
                  </a:cubicBezTo>
                  <a:cubicBezTo>
                    <a:pt x="4995" y="2223"/>
                    <a:pt x="4638" y="889"/>
                    <a:pt x="3583" y="284"/>
                  </a:cubicBezTo>
                  <a:cubicBezTo>
                    <a:pt x="3245" y="92"/>
                    <a:pt x="2874" y="1"/>
                    <a:pt x="25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29"/>
            <p:cNvSpPr/>
            <p:nvPr/>
          </p:nvSpPr>
          <p:spPr>
            <a:xfrm>
              <a:off x="9397180" y="5317341"/>
              <a:ext cx="70929" cy="61939"/>
            </a:xfrm>
            <a:custGeom>
              <a:avLst/>
              <a:gdLst/>
              <a:ahLst/>
              <a:cxnLst/>
              <a:rect l="l" t="t" r="r" b="b"/>
              <a:pathLst>
                <a:path w="5010" h="4375" extrusionOk="0">
                  <a:moveTo>
                    <a:pt x="2510" y="0"/>
                  </a:moveTo>
                  <a:cubicBezTo>
                    <a:pt x="1753" y="0"/>
                    <a:pt x="1013" y="394"/>
                    <a:pt x="605" y="1106"/>
                  </a:cubicBezTo>
                  <a:cubicBezTo>
                    <a:pt x="0" y="2145"/>
                    <a:pt x="372" y="3494"/>
                    <a:pt x="1412" y="4084"/>
                  </a:cubicBezTo>
                  <a:cubicBezTo>
                    <a:pt x="1756" y="4281"/>
                    <a:pt x="2130" y="4374"/>
                    <a:pt x="2499" y="4374"/>
                  </a:cubicBezTo>
                  <a:cubicBezTo>
                    <a:pt x="3259" y="4374"/>
                    <a:pt x="3998" y="3977"/>
                    <a:pt x="4405" y="3277"/>
                  </a:cubicBezTo>
                  <a:cubicBezTo>
                    <a:pt x="5010" y="2222"/>
                    <a:pt x="4638" y="889"/>
                    <a:pt x="3583" y="284"/>
                  </a:cubicBezTo>
                  <a:cubicBezTo>
                    <a:pt x="3245" y="92"/>
                    <a:pt x="2876" y="0"/>
                    <a:pt x="25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29"/>
            <p:cNvSpPr/>
            <p:nvPr/>
          </p:nvSpPr>
          <p:spPr>
            <a:xfrm>
              <a:off x="9326684" y="5560248"/>
              <a:ext cx="80599" cy="70816"/>
            </a:xfrm>
            <a:custGeom>
              <a:avLst/>
              <a:gdLst/>
              <a:ahLst/>
              <a:cxnLst/>
              <a:rect l="l" t="t" r="r" b="b"/>
              <a:pathLst>
                <a:path w="5693" h="5002" extrusionOk="0">
                  <a:moveTo>
                    <a:pt x="2851" y="0"/>
                  </a:moveTo>
                  <a:cubicBezTo>
                    <a:pt x="1978" y="0"/>
                    <a:pt x="1133" y="453"/>
                    <a:pt x="683" y="1258"/>
                  </a:cubicBezTo>
                  <a:cubicBezTo>
                    <a:pt x="1" y="2422"/>
                    <a:pt x="388" y="3957"/>
                    <a:pt x="1614" y="4671"/>
                  </a:cubicBezTo>
                  <a:cubicBezTo>
                    <a:pt x="2006" y="4895"/>
                    <a:pt x="2434" y="5002"/>
                    <a:pt x="2857" y="5002"/>
                  </a:cubicBezTo>
                  <a:cubicBezTo>
                    <a:pt x="3724" y="5002"/>
                    <a:pt x="4567" y="4553"/>
                    <a:pt x="5026" y="3740"/>
                  </a:cubicBezTo>
                  <a:cubicBezTo>
                    <a:pt x="5693" y="2546"/>
                    <a:pt x="5289" y="1010"/>
                    <a:pt x="4095" y="328"/>
                  </a:cubicBezTo>
                  <a:cubicBezTo>
                    <a:pt x="3701" y="106"/>
                    <a:pt x="3273" y="0"/>
                    <a:pt x="28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29"/>
            <p:cNvSpPr/>
            <p:nvPr/>
          </p:nvSpPr>
          <p:spPr>
            <a:xfrm>
              <a:off x="9380260" y="5029765"/>
              <a:ext cx="90268" cy="79098"/>
            </a:xfrm>
            <a:custGeom>
              <a:avLst/>
              <a:gdLst/>
              <a:ahLst/>
              <a:cxnLst/>
              <a:rect l="l" t="t" r="r" b="b"/>
              <a:pathLst>
                <a:path w="6376" h="5587" extrusionOk="0">
                  <a:moveTo>
                    <a:pt x="3214" y="1"/>
                  </a:moveTo>
                  <a:cubicBezTo>
                    <a:pt x="2231" y="1"/>
                    <a:pt x="1260" y="506"/>
                    <a:pt x="745" y="1409"/>
                  </a:cubicBezTo>
                  <a:cubicBezTo>
                    <a:pt x="1" y="2774"/>
                    <a:pt x="435" y="4465"/>
                    <a:pt x="1800" y="5225"/>
                  </a:cubicBezTo>
                  <a:cubicBezTo>
                    <a:pt x="2226" y="5470"/>
                    <a:pt x="2696" y="5586"/>
                    <a:pt x="3163" y="5586"/>
                  </a:cubicBezTo>
                  <a:cubicBezTo>
                    <a:pt x="4139" y="5586"/>
                    <a:pt x="5101" y="5078"/>
                    <a:pt x="5615" y="4186"/>
                  </a:cubicBezTo>
                  <a:cubicBezTo>
                    <a:pt x="6375" y="2867"/>
                    <a:pt x="5910" y="1115"/>
                    <a:pt x="4576" y="355"/>
                  </a:cubicBezTo>
                  <a:cubicBezTo>
                    <a:pt x="4151" y="115"/>
                    <a:pt x="3681" y="1"/>
                    <a:pt x="3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29"/>
            <p:cNvSpPr/>
            <p:nvPr/>
          </p:nvSpPr>
          <p:spPr>
            <a:xfrm>
              <a:off x="9507193" y="4679479"/>
              <a:ext cx="14950" cy="14724"/>
            </a:xfrm>
            <a:custGeom>
              <a:avLst/>
              <a:gdLst/>
              <a:ahLst/>
              <a:cxnLst/>
              <a:rect l="l" t="t" r="r" b="b"/>
              <a:pathLst>
                <a:path w="1056" h="1040" extrusionOk="0">
                  <a:moveTo>
                    <a:pt x="528" y="0"/>
                  </a:moveTo>
                  <a:cubicBezTo>
                    <a:pt x="233" y="0"/>
                    <a:pt x="1" y="233"/>
                    <a:pt x="1" y="512"/>
                  </a:cubicBezTo>
                  <a:cubicBezTo>
                    <a:pt x="1" y="807"/>
                    <a:pt x="233" y="1039"/>
                    <a:pt x="528" y="1039"/>
                  </a:cubicBezTo>
                  <a:cubicBezTo>
                    <a:pt x="823" y="1039"/>
                    <a:pt x="1055" y="807"/>
                    <a:pt x="1055" y="512"/>
                  </a:cubicBezTo>
                  <a:cubicBezTo>
                    <a:pt x="1009" y="248"/>
                    <a:pt x="807" y="0"/>
                    <a:pt x="5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29"/>
            <p:cNvSpPr/>
            <p:nvPr/>
          </p:nvSpPr>
          <p:spPr>
            <a:xfrm>
              <a:off x="9349522" y="4532342"/>
              <a:ext cx="36470" cy="36243"/>
            </a:xfrm>
            <a:custGeom>
              <a:avLst/>
              <a:gdLst/>
              <a:ahLst/>
              <a:cxnLst/>
              <a:rect l="l" t="t" r="r" b="b"/>
              <a:pathLst>
                <a:path w="2576" h="2560" extrusionOk="0">
                  <a:moveTo>
                    <a:pt x="1272" y="1"/>
                  </a:moveTo>
                  <a:cubicBezTo>
                    <a:pt x="559" y="1"/>
                    <a:pt x="1" y="559"/>
                    <a:pt x="1" y="1273"/>
                  </a:cubicBezTo>
                  <a:cubicBezTo>
                    <a:pt x="1" y="1986"/>
                    <a:pt x="559" y="2560"/>
                    <a:pt x="1272" y="2560"/>
                  </a:cubicBezTo>
                  <a:cubicBezTo>
                    <a:pt x="1986" y="2560"/>
                    <a:pt x="2560" y="1986"/>
                    <a:pt x="2560" y="1273"/>
                  </a:cubicBezTo>
                  <a:cubicBezTo>
                    <a:pt x="2575" y="621"/>
                    <a:pt x="1986" y="1"/>
                    <a:pt x="12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29"/>
            <p:cNvSpPr/>
            <p:nvPr/>
          </p:nvSpPr>
          <p:spPr>
            <a:xfrm>
              <a:off x="9481721" y="5006020"/>
              <a:ext cx="21534" cy="21307"/>
            </a:xfrm>
            <a:custGeom>
              <a:avLst/>
              <a:gdLst/>
              <a:ahLst/>
              <a:cxnLst/>
              <a:rect l="l" t="t" r="r" b="b"/>
              <a:pathLst>
                <a:path w="1521" h="1505" extrusionOk="0">
                  <a:moveTo>
                    <a:pt x="760" y="0"/>
                  </a:moveTo>
                  <a:cubicBezTo>
                    <a:pt x="311" y="0"/>
                    <a:pt x="0" y="372"/>
                    <a:pt x="0" y="760"/>
                  </a:cubicBezTo>
                  <a:cubicBezTo>
                    <a:pt x="0" y="1194"/>
                    <a:pt x="373" y="1504"/>
                    <a:pt x="760" y="1504"/>
                  </a:cubicBezTo>
                  <a:cubicBezTo>
                    <a:pt x="1195" y="1504"/>
                    <a:pt x="1520" y="1148"/>
                    <a:pt x="1520" y="760"/>
                  </a:cubicBezTo>
                  <a:cubicBezTo>
                    <a:pt x="1520" y="372"/>
                    <a:pt x="1210" y="0"/>
                    <a:pt x="7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29"/>
            <p:cNvSpPr/>
            <p:nvPr/>
          </p:nvSpPr>
          <p:spPr>
            <a:xfrm>
              <a:off x="9558575" y="4888532"/>
              <a:ext cx="36243" cy="36243"/>
            </a:xfrm>
            <a:custGeom>
              <a:avLst/>
              <a:gdLst/>
              <a:ahLst/>
              <a:cxnLst/>
              <a:rect l="l" t="t" r="r" b="b"/>
              <a:pathLst>
                <a:path w="2560" h="2560" extrusionOk="0">
                  <a:moveTo>
                    <a:pt x="1288" y="0"/>
                  </a:moveTo>
                  <a:cubicBezTo>
                    <a:pt x="559" y="0"/>
                    <a:pt x="1" y="559"/>
                    <a:pt x="1" y="1288"/>
                  </a:cubicBezTo>
                  <a:cubicBezTo>
                    <a:pt x="1" y="2001"/>
                    <a:pt x="559" y="2559"/>
                    <a:pt x="1288" y="2559"/>
                  </a:cubicBezTo>
                  <a:cubicBezTo>
                    <a:pt x="2001" y="2559"/>
                    <a:pt x="2560" y="2001"/>
                    <a:pt x="2560" y="1288"/>
                  </a:cubicBezTo>
                  <a:cubicBezTo>
                    <a:pt x="2560" y="559"/>
                    <a:pt x="2001" y="0"/>
                    <a:pt x="128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29"/>
            <p:cNvSpPr/>
            <p:nvPr/>
          </p:nvSpPr>
          <p:spPr>
            <a:xfrm>
              <a:off x="9433185" y="5542040"/>
              <a:ext cx="44370" cy="44596"/>
            </a:xfrm>
            <a:custGeom>
              <a:avLst/>
              <a:gdLst/>
              <a:ahLst/>
              <a:cxnLst/>
              <a:rect l="l" t="t" r="r" b="b"/>
              <a:pathLst>
                <a:path w="3134" h="3150" extrusionOk="0">
                  <a:moveTo>
                    <a:pt x="1567" y="1"/>
                  </a:moveTo>
                  <a:cubicBezTo>
                    <a:pt x="714" y="1"/>
                    <a:pt x="1" y="683"/>
                    <a:pt x="1" y="1583"/>
                  </a:cubicBezTo>
                  <a:cubicBezTo>
                    <a:pt x="1" y="2436"/>
                    <a:pt x="683" y="3149"/>
                    <a:pt x="1567" y="3149"/>
                  </a:cubicBezTo>
                  <a:cubicBezTo>
                    <a:pt x="2420" y="3149"/>
                    <a:pt x="3134" y="2467"/>
                    <a:pt x="3134" y="1583"/>
                  </a:cubicBezTo>
                  <a:cubicBezTo>
                    <a:pt x="3134" y="683"/>
                    <a:pt x="2436" y="1"/>
                    <a:pt x="15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29"/>
            <p:cNvSpPr/>
            <p:nvPr/>
          </p:nvSpPr>
          <p:spPr>
            <a:xfrm>
              <a:off x="9433624" y="5883519"/>
              <a:ext cx="14950" cy="14936"/>
            </a:xfrm>
            <a:custGeom>
              <a:avLst/>
              <a:gdLst/>
              <a:ahLst/>
              <a:cxnLst/>
              <a:rect l="l" t="t" r="r" b="b"/>
              <a:pathLst>
                <a:path w="1056" h="1055" extrusionOk="0">
                  <a:moveTo>
                    <a:pt x="528" y="0"/>
                  </a:moveTo>
                  <a:cubicBezTo>
                    <a:pt x="233" y="0"/>
                    <a:pt x="1" y="233"/>
                    <a:pt x="1" y="528"/>
                  </a:cubicBezTo>
                  <a:cubicBezTo>
                    <a:pt x="1" y="822"/>
                    <a:pt x="233" y="1055"/>
                    <a:pt x="528" y="1055"/>
                  </a:cubicBezTo>
                  <a:cubicBezTo>
                    <a:pt x="823" y="1055"/>
                    <a:pt x="1055" y="822"/>
                    <a:pt x="1055" y="528"/>
                  </a:cubicBezTo>
                  <a:cubicBezTo>
                    <a:pt x="1055" y="233"/>
                    <a:pt x="807" y="0"/>
                    <a:pt x="5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88" name="Google Shape;1788;p29"/>
          <p:cNvSpPr txBox="1">
            <a:spLocks noGrp="1"/>
          </p:cNvSpPr>
          <p:nvPr>
            <p:ph type="title"/>
          </p:nvPr>
        </p:nvSpPr>
        <p:spPr>
          <a:xfrm>
            <a:off x="2347950" y="539502"/>
            <a:ext cx="4448100" cy="122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6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89" name="Google Shape;1789;p29"/>
          <p:cNvSpPr txBox="1">
            <a:spLocks noGrp="1"/>
          </p:cNvSpPr>
          <p:nvPr>
            <p:ph type="subTitle" idx="1"/>
          </p:nvPr>
        </p:nvSpPr>
        <p:spPr>
          <a:xfrm>
            <a:off x="2347900" y="1841450"/>
            <a:ext cx="4448100" cy="105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790" name="Google Shape;1790;p29"/>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Barlow Semi Condensed"/>
                <a:ea typeface="Barlow Semi Condensed"/>
                <a:cs typeface="Barlow Semi Condensed"/>
                <a:sym typeface="Barlow Semi Condensed"/>
              </a:rPr>
              <a:t>CREDITS:</a:t>
            </a:r>
            <a:r>
              <a:rPr lang="en" sz="1200">
                <a:solidFill>
                  <a:schemeClr val="dk1"/>
                </a:solidFill>
                <a:latin typeface="Barlow Semi Condensed"/>
                <a:ea typeface="Barlow Semi Condensed"/>
                <a:cs typeface="Barlow Semi Condensed"/>
                <a:sym typeface="Barlow Semi Condensed"/>
              </a:rPr>
              <a:t> This presentation template was created by </a:t>
            </a:r>
            <a:r>
              <a:rPr lang="en" sz="1200" b="1" u="sng">
                <a:solidFill>
                  <a:schemeClr val="hlink"/>
                </a:solidFill>
                <a:latin typeface="Barlow Semi Condensed"/>
                <a:ea typeface="Barlow Semi Condensed"/>
                <a:cs typeface="Barlow Semi Condensed"/>
                <a:sym typeface="Barlow Semi Condensed"/>
                <a:hlinkClick r:id="rId3"/>
              </a:rPr>
              <a:t>Slidesgo</a:t>
            </a:r>
            <a:r>
              <a:rPr lang="en" sz="1200">
                <a:solidFill>
                  <a:schemeClr val="dk1"/>
                </a:solidFill>
                <a:latin typeface="Barlow Semi Condensed"/>
                <a:ea typeface="Barlow Semi Condensed"/>
                <a:cs typeface="Barlow Semi Condensed"/>
                <a:sym typeface="Barlow Semi Condensed"/>
              </a:rPr>
              <a:t>, and includes icons by </a:t>
            </a:r>
            <a:r>
              <a:rPr lang="en" sz="1200" b="1" u="sng">
                <a:solidFill>
                  <a:schemeClr val="dk1"/>
                </a:solidFill>
                <a:latin typeface="Barlow Semi Condensed"/>
                <a:ea typeface="Barlow Semi Condensed"/>
                <a:cs typeface="Barlow Semi Condensed"/>
                <a:sym typeface="Barlow Semi Condensed"/>
                <a:hlinkClick r:id="rId4">
                  <a:extLst>
                    <a:ext uri="{A12FA001-AC4F-418D-AE19-62706E023703}">
                      <ahyp:hlinkClr xmlns:ahyp="http://schemas.microsoft.com/office/drawing/2018/hyperlinkcolor" val="tx"/>
                    </a:ext>
                  </a:extLst>
                </a:hlinkClick>
              </a:rPr>
              <a:t>Flaticon</a:t>
            </a:r>
            <a:r>
              <a:rPr lang="en" sz="1200">
                <a:solidFill>
                  <a:schemeClr val="dk1"/>
                </a:solidFill>
                <a:latin typeface="Barlow Semi Condensed"/>
                <a:ea typeface="Barlow Semi Condensed"/>
                <a:cs typeface="Barlow Semi Condensed"/>
                <a:sym typeface="Barlow Semi Condensed"/>
              </a:rPr>
              <a:t>, and infographics &amp; images by </a:t>
            </a:r>
            <a:r>
              <a:rPr lang="en" sz="1200" b="1" u="sng">
                <a:solidFill>
                  <a:schemeClr val="dk1"/>
                </a:solidFill>
                <a:latin typeface="Barlow Semi Condensed"/>
                <a:ea typeface="Barlow Semi Condensed"/>
                <a:cs typeface="Barlow Semi Condensed"/>
                <a:sym typeface="Barlow Semi Condensed"/>
                <a:hlinkClick r:id="rId5">
                  <a:extLst>
                    <a:ext uri="{A12FA001-AC4F-418D-AE19-62706E023703}">
                      <ahyp:hlinkClr xmlns:ahyp="http://schemas.microsoft.com/office/drawing/2018/hyperlinkcolor" val="tx"/>
                    </a:ext>
                  </a:extLst>
                </a:hlinkClick>
              </a:rPr>
              <a:t>Freepik</a:t>
            </a:r>
            <a:r>
              <a:rPr lang="en" sz="1200" u="sng">
                <a:solidFill>
                  <a:schemeClr val="dk1"/>
                </a:solidFill>
                <a:latin typeface="Barlow Semi Condensed"/>
                <a:ea typeface="Barlow Semi Condensed"/>
                <a:cs typeface="Barlow Semi Condensed"/>
                <a:sym typeface="Barlow Semi Condensed"/>
              </a:rPr>
              <a:t> </a:t>
            </a:r>
            <a:endParaRPr sz="1200" b="1" u="sng">
              <a:solidFill>
                <a:schemeClr val="dk1"/>
              </a:solidFill>
              <a:latin typeface="Barlow Semi Condensed"/>
              <a:ea typeface="Barlow Semi Condensed"/>
              <a:cs typeface="Barlow Semi Condensed"/>
              <a:sym typeface="Barlow Semi Condense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ackground">
  <p:cSld name="CUSTOM_9">
    <p:spTree>
      <p:nvGrpSpPr>
        <p:cNvPr id="1" name="Shape 1791"/>
        <p:cNvGrpSpPr/>
        <p:nvPr/>
      </p:nvGrpSpPr>
      <p:grpSpPr>
        <a:xfrm>
          <a:off x="0" y="0"/>
          <a:ext cx="0" cy="0"/>
          <a:chOff x="0" y="0"/>
          <a:chExt cx="0" cy="0"/>
        </a:xfrm>
      </p:grpSpPr>
      <p:pic>
        <p:nvPicPr>
          <p:cNvPr id="1792" name="Google Shape;1792;p30"/>
          <p:cNvPicPr preferRelativeResize="0"/>
          <p:nvPr/>
        </p:nvPicPr>
        <p:blipFill rotWithShape="1">
          <a:blip r:embed="rId2">
            <a:alphaModFix/>
          </a:blip>
          <a:srcRect/>
          <a:stretch/>
        </p:blipFill>
        <p:spPr>
          <a:xfrm>
            <a:off x="0" y="0"/>
            <a:ext cx="9144000" cy="5143500"/>
          </a:xfrm>
          <a:prstGeom prst="rect">
            <a:avLst/>
          </a:prstGeom>
          <a:noFill/>
          <a:ln>
            <a:noFill/>
          </a:ln>
        </p:spPr>
      </p:pic>
      <p:grpSp>
        <p:nvGrpSpPr>
          <p:cNvPr id="1793" name="Google Shape;1793;p30"/>
          <p:cNvGrpSpPr/>
          <p:nvPr/>
        </p:nvGrpSpPr>
        <p:grpSpPr>
          <a:xfrm>
            <a:off x="-3" y="-2"/>
            <a:ext cx="9191660" cy="5652631"/>
            <a:chOff x="-3" y="-2"/>
            <a:chExt cx="9191660" cy="5652631"/>
          </a:xfrm>
        </p:grpSpPr>
        <p:sp>
          <p:nvSpPr>
            <p:cNvPr id="1794" name="Google Shape;1794;p30"/>
            <p:cNvSpPr/>
            <p:nvPr/>
          </p:nvSpPr>
          <p:spPr>
            <a:xfrm>
              <a:off x="-3" y="3976971"/>
              <a:ext cx="4303454" cy="1621040"/>
            </a:xfrm>
            <a:custGeom>
              <a:avLst/>
              <a:gdLst/>
              <a:ahLst/>
              <a:cxnLst/>
              <a:rect l="l" t="t" r="r" b="b"/>
              <a:pathLst>
                <a:path w="177462" h="66847" extrusionOk="0">
                  <a:moveTo>
                    <a:pt x="1" y="0"/>
                  </a:moveTo>
                  <a:cubicBezTo>
                    <a:pt x="11" y="1"/>
                    <a:pt x="21" y="2"/>
                    <a:pt x="32" y="4"/>
                  </a:cubicBezTo>
                  <a:lnTo>
                    <a:pt x="32" y="4"/>
                  </a:lnTo>
                  <a:lnTo>
                    <a:pt x="32" y="0"/>
                  </a:lnTo>
                  <a:close/>
                  <a:moveTo>
                    <a:pt x="32" y="4"/>
                  </a:moveTo>
                  <a:lnTo>
                    <a:pt x="32" y="66846"/>
                  </a:lnTo>
                  <a:lnTo>
                    <a:pt x="117889" y="66846"/>
                  </a:lnTo>
                  <a:cubicBezTo>
                    <a:pt x="138765" y="66846"/>
                    <a:pt x="161114" y="63248"/>
                    <a:pt x="177461" y="50220"/>
                  </a:cubicBezTo>
                  <a:lnTo>
                    <a:pt x="177461" y="50220"/>
                  </a:lnTo>
                  <a:cubicBezTo>
                    <a:pt x="165394" y="55022"/>
                    <a:pt x="152469" y="56792"/>
                    <a:pt x="139457" y="56792"/>
                  </a:cubicBezTo>
                  <a:cubicBezTo>
                    <a:pt x="131329" y="56792"/>
                    <a:pt x="123167" y="56101"/>
                    <a:pt x="115159" y="55028"/>
                  </a:cubicBezTo>
                  <a:cubicBezTo>
                    <a:pt x="88374" y="51430"/>
                    <a:pt x="61418" y="43365"/>
                    <a:pt x="40605" y="26180"/>
                  </a:cubicBezTo>
                  <a:cubicBezTo>
                    <a:pt x="34370" y="21031"/>
                    <a:pt x="28786" y="15137"/>
                    <a:pt x="22427" y="10128"/>
                  </a:cubicBezTo>
                  <a:cubicBezTo>
                    <a:pt x="16092" y="5109"/>
                    <a:pt x="8040" y="926"/>
                    <a:pt x="32" y="4"/>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0"/>
            <p:cNvSpPr/>
            <p:nvPr/>
          </p:nvSpPr>
          <p:spPr>
            <a:xfrm rot="10800000">
              <a:off x="5" y="-2"/>
              <a:ext cx="1916260" cy="1964466"/>
            </a:xfrm>
            <a:custGeom>
              <a:avLst/>
              <a:gdLst/>
              <a:ahLst/>
              <a:cxnLst/>
              <a:rect l="l" t="t" r="r" b="b"/>
              <a:pathLst>
                <a:path w="135353" h="138758" extrusionOk="0">
                  <a:moveTo>
                    <a:pt x="69551" y="0"/>
                  </a:moveTo>
                  <a:cubicBezTo>
                    <a:pt x="63704" y="0"/>
                    <a:pt x="57794" y="2012"/>
                    <a:pt x="52733" y="5220"/>
                  </a:cubicBezTo>
                  <a:cubicBezTo>
                    <a:pt x="45475" y="9810"/>
                    <a:pt x="39783" y="16619"/>
                    <a:pt x="34696" y="23738"/>
                  </a:cubicBezTo>
                  <a:cubicBezTo>
                    <a:pt x="11478" y="56417"/>
                    <a:pt x="1" y="98060"/>
                    <a:pt x="2870" y="138757"/>
                  </a:cubicBezTo>
                  <a:lnTo>
                    <a:pt x="135353" y="138757"/>
                  </a:lnTo>
                  <a:lnTo>
                    <a:pt x="135353" y="39124"/>
                  </a:lnTo>
                  <a:cubicBezTo>
                    <a:pt x="132719" y="40848"/>
                    <a:pt x="129655" y="41615"/>
                    <a:pt x="126507" y="41615"/>
                  </a:cubicBezTo>
                  <a:cubicBezTo>
                    <a:pt x="121927" y="41615"/>
                    <a:pt x="117168" y="39990"/>
                    <a:pt x="113298" y="37324"/>
                  </a:cubicBezTo>
                  <a:cubicBezTo>
                    <a:pt x="106257" y="32454"/>
                    <a:pt x="101387" y="24901"/>
                    <a:pt x="96238" y="17844"/>
                  </a:cubicBezTo>
                  <a:cubicBezTo>
                    <a:pt x="91073" y="10803"/>
                    <a:pt x="85055" y="3839"/>
                    <a:pt x="77006" y="1187"/>
                  </a:cubicBezTo>
                  <a:cubicBezTo>
                    <a:pt x="74581" y="374"/>
                    <a:pt x="72072" y="0"/>
                    <a:pt x="695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0"/>
            <p:cNvSpPr/>
            <p:nvPr/>
          </p:nvSpPr>
          <p:spPr>
            <a:xfrm rot="10800000">
              <a:off x="4754381" y="2314127"/>
              <a:ext cx="4437276" cy="3338502"/>
            </a:xfrm>
            <a:custGeom>
              <a:avLst/>
              <a:gdLst/>
              <a:ahLst/>
              <a:cxnLst/>
              <a:rect l="l" t="t" r="r" b="b"/>
              <a:pathLst>
                <a:path w="201237" h="151406" extrusionOk="0">
                  <a:moveTo>
                    <a:pt x="0" y="1"/>
                  </a:moveTo>
                  <a:lnTo>
                    <a:pt x="0" y="151405"/>
                  </a:lnTo>
                  <a:cubicBezTo>
                    <a:pt x="6064" y="134314"/>
                    <a:pt x="13447" y="116927"/>
                    <a:pt x="27948" y="106334"/>
                  </a:cubicBezTo>
                  <a:cubicBezTo>
                    <a:pt x="31934" y="103450"/>
                    <a:pt x="36401" y="101108"/>
                    <a:pt x="41224" y="100100"/>
                  </a:cubicBezTo>
                  <a:cubicBezTo>
                    <a:pt x="44033" y="99514"/>
                    <a:pt x="46893" y="99389"/>
                    <a:pt x="49768" y="99389"/>
                  </a:cubicBezTo>
                  <a:cubicBezTo>
                    <a:pt x="51903" y="99389"/>
                    <a:pt x="54046" y="99458"/>
                    <a:pt x="56181" y="99458"/>
                  </a:cubicBezTo>
                  <a:cubicBezTo>
                    <a:pt x="58553" y="99458"/>
                    <a:pt x="60916" y="99373"/>
                    <a:pt x="63248" y="99014"/>
                  </a:cubicBezTo>
                  <a:cubicBezTo>
                    <a:pt x="77052" y="96796"/>
                    <a:pt x="87598" y="85319"/>
                    <a:pt x="94407" y="73128"/>
                  </a:cubicBezTo>
                  <a:cubicBezTo>
                    <a:pt x="101247" y="60938"/>
                    <a:pt x="105589" y="47320"/>
                    <a:pt x="113515" y="35828"/>
                  </a:cubicBezTo>
                  <a:cubicBezTo>
                    <a:pt x="126619" y="16753"/>
                    <a:pt x="149552" y="4917"/>
                    <a:pt x="172677" y="4917"/>
                  </a:cubicBezTo>
                  <a:cubicBezTo>
                    <a:pt x="174541" y="4917"/>
                    <a:pt x="176406" y="4994"/>
                    <a:pt x="178267" y="5150"/>
                  </a:cubicBezTo>
                  <a:cubicBezTo>
                    <a:pt x="183509" y="5600"/>
                    <a:pt x="188891" y="6732"/>
                    <a:pt x="193156" y="9834"/>
                  </a:cubicBezTo>
                  <a:cubicBezTo>
                    <a:pt x="196863" y="12517"/>
                    <a:pt x="199314" y="16425"/>
                    <a:pt x="201237" y="20706"/>
                  </a:cubicBezTo>
                  <a:lnTo>
                    <a:pt x="201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7" name="Google Shape;1797;p30"/>
          <p:cNvGrpSpPr/>
          <p:nvPr/>
        </p:nvGrpSpPr>
        <p:grpSpPr>
          <a:xfrm>
            <a:off x="3544391" y="374271"/>
            <a:ext cx="247303" cy="235552"/>
            <a:chOff x="8295343" y="649654"/>
            <a:chExt cx="143606" cy="136782"/>
          </a:xfrm>
        </p:grpSpPr>
        <p:sp>
          <p:nvSpPr>
            <p:cNvPr id="1798" name="Google Shape;1798;p30"/>
            <p:cNvSpPr/>
            <p:nvPr/>
          </p:nvSpPr>
          <p:spPr>
            <a:xfrm>
              <a:off x="8295343" y="651412"/>
              <a:ext cx="117098" cy="135024"/>
            </a:xfrm>
            <a:custGeom>
              <a:avLst/>
              <a:gdLst/>
              <a:ahLst/>
              <a:cxnLst/>
              <a:rect l="l" t="t" r="r" b="b"/>
              <a:pathLst>
                <a:path w="9524" h="10982" extrusionOk="0">
                  <a:moveTo>
                    <a:pt x="7981" y="0"/>
                  </a:moveTo>
                  <a:cubicBezTo>
                    <a:pt x="7707" y="0"/>
                    <a:pt x="7407" y="185"/>
                    <a:pt x="7181" y="351"/>
                  </a:cubicBezTo>
                  <a:cubicBezTo>
                    <a:pt x="6879" y="582"/>
                    <a:pt x="6483" y="853"/>
                    <a:pt x="6104" y="853"/>
                  </a:cubicBezTo>
                  <a:cubicBezTo>
                    <a:pt x="6076" y="853"/>
                    <a:pt x="6047" y="851"/>
                    <a:pt x="6018" y="848"/>
                  </a:cubicBezTo>
                  <a:cubicBezTo>
                    <a:pt x="5801" y="817"/>
                    <a:pt x="5615" y="739"/>
                    <a:pt x="5398" y="677"/>
                  </a:cubicBezTo>
                  <a:cubicBezTo>
                    <a:pt x="5325" y="660"/>
                    <a:pt x="5250" y="652"/>
                    <a:pt x="5172" y="652"/>
                  </a:cubicBezTo>
                  <a:cubicBezTo>
                    <a:pt x="4902" y="652"/>
                    <a:pt x="4608" y="750"/>
                    <a:pt x="4343" y="894"/>
                  </a:cubicBezTo>
                  <a:cubicBezTo>
                    <a:pt x="4064" y="1096"/>
                    <a:pt x="3800" y="1360"/>
                    <a:pt x="3552" y="1639"/>
                  </a:cubicBezTo>
                  <a:cubicBezTo>
                    <a:pt x="3257" y="2011"/>
                    <a:pt x="2932" y="2476"/>
                    <a:pt x="2466" y="2523"/>
                  </a:cubicBezTo>
                  <a:cubicBezTo>
                    <a:pt x="2322" y="2523"/>
                    <a:pt x="2204" y="2502"/>
                    <a:pt x="2083" y="2502"/>
                  </a:cubicBezTo>
                  <a:cubicBezTo>
                    <a:pt x="2022" y="2502"/>
                    <a:pt x="1960" y="2507"/>
                    <a:pt x="1893" y="2523"/>
                  </a:cubicBezTo>
                  <a:cubicBezTo>
                    <a:pt x="1706" y="2554"/>
                    <a:pt x="1598" y="2631"/>
                    <a:pt x="1474" y="2724"/>
                  </a:cubicBezTo>
                  <a:cubicBezTo>
                    <a:pt x="822" y="3190"/>
                    <a:pt x="357" y="3934"/>
                    <a:pt x="171" y="4725"/>
                  </a:cubicBezTo>
                  <a:cubicBezTo>
                    <a:pt x="0" y="5516"/>
                    <a:pt x="218" y="6400"/>
                    <a:pt x="683" y="7052"/>
                  </a:cubicBezTo>
                  <a:cubicBezTo>
                    <a:pt x="978" y="7517"/>
                    <a:pt x="1443" y="7889"/>
                    <a:pt x="1846" y="8215"/>
                  </a:cubicBezTo>
                  <a:cubicBezTo>
                    <a:pt x="2848" y="8947"/>
                    <a:pt x="4053" y="9499"/>
                    <a:pt x="5283" y="9499"/>
                  </a:cubicBezTo>
                  <a:cubicBezTo>
                    <a:pt x="5538" y="9499"/>
                    <a:pt x="5794" y="9475"/>
                    <a:pt x="6049" y="9425"/>
                  </a:cubicBezTo>
                  <a:lnTo>
                    <a:pt x="6049" y="9425"/>
                  </a:lnTo>
                  <a:cubicBezTo>
                    <a:pt x="6018" y="9921"/>
                    <a:pt x="6018" y="10510"/>
                    <a:pt x="6390" y="10789"/>
                  </a:cubicBezTo>
                  <a:cubicBezTo>
                    <a:pt x="6538" y="10929"/>
                    <a:pt x="6739" y="10982"/>
                    <a:pt x="6950" y="10982"/>
                  </a:cubicBezTo>
                  <a:cubicBezTo>
                    <a:pt x="7137" y="10982"/>
                    <a:pt x="7332" y="10941"/>
                    <a:pt x="7507" y="10883"/>
                  </a:cubicBezTo>
                  <a:cubicBezTo>
                    <a:pt x="8019" y="10758"/>
                    <a:pt x="8453" y="10510"/>
                    <a:pt x="8841" y="10216"/>
                  </a:cubicBezTo>
                  <a:cubicBezTo>
                    <a:pt x="9136" y="9998"/>
                    <a:pt x="9430" y="9673"/>
                    <a:pt x="9461" y="9301"/>
                  </a:cubicBezTo>
                  <a:cubicBezTo>
                    <a:pt x="9508" y="8897"/>
                    <a:pt x="9213" y="8510"/>
                    <a:pt x="9058" y="8137"/>
                  </a:cubicBezTo>
                  <a:cubicBezTo>
                    <a:pt x="8655" y="7269"/>
                    <a:pt x="8763" y="6261"/>
                    <a:pt x="8980" y="5315"/>
                  </a:cubicBezTo>
                  <a:cubicBezTo>
                    <a:pt x="9198" y="4400"/>
                    <a:pt x="9523" y="3469"/>
                    <a:pt x="9523" y="2523"/>
                  </a:cubicBezTo>
                  <a:cubicBezTo>
                    <a:pt x="9523" y="1856"/>
                    <a:pt x="9353" y="1174"/>
                    <a:pt x="8949" y="646"/>
                  </a:cubicBezTo>
                  <a:cubicBezTo>
                    <a:pt x="8763" y="429"/>
                    <a:pt x="8484" y="134"/>
                    <a:pt x="8220" y="57"/>
                  </a:cubicBezTo>
                  <a:cubicBezTo>
                    <a:pt x="8145" y="17"/>
                    <a:pt x="8064" y="0"/>
                    <a:pt x="79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0"/>
            <p:cNvSpPr/>
            <p:nvPr/>
          </p:nvSpPr>
          <p:spPr>
            <a:xfrm>
              <a:off x="8301060" y="649654"/>
              <a:ext cx="137888" cy="128925"/>
            </a:xfrm>
            <a:custGeom>
              <a:avLst/>
              <a:gdLst/>
              <a:ahLst/>
              <a:cxnLst/>
              <a:rect l="l" t="t" r="r" b="b"/>
              <a:pathLst>
                <a:path w="11215" h="10486" extrusionOk="0">
                  <a:moveTo>
                    <a:pt x="8256" y="0"/>
                  </a:moveTo>
                  <a:cubicBezTo>
                    <a:pt x="7935" y="0"/>
                    <a:pt x="7617" y="80"/>
                    <a:pt x="7337" y="262"/>
                  </a:cubicBezTo>
                  <a:cubicBezTo>
                    <a:pt x="6907" y="520"/>
                    <a:pt x="6529" y="1017"/>
                    <a:pt x="6046" y="1017"/>
                  </a:cubicBezTo>
                  <a:cubicBezTo>
                    <a:pt x="6007" y="1017"/>
                    <a:pt x="5966" y="1013"/>
                    <a:pt x="5925" y="1006"/>
                  </a:cubicBezTo>
                  <a:cubicBezTo>
                    <a:pt x="5553" y="913"/>
                    <a:pt x="5305" y="588"/>
                    <a:pt x="4964" y="510"/>
                  </a:cubicBezTo>
                  <a:cubicBezTo>
                    <a:pt x="4903" y="494"/>
                    <a:pt x="4843" y="486"/>
                    <a:pt x="4785" y="486"/>
                  </a:cubicBezTo>
                  <a:cubicBezTo>
                    <a:pt x="4293" y="486"/>
                    <a:pt x="3893" y="1033"/>
                    <a:pt x="3630" y="1518"/>
                  </a:cubicBezTo>
                  <a:cubicBezTo>
                    <a:pt x="3361" y="2013"/>
                    <a:pt x="2950" y="2573"/>
                    <a:pt x="2444" y="2573"/>
                  </a:cubicBezTo>
                  <a:cubicBezTo>
                    <a:pt x="2396" y="2573"/>
                    <a:pt x="2346" y="2568"/>
                    <a:pt x="2296" y="2557"/>
                  </a:cubicBezTo>
                  <a:cubicBezTo>
                    <a:pt x="2125" y="2557"/>
                    <a:pt x="2001" y="2480"/>
                    <a:pt x="1831" y="2449"/>
                  </a:cubicBezTo>
                  <a:cubicBezTo>
                    <a:pt x="1776" y="2433"/>
                    <a:pt x="1720" y="2426"/>
                    <a:pt x="1665" y="2426"/>
                  </a:cubicBezTo>
                  <a:cubicBezTo>
                    <a:pt x="1392" y="2426"/>
                    <a:pt x="1122" y="2602"/>
                    <a:pt x="916" y="2821"/>
                  </a:cubicBezTo>
                  <a:cubicBezTo>
                    <a:pt x="1" y="3767"/>
                    <a:pt x="78" y="5365"/>
                    <a:pt x="807" y="6450"/>
                  </a:cubicBezTo>
                  <a:cubicBezTo>
                    <a:pt x="1893" y="8110"/>
                    <a:pt x="4219" y="9056"/>
                    <a:pt x="6034" y="9428"/>
                  </a:cubicBezTo>
                  <a:cubicBezTo>
                    <a:pt x="5879" y="9754"/>
                    <a:pt x="5925" y="10157"/>
                    <a:pt x="6282" y="10374"/>
                  </a:cubicBezTo>
                  <a:cubicBezTo>
                    <a:pt x="6439" y="10453"/>
                    <a:pt x="6613" y="10485"/>
                    <a:pt x="6792" y="10485"/>
                  </a:cubicBezTo>
                  <a:cubicBezTo>
                    <a:pt x="7000" y="10485"/>
                    <a:pt x="7214" y="10441"/>
                    <a:pt x="7414" y="10374"/>
                  </a:cubicBezTo>
                  <a:cubicBezTo>
                    <a:pt x="7880" y="10235"/>
                    <a:pt x="8345" y="10048"/>
                    <a:pt x="8748" y="9831"/>
                  </a:cubicBezTo>
                  <a:cubicBezTo>
                    <a:pt x="9074" y="9661"/>
                    <a:pt x="9415" y="9444"/>
                    <a:pt x="9586" y="9118"/>
                  </a:cubicBezTo>
                  <a:cubicBezTo>
                    <a:pt x="9741" y="8792"/>
                    <a:pt x="9694" y="8342"/>
                    <a:pt x="9368" y="8172"/>
                  </a:cubicBezTo>
                  <a:cubicBezTo>
                    <a:pt x="10919" y="7117"/>
                    <a:pt x="11214" y="4961"/>
                    <a:pt x="10919" y="3131"/>
                  </a:cubicBezTo>
                  <a:cubicBezTo>
                    <a:pt x="10780" y="2247"/>
                    <a:pt x="10485" y="1317"/>
                    <a:pt x="9834" y="665"/>
                  </a:cubicBezTo>
                  <a:cubicBezTo>
                    <a:pt x="9434" y="265"/>
                    <a:pt x="8840" y="0"/>
                    <a:pt x="82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0"/>
            <p:cNvSpPr/>
            <p:nvPr/>
          </p:nvSpPr>
          <p:spPr>
            <a:xfrm>
              <a:off x="8388785" y="674601"/>
              <a:ext cx="21369" cy="65422"/>
            </a:xfrm>
            <a:custGeom>
              <a:avLst/>
              <a:gdLst/>
              <a:ahLst/>
              <a:cxnLst/>
              <a:rect l="l" t="t" r="r" b="b"/>
              <a:pathLst>
                <a:path w="1738" h="5321" extrusionOk="0">
                  <a:moveTo>
                    <a:pt x="0" y="1"/>
                  </a:moveTo>
                  <a:lnTo>
                    <a:pt x="434" y="1319"/>
                  </a:lnTo>
                  <a:cubicBezTo>
                    <a:pt x="589" y="1738"/>
                    <a:pt x="683" y="2203"/>
                    <a:pt x="807" y="2607"/>
                  </a:cubicBezTo>
                  <a:cubicBezTo>
                    <a:pt x="915" y="3072"/>
                    <a:pt x="1008" y="3491"/>
                    <a:pt x="1086" y="3956"/>
                  </a:cubicBezTo>
                  <a:lnTo>
                    <a:pt x="1303" y="5321"/>
                  </a:lnTo>
                  <a:cubicBezTo>
                    <a:pt x="1551" y="4855"/>
                    <a:pt x="1613" y="4421"/>
                    <a:pt x="1675" y="3909"/>
                  </a:cubicBezTo>
                  <a:cubicBezTo>
                    <a:pt x="1737" y="3413"/>
                    <a:pt x="1675" y="2963"/>
                    <a:pt x="1551" y="2451"/>
                  </a:cubicBezTo>
                  <a:cubicBezTo>
                    <a:pt x="1474" y="1955"/>
                    <a:pt x="1272" y="1490"/>
                    <a:pt x="1008" y="1087"/>
                  </a:cubicBezTo>
                  <a:cubicBezTo>
                    <a:pt x="729" y="652"/>
                    <a:pt x="419" y="280"/>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0"/>
            <p:cNvSpPr/>
            <p:nvPr/>
          </p:nvSpPr>
          <p:spPr>
            <a:xfrm>
              <a:off x="8341683" y="692342"/>
              <a:ext cx="38533" cy="60073"/>
            </a:xfrm>
            <a:custGeom>
              <a:avLst/>
              <a:gdLst/>
              <a:ahLst/>
              <a:cxnLst/>
              <a:rect l="l" t="t" r="r" b="b"/>
              <a:pathLst>
                <a:path w="3134" h="4886" extrusionOk="0">
                  <a:moveTo>
                    <a:pt x="0" y="0"/>
                  </a:moveTo>
                  <a:lnTo>
                    <a:pt x="0" y="0"/>
                  </a:lnTo>
                  <a:cubicBezTo>
                    <a:pt x="78" y="512"/>
                    <a:pt x="217" y="1008"/>
                    <a:pt x="372" y="1443"/>
                  </a:cubicBezTo>
                  <a:cubicBezTo>
                    <a:pt x="528" y="1939"/>
                    <a:pt x="729" y="2404"/>
                    <a:pt x="993" y="2823"/>
                  </a:cubicBezTo>
                  <a:cubicBezTo>
                    <a:pt x="1241" y="3257"/>
                    <a:pt x="1536" y="3645"/>
                    <a:pt x="1892" y="4017"/>
                  </a:cubicBezTo>
                  <a:cubicBezTo>
                    <a:pt x="2265" y="4390"/>
                    <a:pt x="2668" y="4684"/>
                    <a:pt x="3133" y="4886"/>
                  </a:cubicBezTo>
                  <a:lnTo>
                    <a:pt x="2342" y="3645"/>
                  </a:lnTo>
                  <a:cubicBezTo>
                    <a:pt x="2094" y="3242"/>
                    <a:pt x="1877" y="2854"/>
                    <a:pt x="1629" y="2451"/>
                  </a:cubicBezTo>
                  <a:cubicBezTo>
                    <a:pt x="1381" y="2048"/>
                    <a:pt x="1117" y="1613"/>
                    <a:pt x="869" y="1210"/>
                  </a:cubicBezTo>
                  <a:cubicBezTo>
                    <a:pt x="621" y="807"/>
                    <a:pt x="326" y="37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0"/>
            <p:cNvSpPr/>
            <p:nvPr/>
          </p:nvSpPr>
          <p:spPr>
            <a:xfrm>
              <a:off x="8367613" y="650011"/>
              <a:ext cx="31672" cy="12602"/>
            </a:xfrm>
            <a:custGeom>
              <a:avLst/>
              <a:gdLst/>
              <a:ahLst/>
              <a:cxnLst/>
              <a:rect l="l" t="t" r="r" b="b"/>
              <a:pathLst>
                <a:path w="2576" h="1025" extrusionOk="0">
                  <a:moveTo>
                    <a:pt x="1" y="729"/>
                  </a:moveTo>
                  <a:lnTo>
                    <a:pt x="1" y="729"/>
                  </a:lnTo>
                  <a:cubicBezTo>
                    <a:pt x="119" y="847"/>
                    <a:pt x="248" y="921"/>
                    <a:pt x="389" y="960"/>
                  </a:cubicBezTo>
                  <a:lnTo>
                    <a:pt x="389" y="960"/>
                  </a:lnTo>
                  <a:cubicBezTo>
                    <a:pt x="341" y="943"/>
                    <a:pt x="294" y="923"/>
                    <a:pt x="249" y="900"/>
                  </a:cubicBezTo>
                  <a:cubicBezTo>
                    <a:pt x="171" y="853"/>
                    <a:pt x="78" y="776"/>
                    <a:pt x="1" y="729"/>
                  </a:cubicBezTo>
                  <a:close/>
                  <a:moveTo>
                    <a:pt x="2575" y="0"/>
                  </a:moveTo>
                  <a:cubicBezTo>
                    <a:pt x="2327" y="31"/>
                    <a:pt x="2079" y="78"/>
                    <a:pt x="1862" y="248"/>
                  </a:cubicBezTo>
                  <a:cubicBezTo>
                    <a:pt x="1487" y="512"/>
                    <a:pt x="1100" y="999"/>
                    <a:pt x="634" y="999"/>
                  </a:cubicBezTo>
                  <a:cubicBezTo>
                    <a:pt x="579" y="999"/>
                    <a:pt x="523" y="992"/>
                    <a:pt x="466" y="977"/>
                  </a:cubicBezTo>
                  <a:cubicBezTo>
                    <a:pt x="440" y="973"/>
                    <a:pt x="414" y="967"/>
                    <a:pt x="389" y="960"/>
                  </a:cubicBezTo>
                  <a:lnTo>
                    <a:pt x="389" y="960"/>
                  </a:lnTo>
                  <a:cubicBezTo>
                    <a:pt x="518" y="1005"/>
                    <a:pt x="655" y="1024"/>
                    <a:pt x="794" y="1024"/>
                  </a:cubicBezTo>
                  <a:cubicBezTo>
                    <a:pt x="1077" y="1024"/>
                    <a:pt x="1370" y="943"/>
                    <a:pt x="1629" y="822"/>
                  </a:cubicBezTo>
                  <a:cubicBezTo>
                    <a:pt x="2001" y="621"/>
                    <a:pt x="2342" y="326"/>
                    <a:pt x="2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0"/>
            <p:cNvSpPr/>
            <p:nvPr/>
          </p:nvSpPr>
          <p:spPr>
            <a:xfrm>
              <a:off x="8300875" y="658974"/>
              <a:ext cx="85819" cy="119003"/>
            </a:xfrm>
            <a:custGeom>
              <a:avLst/>
              <a:gdLst/>
              <a:ahLst/>
              <a:cxnLst/>
              <a:rect l="l" t="t" r="r" b="b"/>
              <a:pathLst>
                <a:path w="6980" h="9679" extrusionOk="0">
                  <a:moveTo>
                    <a:pt x="4172" y="0"/>
                  </a:moveTo>
                  <a:cubicBezTo>
                    <a:pt x="3955" y="217"/>
                    <a:pt x="3753" y="512"/>
                    <a:pt x="3629" y="760"/>
                  </a:cubicBezTo>
                  <a:cubicBezTo>
                    <a:pt x="3358" y="1261"/>
                    <a:pt x="2941" y="1827"/>
                    <a:pt x="2428" y="1827"/>
                  </a:cubicBezTo>
                  <a:cubicBezTo>
                    <a:pt x="2384" y="1827"/>
                    <a:pt x="2340" y="1823"/>
                    <a:pt x="2296" y="1815"/>
                  </a:cubicBezTo>
                  <a:cubicBezTo>
                    <a:pt x="2109" y="1768"/>
                    <a:pt x="2001" y="1691"/>
                    <a:pt x="1830" y="1691"/>
                  </a:cubicBezTo>
                  <a:cubicBezTo>
                    <a:pt x="1780" y="1679"/>
                    <a:pt x="1730" y="1674"/>
                    <a:pt x="1680" y="1674"/>
                  </a:cubicBezTo>
                  <a:cubicBezTo>
                    <a:pt x="1394" y="1674"/>
                    <a:pt x="1127" y="1852"/>
                    <a:pt x="915" y="2063"/>
                  </a:cubicBezTo>
                  <a:cubicBezTo>
                    <a:pt x="0" y="3009"/>
                    <a:pt x="78" y="4607"/>
                    <a:pt x="791" y="5692"/>
                  </a:cubicBezTo>
                  <a:cubicBezTo>
                    <a:pt x="1877" y="7321"/>
                    <a:pt x="4203" y="8298"/>
                    <a:pt x="6049" y="8732"/>
                  </a:cubicBezTo>
                  <a:cubicBezTo>
                    <a:pt x="5878" y="9058"/>
                    <a:pt x="5925" y="9492"/>
                    <a:pt x="6297" y="9678"/>
                  </a:cubicBezTo>
                  <a:lnTo>
                    <a:pt x="6220" y="9601"/>
                  </a:lnTo>
                  <a:cubicBezTo>
                    <a:pt x="6111" y="9352"/>
                    <a:pt x="6142" y="9058"/>
                    <a:pt x="6328" y="8810"/>
                  </a:cubicBezTo>
                  <a:cubicBezTo>
                    <a:pt x="6499" y="8592"/>
                    <a:pt x="6731" y="8437"/>
                    <a:pt x="6979" y="8344"/>
                  </a:cubicBezTo>
                  <a:lnTo>
                    <a:pt x="6979" y="8344"/>
                  </a:lnTo>
                  <a:cubicBezTo>
                    <a:pt x="6795" y="8384"/>
                    <a:pt x="6610" y="8402"/>
                    <a:pt x="6425" y="8402"/>
                  </a:cubicBezTo>
                  <a:cubicBezTo>
                    <a:pt x="5600" y="8402"/>
                    <a:pt x="4777" y="8045"/>
                    <a:pt x="4017" y="7677"/>
                  </a:cubicBezTo>
                  <a:cubicBezTo>
                    <a:pt x="2963" y="7181"/>
                    <a:pt x="1939" y="6638"/>
                    <a:pt x="1256" y="5692"/>
                  </a:cubicBezTo>
                  <a:cubicBezTo>
                    <a:pt x="714" y="4932"/>
                    <a:pt x="543" y="3940"/>
                    <a:pt x="760" y="3009"/>
                  </a:cubicBezTo>
                  <a:cubicBezTo>
                    <a:pt x="838" y="2714"/>
                    <a:pt x="1008" y="2172"/>
                    <a:pt x="1303" y="2001"/>
                  </a:cubicBezTo>
                  <a:cubicBezTo>
                    <a:pt x="1435" y="1921"/>
                    <a:pt x="1594" y="1900"/>
                    <a:pt x="1764" y="1900"/>
                  </a:cubicBezTo>
                  <a:cubicBezTo>
                    <a:pt x="1949" y="1900"/>
                    <a:pt x="2147" y="1925"/>
                    <a:pt x="2335" y="1925"/>
                  </a:cubicBezTo>
                  <a:cubicBezTo>
                    <a:pt x="2440" y="1925"/>
                    <a:pt x="2542" y="1917"/>
                    <a:pt x="2637" y="1892"/>
                  </a:cubicBezTo>
                  <a:cubicBezTo>
                    <a:pt x="2854" y="1846"/>
                    <a:pt x="3040" y="1675"/>
                    <a:pt x="3211" y="1551"/>
                  </a:cubicBezTo>
                  <a:cubicBezTo>
                    <a:pt x="3629" y="1225"/>
                    <a:pt x="3940" y="760"/>
                    <a:pt x="4095" y="264"/>
                  </a:cubicBezTo>
                  <a:cubicBezTo>
                    <a:pt x="4126" y="186"/>
                    <a:pt x="4126" y="78"/>
                    <a:pt x="41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4" name="Google Shape;1804;p30"/>
          <p:cNvGrpSpPr/>
          <p:nvPr/>
        </p:nvGrpSpPr>
        <p:grpSpPr>
          <a:xfrm>
            <a:off x="449611" y="270128"/>
            <a:ext cx="777485" cy="420627"/>
            <a:chOff x="3418236" y="595953"/>
            <a:chExt cx="777485" cy="420627"/>
          </a:xfrm>
        </p:grpSpPr>
        <p:sp>
          <p:nvSpPr>
            <p:cNvPr id="1805" name="Google Shape;1805;p30"/>
            <p:cNvSpPr/>
            <p:nvPr/>
          </p:nvSpPr>
          <p:spPr>
            <a:xfrm>
              <a:off x="3673589" y="648137"/>
              <a:ext cx="46875" cy="47058"/>
            </a:xfrm>
            <a:custGeom>
              <a:avLst/>
              <a:gdLst/>
              <a:ahLst/>
              <a:cxnLst/>
              <a:rect l="l" t="t" r="r" b="b"/>
              <a:pathLst>
                <a:path w="3832" h="3847" extrusionOk="0">
                  <a:moveTo>
                    <a:pt x="1924" y="0"/>
                  </a:moveTo>
                  <a:cubicBezTo>
                    <a:pt x="870" y="0"/>
                    <a:pt x="1" y="869"/>
                    <a:pt x="1" y="1923"/>
                  </a:cubicBezTo>
                  <a:cubicBezTo>
                    <a:pt x="1" y="2962"/>
                    <a:pt x="870" y="3846"/>
                    <a:pt x="1924" y="3846"/>
                  </a:cubicBezTo>
                  <a:cubicBezTo>
                    <a:pt x="2963" y="3846"/>
                    <a:pt x="3832" y="2962"/>
                    <a:pt x="3832" y="1923"/>
                  </a:cubicBezTo>
                  <a:cubicBezTo>
                    <a:pt x="3832" y="869"/>
                    <a:pt x="2963" y="0"/>
                    <a:pt x="19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0"/>
            <p:cNvSpPr/>
            <p:nvPr/>
          </p:nvSpPr>
          <p:spPr>
            <a:xfrm>
              <a:off x="3567729" y="634277"/>
              <a:ext cx="27523" cy="27719"/>
            </a:xfrm>
            <a:custGeom>
              <a:avLst/>
              <a:gdLst/>
              <a:ahLst/>
              <a:cxnLst/>
              <a:rect l="l" t="t" r="r" b="b"/>
              <a:pathLst>
                <a:path w="2250" h="2266" extrusionOk="0">
                  <a:moveTo>
                    <a:pt x="1133" y="1"/>
                  </a:moveTo>
                  <a:cubicBezTo>
                    <a:pt x="512" y="1"/>
                    <a:pt x="1" y="513"/>
                    <a:pt x="1" y="1133"/>
                  </a:cubicBezTo>
                  <a:cubicBezTo>
                    <a:pt x="1" y="1754"/>
                    <a:pt x="512" y="2265"/>
                    <a:pt x="1133" y="2265"/>
                  </a:cubicBezTo>
                  <a:cubicBezTo>
                    <a:pt x="1753" y="2265"/>
                    <a:pt x="2250" y="1754"/>
                    <a:pt x="2250" y="1133"/>
                  </a:cubicBezTo>
                  <a:cubicBezTo>
                    <a:pt x="2250" y="513"/>
                    <a:pt x="1753" y="1"/>
                    <a:pt x="11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0"/>
            <p:cNvSpPr/>
            <p:nvPr/>
          </p:nvSpPr>
          <p:spPr>
            <a:xfrm>
              <a:off x="3595436" y="710926"/>
              <a:ext cx="35670" cy="35682"/>
            </a:xfrm>
            <a:custGeom>
              <a:avLst/>
              <a:gdLst/>
              <a:ahLst/>
              <a:cxnLst/>
              <a:rect l="l" t="t" r="r" b="b"/>
              <a:pathLst>
                <a:path w="2916" h="2917" extrusionOk="0">
                  <a:moveTo>
                    <a:pt x="1458" y="1"/>
                  </a:moveTo>
                  <a:cubicBezTo>
                    <a:pt x="667" y="1"/>
                    <a:pt x="0" y="668"/>
                    <a:pt x="0" y="1459"/>
                  </a:cubicBezTo>
                  <a:cubicBezTo>
                    <a:pt x="0" y="2250"/>
                    <a:pt x="667" y="2917"/>
                    <a:pt x="1458" y="2917"/>
                  </a:cubicBezTo>
                  <a:cubicBezTo>
                    <a:pt x="2264" y="2870"/>
                    <a:pt x="2916" y="2250"/>
                    <a:pt x="2916" y="1459"/>
                  </a:cubicBezTo>
                  <a:cubicBezTo>
                    <a:pt x="2916" y="668"/>
                    <a:pt x="2249" y="1"/>
                    <a:pt x="14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0"/>
            <p:cNvSpPr/>
            <p:nvPr/>
          </p:nvSpPr>
          <p:spPr>
            <a:xfrm>
              <a:off x="3606249" y="794596"/>
              <a:ext cx="33590" cy="33786"/>
            </a:xfrm>
            <a:custGeom>
              <a:avLst/>
              <a:gdLst/>
              <a:ahLst/>
              <a:cxnLst/>
              <a:rect l="l" t="t" r="r" b="b"/>
              <a:pathLst>
                <a:path w="2746" h="2762" extrusionOk="0">
                  <a:moveTo>
                    <a:pt x="1380" y="1"/>
                  </a:moveTo>
                  <a:cubicBezTo>
                    <a:pt x="605" y="1"/>
                    <a:pt x="0" y="621"/>
                    <a:pt x="0" y="1381"/>
                  </a:cubicBezTo>
                  <a:cubicBezTo>
                    <a:pt x="0" y="2141"/>
                    <a:pt x="605" y="2761"/>
                    <a:pt x="1380" y="2761"/>
                  </a:cubicBezTo>
                  <a:cubicBezTo>
                    <a:pt x="2140" y="2761"/>
                    <a:pt x="2745" y="2141"/>
                    <a:pt x="2745" y="1381"/>
                  </a:cubicBezTo>
                  <a:cubicBezTo>
                    <a:pt x="2745" y="621"/>
                    <a:pt x="2140" y="1"/>
                    <a:pt x="13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0"/>
            <p:cNvSpPr/>
            <p:nvPr/>
          </p:nvSpPr>
          <p:spPr>
            <a:xfrm>
              <a:off x="3738482" y="770315"/>
              <a:ext cx="55034" cy="55034"/>
            </a:xfrm>
            <a:custGeom>
              <a:avLst/>
              <a:gdLst/>
              <a:ahLst/>
              <a:cxnLst/>
              <a:rect l="l" t="t" r="r" b="b"/>
              <a:pathLst>
                <a:path w="4499" h="4499" extrusionOk="0">
                  <a:moveTo>
                    <a:pt x="2249" y="0"/>
                  </a:moveTo>
                  <a:cubicBezTo>
                    <a:pt x="1008" y="0"/>
                    <a:pt x="0" y="1008"/>
                    <a:pt x="0" y="2249"/>
                  </a:cubicBezTo>
                  <a:cubicBezTo>
                    <a:pt x="0" y="3490"/>
                    <a:pt x="1008" y="4498"/>
                    <a:pt x="2249" y="4498"/>
                  </a:cubicBezTo>
                  <a:cubicBezTo>
                    <a:pt x="3490" y="4498"/>
                    <a:pt x="4498" y="3490"/>
                    <a:pt x="4498" y="2249"/>
                  </a:cubicBezTo>
                  <a:cubicBezTo>
                    <a:pt x="4498" y="1008"/>
                    <a:pt x="3490" y="0"/>
                    <a:pt x="22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0"/>
            <p:cNvSpPr/>
            <p:nvPr/>
          </p:nvSpPr>
          <p:spPr>
            <a:xfrm>
              <a:off x="3789137" y="647757"/>
              <a:ext cx="60147" cy="60147"/>
            </a:xfrm>
            <a:custGeom>
              <a:avLst/>
              <a:gdLst/>
              <a:ahLst/>
              <a:cxnLst/>
              <a:rect l="l" t="t" r="r" b="b"/>
              <a:pathLst>
                <a:path w="4917" h="4917" extrusionOk="0">
                  <a:moveTo>
                    <a:pt x="2451" y="0"/>
                  </a:moveTo>
                  <a:cubicBezTo>
                    <a:pt x="1117" y="0"/>
                    <a:pt x="0" y="1086"/>
                    <a:pt x="0" y="2451"/>
                  </a:cubicBezTo>
                  <a:cubicBezTo>
                    <a:pt x="0" y="3800"/>
                    <a:pt x="1086" y="4917"/>
                    <a:pt x="2451" y="4917"/>
                  </a:cubicBezTo>
                  <a:cubicBezTo>
                    <a:pt x="3831" y="4917"/>
                    <a:pt x="4917" y="3831"/>
                    <a:pt x="4917" y="2451"/>
                  </a:cubicBezTo>
                  <a:cubicBezTo>
                    <a:pt x="4917" y="1117"/>
                    <a:pt x="3831" y="0"/>
                    <a:pt x="24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0"/>
            <p:cNvSpPr/>
            <p:nvPr/>
          </p:nvSpPr>
          <p:spPr>
            <a:xfrm>
              <a:off x="3842446" y="748871"/>
              <a:ext cx="28465" cy="28477"/>
            </a:xfrm>
            <a:custGeom>
              <a:avLst/>
              <a:gdLst/>
              <a:ahLst/>
              <a:cxnLst/>
              <a:rect l="l" t="t" r="r" b="b"/>
              <a:pathLst>
                <a:path w="2327" h="2328" extrusionOk="0">
                  <a:moveTo>
                    <a:pt x="1164" y="1"/>
                  </a:moveTo>
                  <a:cubicBezTo>
                    <a:pt x="543" y="1"/>
                    <a:pt x="0" y="544"/>
                    <a:pt x="0" y="1164"/>
                  </a:cubicBezTo>
                  <a:cubicBezTo>
                    <a:pt x="0" y="1784"/>
                    <a:pt x="543" y="2327"/>
                    <a:pt x="1164" y="2327"/>
                  </a:cubicBezTo>
                  <a:cubicBezTo>
                    <a:pt x="1815" y="2327"/>
                    <a:pt x="2327" y="1784"/>
                    <a:pt x="2327" y="1164"/>
                  </a:cubicBezTo>
                  <a:cubicBezTo>
                    <a:pt x="2327" y="544"/>
                    <a:pt x="1784" y="1"/>
                    <a:pt x="11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0"/>
            <p:cNvSpPr/>
            <p:nvPr/>
          </p:nvSpPr>
          <p:spPr>
            <a:xfrm>
              <a:off x="3707742" y="846768"/>
              <a:ext cx="17468" cy="17664"/>
            </a:xfrm>
            <a:custGeom>
              <a:avLst/>
              <a:gdLst/>
              <a:ahLst/>
              <a:cxnLst/>
              <a:rect l="l" t="t" r="r" b="b"/>
              <a:pathLst>
                <a:path w="1428" h="1444" extrusionOk="0">
                  <a:moveTo>
                    <a:pt x="714" y="1"/>
                  </a:moveTo>
                  <a:cubicBezTo>
                    <a:pt x="311" y="1"/>
                    <a:pt x="1" y="326"/>
                    <a:pt x="1" y="730"/>
                  </a:cubicBezTo>
                  <a:cubicBezTo>
                    <a:pt x="1" y="1117"/>
                    <a:pt x="311" y="1443"/>
                    <a:pt x="714" y="1443"/>
                  </a:cubicBezTo>
                  <a:cubicBezTo>
                    <a:pt x="1117" y="1443"/>
                    <a:pt x="1428" y="1117"/>
                    <a:pt x="1428" y="730"/>
                  </a:cubicBezTo>
                  <a:cubicBezTo>
                    <a:pt x="1428" y="326"/>
                    <a:pt x="1117" y="1"/>
                    <a:pt x="7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0"/>
            <p:cNvSpPr/>
            <p:nvPr/>
          </p:nvSpPr>
          <p:spPr>
            <a:xfrm>
              <a:off x="3489563" y="685311"/>
              <a:ext cx="19364" cy="19560"/>
            </a:xfrm>
            <a:custGeom>
              <a:avLst/>
              <a:gdLst/>
              <a:ahLst/>
              <a:cxnLst/>
              <a:rect l="l" t="t" r="r" b="b"/>
              <a:pathLst>
                <a:path w="1583" h="1599" extrusionOk="0">
                  <a:moveTo>
                    <a:pt x="792" y="1"/>
                  </a:moveTo>
                  <a:cubicBezTo>
                    <a:pt x="326" y="1"/>
                    <a:pt x="1" y="373"/>
                    <a:pt x="1" y="807"/>
                  </a:cubicBezTo>
                  <a:cubicBezTo>
                    <a:pt x="1" y="1273"/>
                    <a:pt x="373" y="1598"/>
                    <a:pt x="792" y="1598"/>
                  </a:cubicBezTo>
                  <a:cubicBezTo>
                    <a:pt x="1226" y="1598"/>
                    <a:pt x="1583" y="1211"/>
                    <a:pt x="1583" y="807"/>
                  </a:cubicBezTo>
                  <a:cubicBezTo>
                    <a:pt x="1583" y="342"/>
                    <a:pt x="1226" y="1"/>
                    <a:pt x="7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0"/>
            <p:cNvSpPr/>
            <p:nvPr/>
          </p:nvSpPr>
          <p:spPr>
            <a:xfrm>
              <a:off x="3418236" y="604112"/>
              <a:ext cx="46863" cy="46875"/>
            </a:xfrm>
            <a:custGeom>
              <a:avLst/>
              <a:gdLst/>
              <a:ahLst/>
              <a:cxnLst/>
              <a:rect l="l" t="t" r="r" b="b"/>
              <a:pathLst>
                <a:path w="3831" h="3832" extrusionOk="0">
                  <a:moveTo>
                    <a:pt x="1908" y="1"/>
                  </a:moveTo>
                  <a:cubicBezTo>
                    <a:pt x="853" y="1"/>
                    <a:pt x="0" y="854"/>
                    <a:pt x="0" y="1909"/>
                  </a:cubicBezTo>
                  <a:cubicBezTo>
                    <a:pt x="0" y="2979"/>
                    <a:pt x="853" y="3832"/>
                    <a:pt x="1908" y="3832"/>
                  </a:cubicBezTo>
                  <a:cubicBezTo>
                    <a:pt x="2978" y="3832"/>
                    <a:pt x="3831" y="2979"/>
                    <a:pt x="3831" y="1909"/>
                  </a:cubicBezTo>
                  <a:cubicBezTo>
                    <a:pt x="3831" y="854"/>
                    <a:pt x="2978" y="1"/>
                    <a:pt x="19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0"/>
            <p:cNvSpPr/>
            <p:nvPr/>
          </p:nvSpPr>
          <p:spPr>
            <a:xfrm>
              <a:off x="3947169" y="595953"/>
              <a:ext cx="35682" cy="35682"/>
            </a:xfrm>
            <a:custGeom>
              <a:avLst/>
              <a:gdLst/>
              <a:ahLst/>
              <a:cxnLst/>
              <a:rect l="l" t="t" r="r" b="b"/>
              <a:pathLst>
                <a:path w="2917" h="2917" extrusionOk="0">
                  <a:moveTo>
                    <a:pt x="1459" y="1"/>
                  </a:moveTo>
                  <a:cubicBezTo>
                    <a:pt x="652" y="1"/>
                    <a:pt x="1" y="652"/>
                    <a:pt x="1" y="1459"/>
                  </a:cubicBezTo>
                  <a:cubicBezTo>
                    <a:pt x="1" y="2265"/>
                    <a:pt x="652" y="2917"/>
                    <a:pt x="1459" y="2917"/>
                  </a:cubicBezTo>
                  <a:cubicBezTo>
                    <a:pt x="2265" y="2917"/>
                    <a:pt x="2917" y="2265"/>
                    <a:pt x="2917" y="1459"/>
                  </a:cubicBezTo>
                  <a:cubicBezTo>
                    <a:pt x="2917" y="652"/>
                    <a:pt x="2265" y="1"/>
                    <a:pt x="14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0"/>
            <p:cNvSpPr/>
            <p:nvPr/>
          </p:nvSpPr>
          <p:spPr>
            <a:xfrm>
              <a:off x="4059671" y="671660"/>
              <a:ext cx="27523" cy="27523"/>
            </a:xfrm>
            <a:custGeom>
              <a:avLst/>
              <a:gdLst/>
              <a:ahLst/>
              <a:cxnLst/>
              <a:rect l="l" t="t" r="r" b="b"/>
              <a:pathLst>
                <a:path w="2250" h="2250" extrusionOk="0">
                  <a:moveTo>
                    <a:pt x="1118" y="0"/>
                  </a:moveTo>
                  <a:cubicBezTo>
                    <a:pt x="497" y="0"/>
                    <a:pt x="1" y="497"/>
                    <a:pt x="1" y="1117"/>
                  </a:cubicBezTo>
                  <a:cubicBezTo>
                    <a:pt x="1" y="1737"/>
                    <a:pt x="497" y="2249"/>
                    <a:pt x="1118" y="2249"/>
                  </a:cubicBezTo>
                  <a:cubicBezTo>
                    <a:pt x="1738" y="2249"/>
                    <a:pt x="2250" y="1737"/>
                    <a:pt x="2250" y="1117"/>
                  </a:cubicBezTo>
                  <a:cubicBezTo>
                    <a:pt x="2250" y="497"/>
                    <a:pt x="1738" y="0"/>
                    <a:pt x="11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0"/>
            <p:cNvSpPr/>
            <p:nvPr/>
          </p:nvSpPr>
          <p:spPr>
            <a:xfrm>
              <a:off x="4173507" y="651170"/>
              <a:ext cx="22214" cy="22398"/>
            </a:xfrm>
            <a:custGeom>
              <a:avLst/>
              <a:gdLst/>
              <a:ahLst/>
              <a:cxnLst/>
              <a:rect l="l" t="t" r="r" b="b"/>
              <a:pathLst>
                <a:path w="1816" h="1831" extrusionOk="0">
                  <a:moveTo>
                    <a:pt x="916" y="0"/>
                  </a:moveTo>
                  <a:cubicBezTo>
                    <a:pt x="404" y="0"/>
                    <a:pt x="1" y="419"/>
                    <a:pt x="1" y="915"/>
                  </a:cubicBezTo>
                  <a:cubicBezTo>
                    <a:pt x="1" y="1412"/>
                    <a:pt x="404" y="1830"/>
                    <a:pt x="916" y="1830"/>
                  </a:cubicBezTo>
                  <a:cubicBezTo>
                    <a:pt x="1412" y="1830"/>
                    <a:pt x="1815" y="1412"/>
                    <a:pt x="1815" y="915"/>
                  </a:cubicBezTo>
                  <a:cubicBezTo>
                    <a:pt x="1815" y="419"/>
                    <a:pt x="1412" y="0"/>
                    <a:pt x="91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0"/>
            <p:cNvSpPr/>
            <p:nvPr/>
          </p:nvSpPr>
          <p:spPr>
            <a:xfrm>
              <a:off x="3545918" y="960408"/>
              <a:ext cx="16135" cy="16147"/>
            </a:xfrm>
            <a:custGeom>
              <a:avLst/>
              <a:gdLst/>
              <a:ahLst/>
              <a:cxnLst/>
              <a:rect l="l" t="t" r="r" b="b"/>
              <a:pathLst>
                <a:path w="1319" h="1320" extrusionOk="0">
                  <a:moveTo>
                    <a:pt x="667" y="1"/>
                  </a:moveTo>
                  <a:cubicBezTo>
                    <a:pt x="295" y="1"/>
                    <a:pt x="0" y="296"/>
                    <a:pt x="0" y="668"/>
                  </a:cubicBezTo>
                  <a:cubicBezTo>
                    <a:pt x="0" y="1025"/>
                    <a:pt x="295" y="1319"/>
                    <a:pt x="667" y="1319"/>
                  </a:cubicBezTo>
                  <a:cubicBezTo>
                    <a:pt x="1024" y="1319"/>
                    <a:pt x="1318" y="1025"/>
                    <a:pt x="1318" y="668"/>
                  </a:cubicBezTo>
                  <a:cubicBezTo>
                    <a:pt x="1318" y="296"/>
                    <a:pt x="1024" y="1"/>
                    <a:pt x="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0"/>
            <p:cNvSpPr/>
            <p:nvPr/>
          </p:nvSpPr>
          <p:spPr>
            <a:xfrm>
              <a:off x="3611179" y="960224"/>
              <a:ext cx="56355" cy="56355"/>
            </a:xfrm>
            <a:custGeom>
              <a:avLst/>
              <a:gdLst/>
              <a:ahLst/>
              <a:cxnLst/>
              <a:rect l="l" t="t" r="r" b="b"/>
              <a:pathLst>
                <a:path w="4607" h="4607" extrusionOk="0">
                  <a:moveTo>
                    <a:pt x="2311" y="0"/>
                  </a:moveTo>
                  <a:cubicBezTo>
                    <a:pt x="1039" y="0"/>
                    <a:pt x="0" y="1040"/>
                    <a:pt x="0" y="2311"/>
                  </a:cubicBezTo>
                  <a:cubicBezTo>
                    <a:pt x="0" y="3583"/>
                    <a:pt x="1039" y="4607"/>
                    <a:pt x="2311" y="4607"/>
                  </a:cubicBezTo>
                  <a:cubicBezTo>
                    <a:pt x="3583" y="4607"/>
                    <a:pt x="4607" y="3583"/>
                    <a:pt x="4607" y="2311"/>
                  </a:cubicBezTo>
                  <a:cubicBezTo>
                    <a:pt x="4607" y="1040"/>
                    <a:pt x="3583" y="0"/>
                    <a:pt x="23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0"/>
            <p:cNvSpPr/>
            <p:nvPr/>
          </p:nvSpPr>
          <p:spPr>
            <a:xfrm>
              <a:off x="3540218" y="859294"/>
              <a:ext cx="27523" cy="27523"/>
            </a:xfrm>
            <a:custGeom>
              <a:avLst/>
              <a:gdLst/>
              <a:ahLst/>
              <a:cxnLst/>
              <a:rect l="l" t="t" r="r" b="b"/>
              <a:pathLst>
                <a:path w="2250" h="2250" extrusionOk="0">
                  <a:moveTo>
                    <a:pt x="1133" y="0"/>
                  </a:moveTo>
                  <a:cubicBezTo>
                    <a:pt x="513" y="0"/>
                    <a:pt x="1" y="497"/>
                    <a:pt x="1" y="1117"/>
                  </a:cubicBezTo>
                  <a:cubicBezTo>
                    <a:pt x="1" y="1737"/>
                    <a:pt x="513" y="2249"/>
                    <a:pt x="1133" y="2249"/>
                  </a:cubicBezTo>
                  <a:cubicBezTo>
                    <a:pt x="1753" y="2249"/>
                    <a:pt x="2250" y="1737"/>
                    <a:pt x="2250" y="1117"/>
                  </a:cubicBezTo>
                  <a:cubicBezTo>
                    <a:pt x="2250" y="497"/>
                    <a:pt x="1753" y="0"/>
                    <a:pt x="11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1" name="Google Shape;1821;p30"/>
          <p:cNvGrpSpPr/>
          <p:nvPr/>
        </p:nvGrpSpPr>
        <p:grpSpPr>
          <a:xfrm>
            <a:off x="-21743" y="78434"/>
            <a:ext cx="7072787" cy="4163477"/>
            <a:chOff x="-21743" y="78434"/>
            <a:chExt cx="7072787" cy="4163477"/>
          </a:xfrm>
        </p:grpSpPr>
        <p:grpSp>
          <p:nvGrpSpPr>
            <p:cNvPr id="1822" name="Google Shape;1822;p30"/>
            <p:cNvGrpSpPr/>
            <p:nvPr/>
          </p:nvGrpSpPr>
          <p:grpSpPr>
            <a:xfrm>
              <a:off x="6180334" y="78434"/>
              <a:ext cx="870711" cy="827216"/>
              <a:chOff x="9980459" y="2165834"/>
              <a:chExt cx="870711" cy="827216"/>
            </a:xfrm>
          </p:grpSpPr>
          <p:sp>
            <p:nvSpPr>
              <p:cNvPr id="1823" name="Google Shape;1823;p30"/>
              <p:cNvSpPr/>
              <p:nvPr/>
            </p:nvSpPr>
            <p:spPr>
              <a:xfrm rot="10800000">
                <a:off x="10213460" y="2343701"/>
                <a:ext cx="134624" cy="134624"/>
              </a:xfrm>
              <a:custGeom>
                <a:avLst/>
                <a:gdLst/>
                <a:ahLst/>
                <a:cxnLst/>
                <a:rect l="l" t="t" r="r" b="b"/>
                <a:pathLst>
                  <a:path w="9509" h="9509" extrusionOk="0">
                    <a:moveTo>
                      <a:pt x="4747" y="1"/>
                    </a:moveTo>
                    <a:cubicBezTo>
                      <a:pt x="2141" y="1"/>
                      <a:pt x="1" y="2141"/>
                      <a:pt x="1" y="4747"/>
                    </a:cubicBezTo>
                    <a:cubicBezTo>
                      <a:pt x="1" y="7368"/>
                      <a:pt x="2141" y="9508"/>
                      <a:pt x="4747" y="9508"/>
                    </a:cubicBezTo>
                    <a:cubicBezTo>
                      <a:pt x="7368" y="9508"/>
                      <a:pt x="9508" y="7368"/>
                      <a:pt x="9508" y="4747"/>
                    </a:cubicBezTo>
                    <a:cubicBezTo>
                      <a:pt x="9508" y="2141"/>
                      <a:pt x="7368" y="1"/>
                      <a:pt x="47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0"/>
              <p:cNvSpPr/>
              <p:nvPr/>
            </p:nvSpPr>
            <p:spPr>
              <a:xfrm rot="10800000">
                <a:off x="10777154" y="2288576"/>
                <a:ext cx="74015" cy="74242"/>
              </a:xfrm>
              <a:custGeom>
                <a:avLst/>
                <a:gdLst/>
                <a:ahLst/>
                <a:cxnLst/>
                <a:rect l="l" t="t" r="r" b="b"/>
                <a:pathLst>
                  <a:path w="5228" h="5244" extrusionOk="0">
                    <a:moveTo>
                      <a:pt x="2622" y="1"/>
                    </a:moveTo>
                    <a:cubicBezTo>
                      <a:pt x="1164" y="1"/>
                      <a:pt x="1" y="1164"/>
                      <a:pt x="1" y="2622"/>
                    </a:cubicBezTo>
                    <a:cubicBezTo>
                      <a:pt x="1" y="4080"/>
                      <a:pt x="1164" y="5243"/>
                      <a:pt x="2622" y="5243"/>
                    </a:cubicBezTo>
                    <a:cubicBezTo>
                      <a:pt x="4064" y="5243"/>
                      <a:pt x="5227" y="4080"/>
                      <a:pt x="5227" y="2622"/>
                    </a:cubicBezTo>
                    <a:cubicBezTo>
                      <a:pt x="5227" y="1164"/>
                      <a:pt x="4064" y="1"/>
                      <a:pt x="26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0"/>
              <p:cNvSpPr/>
              <p:nvPr/>
            </p:nvSpPr>
            <p:spPr>
              <a:xfrm rot="10800000">
                <a:off x="10495198" y="2600634"/>
                <a:ext cx="74015" cy="74228"/>
              </a:xfrm>
              <a:custGeom>
                <a:avLst/>
                <a:gdLst/>
                <a:ahLst/>
                <a:cxnLst/>
                <a:rect l="l" t="t" r="r" b="b"/>
                <a:pathLst>
                  <a:path w="5228" h="5243" extrusionOk="0">
                    <a:moveTo>
                      <a:pt x="2606" y="1"/>
                    </a:moveTo>
                    <a:cubicBezTo>
                      <a:pt x="1164" y="1"/>
                      <a:pt x="1" y="1164"/>
                      <a:pt x="1" y="2622"/>
                    </a:cubicBezTo>
                    <a:cubicBezTo>
                      <a:pt x="1" y="4080"/>
                      <a:pt x="1164" y="5243"/>
                      <a:pt x="2606" y="5243"/>
                    </a:cubicBezTo>
                    <a:cubicBezTo>
                      <a:pt x="4064" y="5196"/>
                      <a:pt x="5228" y="4018"/>
                      <a:pt x="5228" y="2622"/>
                    </a:cubicBezTo>
                    <a:cubicBezTo>
                      <a:pt x="5228" y="1164"/>
                      <a:pt x="4064" y="1"/>
                      <a:pt x="26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0"/>
              <p:cNvSpPr/>
              <p:nvPr/>
            </p:nvSpPr>
            <p:spPr>
              <a:xfrm rot="10800000">
                <a:off x="10489491" y="2202505"/>
                <a:ext cx="61486" cy="61486"/>
              </a:xfrm>
              <a:custGeom>
                <a:avLst/>
                <a:gdLst/>
                <a:ahLst/>
                <a:cxnLst/>
                <a:rect l="l" t="t" r="r" b="b"/>
                <a:pathLst>
                  <a:path w="4343" h="4343" extrusionOk="0">
                    <a:moveTo>
                      <a:pt x="2171" y="0"/>
                    </a:moveTo>
                    <a:cubicBezTo>
                      <a:pt x="977" y="0"/>
                      <a:pt x="0" y="977"/>
                      <a:pt x="0" y="2172"/>
                    </a:cubicBezTo>
                    <a:cubicBezTo>
                      <a:pt x="0" y="3381"/>
                      <a:pt x="977" y="4343"/>
                      <a:pt x="2171" y="4343"/>
                    </a:cubicBezTo>
                    <a:cubicBezTo>
                      <a:pt x="3381" y="4312"/>
                      <a:pt x="4343" y="3335"/>
                      <a:pt x="4343" y="2172"/>
                    </a:cubicBezTo>
                    <a:cubicBezTo>
                      <a:pt x="4343" y="977"/>
                      <a:pt x="3381" y="0"/>
                      <a:pt x="21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0"/>
              <p:cNvSpPr/>
              <p:nvPr/>
            </p:nvSpPr>
            <p:spPr>
              <a:xfrm rot="10800000">
                <a:off x="9980459" y="2165834"/>
                <a:ext cx="61500" cy="61486"/>
              </a:xfrm>
              <a:custGeom>
                <a:avLst/>
                <a:gdLst/>
                <a:ahLst/>
                <a:cxnLst/>
                <a:rect l="l" t="t" r="r" b="b"/>
                <a:pathLst>
                  <a:path w="4344" h="4343" extrusionOk="0">
                    <a:moveTo>
                      <a:pt x="2172" y="0"/>
                    </a:moveTo>
                    <a:cubicBezTo>
                      <a:pt x="962" y="0"/>
                      <a:pt x="0" y="962"/>
                      <a:pt x="0" y="2172"/>
                    </a:cubicBezTo>
                    <a:cubicBezTo>
                      <a:pt x="0" y="3366"/>
                      <a:pt x="962" y="4343"/>
                      <a:pt x="2172" y="4343"/>
                    </a:cubicBezTo>
                    <a:cubicBezTo>
                      <a:pt x="3366" y="4343"/>
                      <a:pt x="4343" y="3366"/>
                      <a:pt x="4343" y="2172"/>
                    </a:cubicBezTo>
                    <a:cubicBezTo>
                      <a:pt x="4343" y="962"/>
                      <a:pt x="3366" y="0"/>
                      <a:pt x="21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0"/>
              <p:cNvSpPr/>
              <p:nvPr/>
            </p:nvSpPr>
            <p:spPr>
              <a:xfrm rot="10800000">
                <a:off x="10821069" y="2980308"/>
                <a:ext cx="12529" cy="12742"/>
              </a:xfrm>
              <a:custGeom>
                <a:avLst/>
                <a:gdLst/>
                <a:ahLst/>
                <a:cxnLst/>
                <a:rect l="l" t="t" r="r" b="b"/>
                <a:pathLst>
                  <a:path w="885" h="900" extrusionOk="0">
                    <a:moveTo>
                      <a:pt x="435" y="0"/>
                    </a:moveTo>
                    <a:cubicBezTo>
                      <a:pt x="186" y="0"/>
                      <a:pt x="0" y="218"/>
                      <a:pt x="0" y="450"/>
                    </a:cubicBezTo>
                    <a:cubicBezTo>
                      <a:pt x="0" y="698"/>
                      <a:pt x="171" y="853"/>
                      <a:pt x="435" y="900"/>
                    </a:cubicBezTo>
                    <a:cubicBezTo>
                      <a:pt x="698" y="900"/>
                      <a:pt x="884" y="698"/>
                      <a:pt x="884" y="450"/>
                    </a:cubicBezTo>
                    <a:cubicBezTo>
                      <a:pt x="884" y="202"/>
                      <a:pt x="667" y="0"/>
                      <a:pt x="4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9" name="Google Shape;1829;p30"/>
            <p:cNvGrpSpPr/>
            <p:nvPr/>
          </p:nvGrpSpPr>
          <p:grpSpPr>
            <a:xfrm>
              <a:off x="-21743" y="2646981"/>
              <a:ext cx="416358" cy="1594930"/>
              <a:chOff x="10512770" y="3179919"/>
              <a:chExt cx="416358" cy="1594930"/>
            </a:xfrm>
          </p:grpSpPr>
          <p:sp>
            <p:nvSpPr>
              <p:cNvPr id="1830" name="Google Shape;1830;p30"/>
              <p:cNvSpPr/>
              <p:nvPr/>
            </p:nvSpPr>
            <p:spPr>
              <a:xfrm rot="10800000">
                <a:off x="10694807" y="4461480"/>
                <a:ext cx="64785" cy="64785"/>
              </a:xfrm>
              <a:custGeom>
                <a:avLst/>
                <a:gdLst/>
                <a:ahLst/>
                <a:cxnLst/>
                <a:rect l="l" t="t" r="r" b="b"/>
                <a:pathLst>
                  <a:path w="4576" h="4576" extrusionOk="0">
                    <a:moveTo>
                      <a:pt x="2295" y="0"/>
                    </a:moveTo>
                    <a:cubicBezTo>
                      <a:pt x="1008" y="0"/>
                      <a:pt x="0" y="1040"/>
                      <a:pt x="0" y="2280"/>
                    </a:cubicBezTo>
                    <a:cubicBezTo>
                      <a:pt x="0" y="3552"/>
                      <a:pt x="1008" y="4576"/>
                      <a:pt x="2295" y="4576"/>
                    </a:cubicBezTo>
                    <a:cubicBezTo>
                      <a:pt x="3567" y="4576"/>
                      <a:pt x="4575" y="3521"/>
                      <a:pt x="4575" y="2280"/>
                    </a:cubicBezTo>
                    <a:cubicBezTo>
                      <a:pt x="4575" y="1009"/>
                      <a:pt x="3567" y="0"/>
                      <a:pt x="22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0"/>
              <p:cNvSpPr/>
              <p:nvPr/>
            </p:nvSpPr>
            <p:spPr>
              <a:xfrm rot="10800000">
                <a:off x="10636173" y="4349482"/>
                <a:ext cx="40193" cy="40193"/>
              </a:xfrm>
              <a:custGeom>
                <a:avLst/>
                <a:gdLst/>
                <a:ahLst/>
                <a:cxnLst/>
                <a:rect l="l" t="t" r="r" b="b"/>
                <a:pathLst>
                  <a:path w="2839" h="2839" extrusionOk="0">
                    <a:moveTo>
                      <a:pt x="1412" y="0"/>
                    </a:moveTo>
                    <a:cubicBezTo>
                      <a:pt x="636" y="0"/>
                      <a:pt x="0" y="667"/>
                      <a:pt x="0" y="1427"/>
                    </a:cubicBezTo>
                    <a:cubicBezTo>
                      <a:pt x="0" y="2172"/>
                      <a:pt x="636" y="2839"/>
                      <a:pt x="1412" y="2839"/>
                    </a:cubicBezTo>
                    <a:cubicBezTo>
                      <a:pt x="2187" y="2839"/>
                      <a:pt x="2838" y="2172"/>
                      <a:pt x="2838" y="1427"/>
                    </a:cubicBezTo>
                    <a:cubicBezTo>
                      <a:pt x="2838" y="652"/>
                      <a:pt x="2171" y="0"/>
                      <a:pt x="14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0"/>
              <p:cNvSpPr/>
              <p:nvPr/>
            </p:nvSpPr>
            <p:spPr>
              <a:xfrm rot="10800000">
                <a:off x="10739397" y="4281187"/>
                <a:ext cx="116389" cy="116389"/>
              </a:xfrm>
              <a:custGeom>
                <a:avLst/>
                <a:gdLst/>
                <a:ahLst/>
                <a:cxnLst/>
                <a:rect l="l" t="t" r="r" b="b"/>
                <a:pathLst>
                  <a:path w="8221" h="8221" extrusionOk="0">
                    <a:moveTo>
                      <a:pt x="4111" y="0"/>
                    </a:moveTo>
                    <a:cubicBezTo>
                      <a:pt x="1800" y="0"/>
                      <a:pt x="1" y="1861"/>
                      <a:pt x="1" y="4110"/>
                    </a:cubicBezTo>
                    <a:cubicBezTo>
                      <a:pt x="1" y="6359"/>
                      <a:pt x="1846" y="8189"/>
                      <a:pt x="4111" y="8220"/>
                    </a:cubicBezTo>
                    <a:cubicBezTo>
                      <a:pt x="6406" y="8220"/>
                      <a:pt x="8221" y="6359"/>
                      <a:pt x="8221" y="4110"/>
                    </a:cubicBezTo>
                    <a:cubicBezTo>
                      <a:pt x="8221" y="1799"/>
                      <a:pt x="6360" y="0"/>
                      <a:pt x="41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0"/>
              <p:cNvSpPr/>
              <p:nvPr/>
            </p:nvSpPr>
            <p:spPr>
              <a:xfrm rot="10800000">
                <a:off x="10660117" y="4190057"/>
                <a:ext cx="56007" cy="56007"/>
              </a:xfrm>
              <a:custGeom>
                <a:avLst/>
                <a:gdLst/>
                <a:ahLst/>
                <a:cxnLst/>
                <a:rect l="l" t="t" r="r" b="b"/>
                <a:pathLst>
                  <a:path w="3956" h="3956" extrusionOk="0">
                    <a:moveTo>
                      <a:pt x="1971" y="1"/>
                    </a:moveTo>
                    <a:cubicBezTo>
                      <a:pt x="885" y="1"/>
                      <a:pt x="1" y="885"/>
                      <a:pt x="1" y="1986"/>
                    </a:cubicBezTo>
                    <a:cubicBezTo>
                      <a:pt x="1" y="3072"/>
                      <a:pt x="885" y="3956"/>
                      <a:pt x="1971" y="3956"/>
                    </a:cubicBezTo>
                    <a:cubicBezTo>
                      <a:pt x="3056" y="3956"/>
                      <a:pt x="3956" y="3056"/>
                      <a:pt x="3956" y="1986"/>
                    </a:cubicBezTo>
                    <a:cubicBezTo>
                      <a:pt x="3956" y="900"/>
                      <a:pt x="3056" y="1"/>
                      <a:pt x="19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0"/>
              <p:cNvSpPr/>
              <p:nvPr/>
            </p:nvSpPr>
            <p:spPr>
              <a:xfrm rot="10800000">
                <a:off x="10777379" y="4127914"/>
                <a:ext cx="52269" cy="52269"/>
              </a:xfrm>
              <a:custGeom>
                <a:avLst/>
                <a:gdLst/>
                <a:ahLst/>
                <a:cxnLst/>
                <a:rect l="l" t="t" r="r" b="b"/>
                <a:pathLst>
                  <a:path w="3692" h="3692" extrusionOk="0">
                    <a:moveTo>
                      <a:pt x="1846" y="1"/>
                    </a:moveTo>
                    <a:cubicBezTo>
                      <a:pt x="822" y="1"/>
                      <a:pt x="0" y="838"/>
                      <a:pt x="0" y="1846"/>
                    </a:cubicBezTo>
                    <a:cubicBezTo>
                      <a:pt x="0" y="2839"/>
                      <a:pt x="807" y="3692"/>
                      <a:pt x="1846" y="3692"/>
                    </a:cubicBezTo>
                    <a:cubicBezTo>
                      <a:pt x="2885" y="3692"/>
                      <a:pt x="3692" y="2870"/>
                      <a:pt x="3692" y="1846"/>
                    </a:cubicBezTo>
                    <a:cubicBezTo>
                      <a:pt x="3692" y="823"/>
                      <a:pt x="2854" y="1"/>
                      <a:pt x="18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0"/>
              <p:cNvSpPr/>
              <p:nvPr/>
            </p:nvSpPr>
            <p:spPr>
              <a:xfrm rot="10800000">
                <a:off x="10699633" y="4025801"/>
                <a:ext cx="44596" cy="44582"/>
              </a:xfrm>
              <a:custGeom>
                <a:avLst/>
                <a:gdLst/>
                <a:ahLst/>
                <a:cxnLst/>
                <a:rect l="l" t="t" r="r" b="b"/>
                <a:pathLst>
                  <a:path w="3150" h="3149" extrusionOk="0">
                    <a:moveTo>
                      <a:pt x="1583" y="0"/>
                    </a:moveTo>
                    <a:cubicBezTo>
                      <a:pt x="683" y="0"/>
                      <a:pt x="1" y="714"/>
                      <a:pt x="1" y="1567"/>
                    </a:cubicBezTo>
                    <a:cubicBezTo>
                      <a:pt x="1" y="2404"/>
                      <a:pt x="699" y="3102"/>
                      <a:pt x="1583" y="3149"/>
                    </a:cubicBezTo>
                    <a:cubicBezTo>
                      <a:pt x="2467" y="3149"/>
                      <a:pt x="3149" y="2420"/>
                      <a:pt x="3149" y="1567"/>
                    </a:cubicBezTo>
                    <a:cubicBezTo>
                      <a:pt x="3149" y="683"/>
                      <a:pt x="2436" y="0"/>
                      <a:pt x="15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0"/>
              <p:cNvSpPr/>
              <p:nvPr/>
            </p:nvSpPr>
            <p:spPr>
              <a:xfrm rot="10800000">
                <a:off x="10512770" y="4381541"/>
                <a:ext cx="79933" cy="79721"/>
              </a:xfrm>
              <a:custGeom>
                <a:avLst/>
                <a:gdLst/>
                <a:ahLst/>
                <a:cxnLst/>
                <a:rect l="l" t="t" r="r" b="b"/>
                <a:pathLst>
                  <a:path w="5646" h="5631" extrusionOk="0">
                    <a:moveTo>
                      <a:pt x="2823" y="0"/>
                    </a:moveTo>
                    <a:cubicBezTo>
                      <a:pt x="1241" y="0"/>
                      <a:pt x="0" y="1241"/>
                      <a:pt x="0" y="2808"/>
                    </a:cubicBezTo>
                    <a:cubicBezTo>
                      <a:pt x="0" y="4389"/>
                      <a:pt x="1303" y="5630"/>
                      <a:pt x="2839" y="5630"/>
                    </a:cubicBezTo>
                    <a:cubicBezTo>
                      <a:pt x="4405" y="5630"/>
                      <a:pt x="5646" y="4389"/>
                      <a:pt x="5646" y="2808"/>
                    </a:cubicBezTo>
                    <a:cubicBezTo>
                      <a:pt x="5646" y="1241"/>
                      <a:pt x="4390" y="0"/>
                      <a:pt x="28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0"/>
              <p:cNvSpPr/>
              <p:nvPr/>
            </p:nvSpPr>
            <p:spPr>
              <a:xfrm rot="10800000">
                <a:off x="10868731" y="4490901"/>
                <a:ext cx="60396" cy="60396"/>
              </a:xfrm>
              <a:custGeom>
                <a:avLst/>
                <a:gdLst/>
                <a:ahLst/>
                <a:cxnLst/>
                <a:rect l="l" t="t" r="r" b="b"/>
                <a:pathLst>
                  <a:path w="4266" h="4266" extrusionOk="0">
                    <a:moveTo>
                      <a:pt x="2125" y="0"/>
                    </a:moveTo>
                    <a:cubicBezTo>
                      <a:pt x="962" y="0"/>
                      <a:pt x="1" y="977"/>
                      <a:pt x="1" y="2141"/>
                    </a:cubicBezTo>
                    <a:cubicBezTo>
                      <a:pt x="1" y="3304"/>
                      <a:pt x="962" y="4265"/>
                      <a:pt x="2125" y="4265"/>
                    </a:cubicBezTo>
                    <a:cubicBezTo>
                      <a:pt x="3289" y="4265"/>
                      <a:pt x="4266" y="3304"/>
                      <a:pt x="4266" y="2141"/>
                    </a:cubicBezTo>
                    <a:cubicBezTo>
                      <a:pt x="4266" y="977"/>
                      <a:pt x="3289" y="0"/>
                      <a:pt x="2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0"/>
              <p:cNvSpPr/>
              <p:nvPr/>
            </p:nvSpPr>
            <p:spPr>
              <a:xfrm rot="10800000">
                <a:off x="10785065" y="4626383"/>
                <a:ext cx="28556" cy="28570"/>
              </a:xfrm>
              <a:custGeom>
                <a:avLst/>
                <a:gdLst/>
                <a:ahLst/>
                <a:cxnLst/>
                <a:rect l="l" t="t" r="r" b="b"/>
                <a:pathLst>
                  <a:path w="2017" h="2018" extrusionOk="0">
                    <a:moveTo>
                      <a:pt x="1009" y="1"/>
                    </a:moveTo>
                    <a:cubicBezTo>
                      <a:pt x="450" y="1"/>
                      <a:pt x="1" y="435"/>
                      <a:pt x="1" y="1009"/>
                    </a:cubicBezTo>
                    <a:cubicBezTo>
                      <a:pt x="1" y="1521"/>
                      <a:pt x="450" y="1971"/>
                      <a:pt x="1009" y="2017"/>
                    </a:cubicBezTo>
                    <a:cubicBezTo>
                      <a:pt x="1567" y="2017"/>
                      <a:pt x="2017" y="1567"/>
                      <a:pt x="2017" y="1009"/>
                    </a:cubicBezTo>
                    <a:cubicBezTo>
                      <a:pt x="2017" y="435"/>
                      <a:pt x="1567" y="1"/>
                      <a:pt x="10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0"/>
              <p:cNvSpPr/>
              <p:nvPr/>
            </p:nvSpPr>
            <p:spPr>
              <a:xfrm rot="10800000">
                <a:off x="10760034" y="4726968"/>
                <a:ext cx="47881" cy="47881"/>
              </a:xfrm>
              <a:custGeom>
                <a:avLst/>
                <a:gdLst/>
                <a:ahLst/>
                <a:cxnLst/>
                <a:rect l="l" t="t" r="r" b="b"/>
                <a:pathLst>
                  <a:path w="3382" h="3382" extrusionOk="0">
                    <a:moveTo>
                      <a:pt x="1691" y="1"/>
                    </a:moveTo>
                    <a:cubicBezTo>
                      <a:pt x="761" y="1"/>
                      <a:pt x="1" y="761"/>
                      <a:pt x="1" y="1691"/>
                    </a:cubicBezTo>
                    <a:cubicBezTo>
                      <a:pt x="1" y="2622"/>
                      <a:pt x="761" y="3382"/>
                      <a:pt x="1691" y="3382"/>
                    </a:cubicBezTo>
                    <a:cubicBezTo>
                      <a:pt x="2622" y="3382"/>
                      <a:pt x="3382" y="2622"/>
                      <a:pt x="3382" y="1691"/>
                    </a:cubicBezTo>
                    <a:cubicBezTo>
                      <a:pt x="3382" y="761"/>
                      <a:pt x="2622" y="1"/>
                      <a:pt x="1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0"/>
              <p:cNvSpPr/>
              <p:nvPr/>
            </p:nvSpPr>
            <p:spPr>
              <a:xfrm rot="10800000">
                <a:off x="10751469" y="3804446"/>
                <a:ext cx="60396" cy="60396"/>
              </a:xfrm>
              <a:custGeom>
                <a:avLst/>
                <a:gdLst/>
                <a:ahLst/>
                <a:cxnLst/>
                <a:rect l="l" t="t" r="r" b="b"/>
                <a:pathLst>
                  <a:path w="4266" h="4266" extrusionOk="0">
                    <a:moveTo>
                      <a:pt x="2126" y="0"/>
                    </a:moveTo>
                    <a:cubicBezTo>
                      <a:pt x="962" y="0"/>
                      <a:pt x="1" y="977"/>
                      <a:pt x="1" y="2141"/>
                    </a:cubicBezTo>
                    <a:cubicBezTo>
                      <a:pt x="1" y="3304"/>
                      <a:pt x="962" y="4234"/>
                      <a:pt x="2126" y="4265"/>
                    </a:cubicBezTo>
                    <a:cubicBezTo>
                      <a:pt x="3289" y="4265"/>
                      <a:pt x="4266" y="3304"/>
                      <a:pt x="4266" y="2141"/>
                    </a:cubicBezTo>
                    <a:cubicBezTo>
                      <a:pt x="4266" y="977"/>
                      <a:pt x="3289" y="0"/>
                      <a:pt x="21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0"/>
              <p:cNvSpPr/>
              <p:nvPr/>
            </p:nvSpPr>
            <p:spPr>
              <a:xfrm rot="10800000">
                <a:off x="10805710" y="3637556"/>
                <a:ext cx="47654" cy="47654"/>
              </a:xfrm>
              <a:custGeom>
                <a:avLst/>
                <a:gdLst/>
                <a:ahLst/>
                <a:cxnLst/>
                <a:rect l="l" t="t" r="r" b="b"/>
                <a:pathLst>
                  <a:path w="3366" h="3366" extrusionOk="0">
                    <a:moveTo>
                      <a:pt x="1675" y="0"/>
                    </a:moveTo>
                    <a:cubicBezTo>
                      <a:pt x="745" y="0"/>
                      <a:pt x="0" y="745"/>
                      <a:pt x="0" y="1691"/>
                    </a:cubicBezTo>
                    <a:cubicBezTo>
                      <a:pt x="0" y="2621"/>
                      <a:pt x="745" y="3366"/>
                      <a:pt x="1675" y="3366"/>
                    </a:cubicBezTo>
                    <a:cubicBezTo>
                      <a:pt x="2622" y="3366"/>
                      <a:pt x="3366" y="2621"/>
                      <a:pt x="3366" y="1691"/>
                    </a:cubicBezTo>
                    <a:cubicBezTo>
                      <a:pt x="3366" y="745"/>
                      <a:pt x="2622" y="0"/>
                      <a:pt x="16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0"/>
              <p:cNvSpPr/>
              <p:nvPr/>
            </p:nvSpPr>
            <p:spPr>
              <a:xfrm rot="10800000">
                <a:off x="10879489" y="3471756"/>
                <a:ext cx="20217" cy="20217"/>
              </a:xfrm>
              <a:custGeom>
                <a:avLst/>
                <a:gdLst/>
                <a:ahLst/>
                <a:cxnLst/>
                <a:rect l="l" t="t" r="r" b="b"/>
                <a:pathLst>
                  <a:path w="1428" h="1428" extrusionOk="0">
                    <a:moveTo>
                      <a:pt x="714" y="1"/>
                    </a:moveTo>
                    <a:cubicBezTo>
                      <a:pt x="327" y="1"/>
                      <a:pt x="1" y="311"/>
                      <a:pt x="1" y="714"/>
                    </a:cubicBezTo>
                    <a:cubicBezTo>
                      <a:pt x="1" y="1117"/>
                      <a:pt x="327" y="1427"/>
                      <a:pt x="714" y="1427"/>
                    </a:cubicBezTo>
                    <a:cubicBezTo>
                      <a:pt x="1102" y="1427"/>
                      <a:pt x="1428" y="1117"/>
                      <a:pt x="1428" y="714"/>
                    </a:cubicBezTo>
                    <a:cubicBezTo>
                      <a:pt x="1428" y="326"/>
                      <a:pt x="1102" y="1"/>
                      <a:pt x="7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0"/>
              <p:cNvSpPr/>
              <p:nvPr/>
            </p:nvSpPr>
            <p:spPr>
              <a:xfrm rot="10800000">
                <a:off x="10780009" y="3338239"/>
                <a:ext cx="16040" cy="16040"/>
              </a:xfrm>
              <a:custGeom>
                <a:avLst/>
                <a:gdLst/>
                <a:ahLst/>
                <a:cxnLst/>
                <a:rect l="l" t="t" r="r" b="b"/>
                <a:pathLst>
                  <a:path w="1133" h="1133" extrusionOk="0">
                    <a:moveTo>
                      <a:pt x="559" y="0"/>
                    </a:moveTo>
                    <a:cubicBezTo>
                      <a:pt x="233" y="0"/>
                      <a:pt x="0" y="233"/>
                      <a:pt x="0" y="558"/>
                    </a:cubicBezTo>
                    <a:cubicBezTo>
                      <a:pt x="0" y="900"/>
                      <a:pt x="233" y="1132"/>
                      <a:pt x="559" y="1132"/>
                    </a:cubicBezTo>
                    <a:cubicBezTo>
                      <a:pt x="900" y="1132"/>
                      <a:pt x="1133" y="900"/>
                      <a:pt x="1133" y="558"/>
                    </a:cubicBezTo>
                    <a:cubicBezTo>
                      <a:pt x="1133" y="233"/>
                      <a:pt x="900" y="0"/>
                      <a:pt x="5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0"/>
              <p:cNvSpPr/>
              <p:nvPr/>
            </p:nvSpPr>
            <p:spPr>
              <a:xfrm rot="10800000">
                <a:off x="10831393" y="3179919"/>
                <a:ext cx="36243" cy="36243"/>
              </a:xfrm>
              <a:custGeom>
                <a:avLst/>
                <a:gdLst/>
                <a:ahLst/>
                <a:cxnLst/>
                <a:rect l="l" t="t" r="r" b="b"/>
                <a:pathLst>
                  <a:path w="2560" h="2560" extrusionOk="0">
                    <a:moveTo>
                      <a:pt x="1272" y="1"/>
                    </a:moveTo>
                    <a:cubicBezTo>
                      <a:pt x="559" y="1"/>
                      <a:pt x="0" y="606"/>
                      <a:pt x="0" y="1272"/>
                    </a:cubicBezTo>
                    <a:cubicBezTo>
                      <a:pt x="0" y="1955"/>
                      <a:pt x="559" y="2529"/>
                      <a:pt x="1272" y="2560"/>
                    </a:cubicBezTo>
                    <a:cubicBezTo>
                      <a:pt x="2001" y="2560"/>
                      <a:pt x="2559" y="1955"/>
                      <a:pt x="2559" y="1272"/>
                    </a:cubicBezTo>
                    <a:cubicBezTo>
                      <a:pt x="2559" y="559"/>
                      <a:pt x="1955" y="1"/>
                      <a:pt x="12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ackground 1">
  <p:cSld name="CUSTOM_9_1">
    <p:spTree>
      <p:nvGrpSpPr>
        <p:cNvPr id="1" name="Shape 1845"/>
        <p:cNvGrpSpPr/>
        <p:nvPr/>
      </p:nvGrpSpPr>
      <p:grpSpPr>
        <a:xfrm>
          <a:off x="0" y="0"/>
          <a:ext cx="0" cy="0"/>
          <a:chOff x="0" y="0"/>
          <a:chExt cx="0" cy="0"/>
        </a:xfrm>
      </p:grpSpPr>
      <p:pic>
        <p:nvPicPr>
          <p:cNvPr id="1846" name="Google Shape;1846;p31"/>
          <p:cNvPicPr preferRelativeResize="0"/>
          <p:nvPr/>
        </p:nvPicPr>
        <p:blipFill rotWithShape="1">
          <a:blip r:embed="rId2">
            <a:alphaModFix/>
          </a:blip>
          <a:srcRect/>
          <a:stretch/>
        </p:blipFill>
        <p:spPr>
          <a:xfrm>
            <a:off x="0" y="0"/>
            <a:ext cx="9144000" cy="5143500"/>
          </a:xfrm>
          <a:prstGeom prst="rect">
            <a:avLst/>
          </a:prstGeom>
          <a:noFill/>
          <a:ln>
            <a:noFill/>
          </a:ln>
        </p:spPr>
      </p:pic>
      <p:grpSp>
        <p:nvGrpSpPr>
          <p:cNvPr id="1847" name="Google Shape;1847;p31"/>
          <p:cNvGrpSpPr/>
          <p:nvPr/>
        </p:nvGrpSpPr>
        <p:grpSpPr>
          <a:xfrm>
            <a:off x="-550766" y="-64986"/>
            <a:ext cx="10944585" cy="5322136"/>
            <a:chOff x="-550766" y="-64986"/>
            <a:chExt cx="10944585" cy="5322136"/>
          </a:xfrm>
        </p:grpSpPr>
        <p:sp>
          <p:nvSpPr>
            <p:cNvPr id="1848" name="Google Shape;1848;p31"/>
            <p:cNvSpPr/>
            <p:nvPr/>
          </p:nvSpPr>
          <p:spPr>
            <a:xfrm rot="5400000" flipH="1">
              <a:off x="6505929" y="1369261"/>
              <a:ext cx="4437276" cy="3338502"/>
            </a:xfrm>
            <a:custGeom>
              <a:avLst/>
              <a:gdLst/>
              <a:ahLst/>
              <a:cxnLst/>
              <a:rect l="l" t="t" r="r" b="b"/>
              <a:pathLst>
                <a:path w="201237" h="151406" extrusionOk="0">
                  <a:moveTo>
                    <a:pt x="0" y="1"/>
                  </a:moveTo>
                  <a:lnTo>
                    <a:pt x="0" y="151405"/>
                  </a:lnTo>
                  <a:cubicBezTo>
                    <a:pt x="6064" y="134314"/>
                    <a:pt x="13447" y="116927"/>
                    <a:pt x="27948" y="106334"/>
                  </a:cubicBezTo>
                  <a:cubicBezTo>
                    <a:pt x="31934" y="103450"/>
                    <a:pt x="36401" y="101108"/>
                    <a:pt x="41224" y="100100"/>
                  </a:cubicBezTo>
                  <a:cubicBezTo>
                    <a:pt x="44033" y="99514"/>
                    <a:pt x="46893" y="99389"/>
                    <a:pt x="49768" y="99389"/>
                  </a:cubicBezTo>
                  <a:cubicBezTo>
                    <a:pt x="51903" y="99389"/>
                    <a:pt x="54046" y="99458"/>
                    <a:pt x="56181" y="99458"/>
                  </a:cubicBezTo>
                  <a:cubicBezTo>
                    <a:pt x="58553" y="99458"/>
                    <a:pt x="60916" y="99373"/>
                    <a:pt x="63248" y="99014"/>
                  </a:cubicBezTo>
                  <a:cubicBezTo>
                    <a:pt x="77052" y="96796"/>
                    <a:pt x="87598" y="85319"/>
                    <a:pt x="94407" y="73128"/>
                  </a:cubicBezTo>
                  <a:cubicBezTo>
                    <a:pt x="101247" y="60938"/>
                    <a:pt x="105589" y="47320"/>
                    <a:pt x="113515" y="35828"/>
                  </a:cubicBezTo>
                  <a:cubicBezTo>
                    <a:pt x="126619" y="16753"/>
                    <a:pt x="149552" y="4917"/>
                    <a:pt x="172677" y="4917"/>
                  </a:cubicBezTo>
                  <a:cubicBezTo>
                    <a:pt x="174541" y="4917"/>
                    <a:pt x="176406" y="4994"/>
                    <a:pt x="178267" y="5150"/>
                  </a:cubicBezTo>
                  <a:cubicBezTo>
                    <a:pt x="183509" y="5600"/>
                    <a:pt x="188891" y="6732"/>
                    <a:pt x="193156" y="9834"/>
                  </a:cubicBezTo>
                  <a:cubicBezTo>
                    <a:pt x="196863" y="12517"/>
                    <a:pt x="199314" y="16425"/>
                    <a:pt x="201237" y="20706"/>
                  </a:cubicBezTo>
                  <a:lnTo>
                    <a:pt x="201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1"/>
            <p:cNvSpPr/>
            <p:nvPr/>
          </p:nvSpPr>
          <p:spPr>
            <a:xfrm rot="5400000">
              <a:off x="-158196" y="3203138"/>
              <a:ext cx="1916260" cy="1964466"/>
            </a:xfrm>
            <a:custGeom>
              <a:avLst/>
              <a:gdLst/>
              <a:ahLst/>
              <a:cxnLst/>
              <a:rect l="l" t="t" r="r" b="b"/>
              <a:pathLst>
                <a:path w="135353" h="138758" extrusionOk="0">
                  <a:moveTo>
                    <a:pt x="69551" y="0"/>
                  </a:moveTo>
                  <a:cubicBezTo>
                    <a:pt x="63704" y="0"/>
                    <a:pt x="57794" y="2012"/>
                    <a:pt x="52733" y="5220"/>
                  </a:cubicBezTo>
                  <a:cubicBezTo>
                    <a:pt x="45475" y="9810"/>
                    <a:pt x="39783" y="16619"/>
                    <a:pt x="34696" y="23738"/>
                  </a:cubicBezTo>
                  <a:cubicBezTo>
                    <a:pt x="11478" y="56417"/>
                    <a:pt x="1" y="98060"/>
                    <a:pt x="2870" y="138757"/>
                  </a:cubicBezTo>
                  <a:lnTo>
                    <a:pt x="135353" y="138757"/>
                  </a:lnTo>
                  <a:lnTo>
                    <a:pt x="135353" y="39124"/>
                  </a:lnTo>
                  <a:cubicBezTo>
                    <a:pt x="132719" y="40848"/>
                    <a:pt x="129655" y="41615"/>
                    <a:pt x="126507" y="41615"/>
                  </a:cubicBezTo>
                  <a:cubicBezTo>
                    <a:pt x="121927" y="41615"/>
                    <a:pt x="117168" y="39990"/>
                    <a:pt x="113298" y="37324"/>
                  </a:cubicBezTo>
                  <a:cubicBezTo>
                    <a:pt x="106257" y="32454"/>
                    <a:pt x="101387" y="24901"/>
                    <a:pt x="96238" y="17844"/>
                  </a:cubicBezTo>
                  <a:cubicBezTo>
                    <a:pt x="91073" y="10803"/>
                    <a:pt x="85055" y="3839"/>
                    <a:pt x="77006" y="1187"/>
                  </a:cubicBezTo>
                  <a:cubicBezTo>
                    <a:pt x="74581" y="374"/>
                    <a:pt x="72072" y="0"/>
                    <a:pt x="69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1"/>
            <p:cNvSpPr/>
            <p:nvPr/>
          </p:nvSpPr>
          <p:spPr>
            <a:xfrm rot="5400000">
              <a:off x="-1891973" y="1276221"/>
              <a:ext cx="4303454" cy="1621040"/>
            </a:xfrm>
            <a:custGeom>
              <a:avLst/>
              <a:gdLst/>
              <a:ahLst/>
              <a:cxnLst/>
              <a:rect l="l" t="t" r="r" b="b"/>
              <a:pathLst>
                <a:path w="177462" h="66847" extrusionOk="0">
                  <a:moveTo>
                    <a:pt x="1" y="0"/>
                  </a:moveTo>
                  <a:cubicBezTo>
                    <a:pt x="11" y="1"/>
                    <a:pt x="21" y="2"/>
                    <a:pt x="32" y="4"/>
                  </a:cubicBezTo>
                  <a:lnTo>
                    <a:pt x="32" y="4"/>
                  </a:lnTo>
                  <a:lnTo>
                    <a:pt x="32" y="0"/>
                  </a:lnTo>
                  <a:close/>
                  <a:moveTo>
                    <a:pt x="32" y="4"/>
                  </a:moveTo>
                  <a:lnTo>
                    <a:pt x="32" y="66846"/>
                  </a:lnTo>
                  <a:lnTo>
                    <a:pt x="117889" y="66846"/>
                  </a:lnTo>
                  <a:cubicBezTo>
                    <a:pt x="138765" y="66846"/>
                    <a:pt x="161114" y="63248"/>
                    <a:pt x="177461" y="50220"/>
                  </a:cubicBezTo>
                  <a:lnTo>
                    <a:pt x="177461" y="50220"/>
                  </a:lnTo>
                  <a:cubicBezTo>
                    <a:pt x="165394" y="55022"/>
                    <a:pt x="152469" y="56792"/>
                    <a:pt x="139457" y="56792"/>
                  </a:cubicBezTo>
                  <a:cubicBezTo>
                    <a:pt x="131329" y="56792"/>
                    <a:pt x="123167" y="56101"/>
                    <a:pt x="115159" y="55028"/>
                  </a:cubicBezTo>
                  <a:cubicBezTo>
                    <a:pt x="88374" y="51430"/>
                    <a:pt x="61418" y="43365"/>
                    <a:pt x="40605" y="26180"/>
                  </a:cubicBezTo>
                  <a:cubicBezTo>
                    <a:pt x="34370" y="21031"/>
                    <a:pt x="28786" y="15137"/>
                    <a:pt x="22427" y="10128"/>
                  </a:cubicBezTo>
                  <a:cubicBezTo>
                    <a:pt x="16092" y="5109"/>
                    <a:pt x="8040" y="926"/>
                    <a:pt x="32"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1" name="Google Shape;1851;p31"/>
          <p:cNvGrpSpPr/>
          <p:nvPr/>
        </p:nvGrpSpPr>
        <p:grpSpPr>
          <a:xfrm rot="-5400000" flipH="1">
            <a:off x="7927934" y="-912244"/>
            <a:ext cx="1005688" cy="2436522"/>
            <a:chOff x="4683175" y="1971488"/>
            <a:chExt cx="1261525" cy="3056350"/>
          </a:xfrm>
        </p:grpSpPr>
        <p:sp>
          <p:nvSpPr>
            <p:cNvPr id="1852" name="Google Shape;1852;p31"/>
            <p:cNvSpPr/>
            <p:nvPr/>
          </p:nvSpPr>
          <p:spPr>
            <a:xfrm>
              <a:off x="5097050" y="4241038"/>
              <a:ext cx="87350" cy="87350"/>
            </a:xfrm>
            <a:custGeom>
              <a:avLst/>
              <a:gdLst/>
              <a:ahLst/>
              <a:cxnLst/>
              <a:rect l="l" t="t" r="r" b="b"/>
              <a:pathLst>
                <a:path w="3494" h="3494" extrusionOk="0">
                  <a:moveTo>
                    <a:pt x="1747" y="1"/>
                  </a:moveTo>
                  <a:cubicBezTo>
                    <a:pt x="787" y="1"/>
                    <a:pt x="1" y="787"/>
                    <a:pt x="1" y="1747"/>
                  </a:cubicBezTo>
                  <a:cubicBezTo>
                    <a:pt x="1" y="2716"/>
                    <a:pt x="787" y="3494"/>
                    <a:pt x="1747" y="3494"/>
                  </a:cubicBezTo>
                  <a:cubicBezTo>
                    <a:pt x="2707" y="3494"/>
                    <a:pt x="3493" y="2716"/>
                    <a:pt x="3493" y="1747"/>
                  </a:cubicBezTo>
                  <a:cubicBezTo>
                    <a:pt x="3493" y="787"/>
                    <a:pt x="2707" y="1"/>
                    <a:pt x="17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1"/>
            <p:cNvSpPr/>
            <p:nvPr/>
          </p:nvSpPr>
          <p:spPr>
            <a:xfrm>
              <a:off x="5207075" y="4446463"/>
              <a:ext cx="32100" cy="32325"/>
            </a:xfrm>
            <a:custGeom>
              <a:avLst/>
              <a:gdLst/>
              <a:ahLst/>
              <a:cxnLst/>
              <a:rect l="l" t="t" r="r" b="b"/>
              <a:pathLst>
                <a:path w="1284" h="1293" extrusionOk="0">
                  <a:moveTo>
                    <a:pt x="638" y="0"/>
                  </a:moveTo>
                  <a:cubicBezTo>
                    <a:pt x="280" y="0"/>
                    <a:pt x="0" y="289"/>
                    <a:pt x="0" y="647"/>
                  </a:cubicBezTo>
                  <a:cubicBezTo>
                    <a:pt x="0" y="996"/>
                    <a:pt x="280" y="1293"/>
                    <a:pt x="638" y="1293"/>
                  </a:cubicBezTo>
                  <a:cubicBezTo>
                    <a:pt x="1005" y="1293"/>
                    <a:pt x="1284" y="1013"/>
                    <a:pt x="1284" y="647"/>
                  </a:cubicBezTo>
                  <a:cubicBezTo>
                    <a:pt x="1284" y="297"/>
                    <a:pt x="1005" y="0"/>
                    <a:pt x="6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1"/>
            <p:cNvSpPr/>
            <p:nvPr/>
          </p:nvSpPr>
          <p:spPr>
            <a:xfrm>
              <a:off x="5021975" y="4535313"/>
              <a:ext cx="29050" cy="28850"/>
            </a:xfrm>
            <a:custGeom>
              <a:avLst/>
              <a:gdLst/>
              <a:ahLst/>
              <a:cxnLst/>
              <a:rect l="l" t="t" r="r" b="b"/>
              <a:pathLst>
                <a:path w="1162" h="1154" extrusionOk="0">
                  <a:moveTo>
                    <a:pt x="585" y="0"/>
                  </a:moveTo>
                  <a:cubicBezTo>
                    <a:pt x="262" y="0"/>
                    <a:pt x="0" y="262"/>
                    <a:pt x="0" y="576"/>
                  </a:cubicBezTo>
                  <a:cubicBezTo>
                    <a:pt x="0" y="891"/>
                    <a:pt x="262" y="1153"/>
                    <a:pt x="585" y="1153"/>
                  </a:cubicBezTo>
                  <a:cubicBezTo>
                    <a:pt x="595" y="1153"/>
                    <a:pt x="605" y="1154"/>
                    <a:pt x="615" y="1154"/>
                  </a:cubicBezTo>
                  <a:cubicBezTo>
                    <a:pt x="916" y="1154"/>
                    <a:pt x="1161" y="898"/>
                    <a:pt x="1161" y="576"/>
                  </a:cubicBezTo>
                  <a:cubicBezTo>
                    <a:pt x="1161" y="262"/>
                    <a:pt x="899" y="0"/>
                    <a:pt x="5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1"/>
            <p:cNvSpPr/>
            <p:nvPr/>
          </p:nvSpPr>
          <p:spPr>
            <a:xfrm>
              <a:off x="5079375" y="4668788"/>
              <a:ext cx="91050" cy="84725"/>
            </a:xfrm>
            <a:custGeom>
              <a:avLst/>
              <a:gdLst/>
              <a:ahLst/>
              <a:cxnLst/>
              <a:rect l="l" t="t" r="r" b="b"/>
              <a:pathLst>
                <a:path w="3642" h="3389" extrusionOk="0">
                  <a:moveTo>
                    <a:pt x="1817" y="1"/>
                  </a:moveTo>
                  <a:cubicBezTo>
                    <a:pt x="1728" y="1"/>
                    <a:pt x="1637" y="8"/>
                    <a:pt x="1546" y="22"/>
                  </a:cubicBezTo>
                  <a:cubicBezTo>
                    <a:pt x="620" y="180"/>
                    <a:pt x="0" y="1044"/>
                    <a:pt x="149" y="1969"/>
                  </a:cubicBezTo>
                  <a:cubicBezTo>
                    <a:pt x="283" y="2796"/>
                    <a:pt x="1005" y="3388"/>
                    <a:pt x="1818" y="3388"/>
                  </a:cubicBezTo>
                  <a:cubicBezTo>
                    <a:pt x="1907" y="3388"/>
                    <a:pt x="1997" y="3381"/>
                    <a:pt x="2087" y="3367"/>
                  </a:cubicBezTo>
                  <a:cubicBezTo>
                    <a:pt x="3013" y="3218"/>
                    <a:pt x="3642" y="2345"/>
                    <a:pt x="3493" y="1419"/>
                  </a:cubicBezTo>
                  <a:cubicBezTo>
                    <a:pt x="3351" y="593"/>
                    <a:pt x="2635" y="1"/>
                    <a:pt x="18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1"/>
            <p:cNvSpPr/>
            <p:nvPr/>
          </p:nvSpPr>
          <p:spPr>
            <a:xfrm>
              <a:off x="4921125" y="4404538"/>
              <a:ext cx="36475" cy="36700"/>
            </a:xfrm>
            <a:custGeom>
              <a:avLst/>
              <a:gdLst/>
              <a:ahLst/>
              <a:cxnLst/>
              <a:rect l="l" t="t" r="r" b="b"/>
              <a:pathLst>
                <a:path w="1459" h="1468" extrusionOk="0">
                  <a:moveTo>
                    <a:pt x="734" y="1"/>
                  </a:moveTo>
                  <a:cubicBezTo>
                    <a:pt x="323" y="1"/>
                    <a:pt x="0" y="333"/>
                    <a:pt x="0" y="734"/>
                  </a:cubicBezTo>
                  <a:cubicBezTo>
                    <a:pt x="0" y="1136"/>
                    <a:pt x="323" y="1468"/>
                    <a:pt x="734" y="1468"/>
                  </a:cubicBezTo>
                  <a:cubicBezTo>
                    <a:pt x="1135" y="1450"/>
                    <a:pt x="1458" y="1136"/>
                    <a:pt x="1458" y="734"/>
                  </a:cubicBezTo>
                  <a:cubicBezTo>
                    <a:pt x="1458" y="333"/>
                    <a:pt x="1135" y="1"/>
                    <a:pt x="7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1"/>
            <p:cNvSpPr/>
            <p:nvPr/>
          </p:nvSpPr>
          <p:spPr>
            <a:xfrm>
              <a:off x="5450900" y="4720413"/>
              <a:ext cx="65525" cy="65525"/>
            </a:xfrm>
            <a:custGeom>
              <a:avLst/>
              <a:gdLst/>
              <a:ahLst/>
              <a:cxnLst/>
              <a:rect l="l" t="t" r="r" b="b"/>
              <a:pathLst>
                <a:path w="2621" h="2621" extrusionOk="0">
                  <a:moveTo>
                    <a:pt x="1310" y="1"/>
                  </a:moveTo>
                  <a:cubicBezTo>
                    <a:pt x="586" y="1"/>
                    <a:pt x="1" y="594"/>
                    <a:pt x="1" y="1310"/>
                  </a:cubicBezTo>
                  <a:cubicBezTo>
                    <a:pt x="1" y="2035"/>
                    <a:pt x="586" y="2620"/>
                    <a:pt x="1310" y="2620"/>
                  </a:cubicBezTo>
                  <a:cubicBezTo>
                    <a:pt x="2035" y="2620"/>
                    <a:pt x="2620" y="2035"/>
                    <a:pt x="2620" y="1310"/>
                  </a:cubicBezTo>
                  <a:cubicBezTo>
                    <a:pt x="2620" y="594"/>
                    <a:pt x="2035" y="1"/>
                    <a:pt x="13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1"/>
            <p:cNvSpPr/>
            <p:nvPr/>
          </p:nvSpPr>
          <p:spPr>
            <a:xfrm>
              <a:off x="5002325" y="3956838"/>
              <a:ext cx="122250" cy="122275"/>
            </a:xfrm>
            <a:custGeom>
              <a:avLst/>
              <a:gdLst/>
              <a:ahLst/>
              <a:cxnLst/>
              <a:rect l="l" t="t" r="r" b="b"/>
              <a:pathLst>
                <a:path w="4890" h="4891" extrusionOk="0">
                  <a:moveTo>
                    <a:pt x="2445" y="0"/>
                  </a:moveTo>
                  <a:cubicBezTo>
                    <a:pt x="1100" y="0"/>
                    <a:pt x="0" y="1092"/>
                    <a:pt x="0" y="2445"/>
                  </a:cubicBezTo>
                  <a:cubicBezTo>
                    <a:pt x="0" y="3790"/>
                    <a:pt x="1100" y="4890"/>
                    <a:pt x="2445" y="4890"/>
                  </a:cubicBezTo>
                  <a:cubicBezTo>
                    <a:pt x="3798" y="4890"/>
                    <a:pt x="4890" y="3790"/>
                    <a:pt x="4890" y="2445"/>
                  </a:cubicBezTo>
                  <a:cubicBezTo>
                    <a:pt x="4890" y="1092"/>
                    <a:pt x="3798" y="0"/>
                    <a:pt x="24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1"/>
            <p:cNvSpPr/>
            <p:nvPr/>
          </p:nvSpPr>
          <p:spPr>
            <a:xfrm>
              <a:off x="5007550" y="3756213"/>
              <a:ext cx="29075" cy="29075"/>
            </a:xfrm>
            <a:custGeom>
              <a:avLst/>
              <a:gdLst/>
              <a:ahLst/>
              <a:cxnLst/>
              <a:rect l="l" t="t" r="r" b="b"/>
              <a:pathLst>
                <a:path w="1163" h="1163" extrusionOk="0">
                  <a:moveTo>
                    <a:pt x="577" y="1"/>
                  </a:moveTo>
                  <a:cubicBezTo>
                    <a:pt x="263" y="1"/>
                    <a:pt x="1" y="263"/>
                    <a:pt x="1" y="577"/>
                  </a:cubicBezTo>
                  <a:cubicBezTo>
                    <a:pt x="1" y="900"/>
                    <a:pt x="263" y="1162"/>
                    <a:pt x="577" y="1162"/>
                  </a:cubicBezTo>
                  <a:cubicBezTo>
                    <a:pt x="900" y="1162"/>
                    <a:pt x="1162" y="900"/>
                    <a:pt x="1162" y="577"/>
                  </a:cubicBezTo>
                  <a:cubicBezTo>
                    <a:pt x="1162" y="263"/>
                    <a:pt x="900" y="1"/>
                    <a:pt x="5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1"/>
            <p:cNvSpPr/>
            <p:nvPr/>
          </p:nvSpPr>
          <p:spPr>
            <a:xfrm>
              <a:off x="5022175" y="3590538"/>
              <a:ext cx="82550" cy="82550"/>
            </a:xfrm>
            <a:custGeom>
              <a:avLst/>
              <a:gdLst/>
              <a:ahLst/>
              <a:cxnLst/>
              <a:rect l="l" t="t" r="r" b="b"/>
              <a:pathLst>
                <a:path w="3302" h="3302" extrusionOk="0">
                  <a:moveTo>
                    <a:pt x="1651" y="1"/>
                  </a:moveTo>
                  <a:cubicBezTo>
                    <a:pt x="743" y="1"/>
                    <a:pt x="1" y="743"/>
                    <a:pt x="1" y="1651"/>
                  </a:cubicBezTo>
                  <a:cubicBezTo>
                    <a:pt x="1" y="2559"/>
                    <a:pt x="743" y="3301"/>
                    <a:pt x="1651" y="3301"/>
                  </a:cubicBezTo>
                  <a:cubicBezTo>
                    <a:pt x="2559" y="3301"/>
                    <a:pt x="3301" y="2559"/>
                    <a:pt x="3301" y="1651"/>
                  </a:cubicBezTo>
                  <a:cubicBezTo>
                    <a:pt x="3301" y="743"/>
                    <a:pt x="2559" y="1"/>
                    <a:pt x="16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1"/>
            <p:cNvSpPr/>
            <p:nvPr/>
          </p:nvSpPr>
          <p:spPr>
            <a:xfrm>
              <a:off x="4905175" y="4808588"/>
              <a:ext cx="69225" cy="62800"/>
            </a:xfrm>
            <a:custGeom>
              <a:avLst/>
              <a:gdLst/>
              <a:ahLst/>
              <a:cxnLst/>
              <a:rect l="l" t="t" r="r" b="b"/>
              <a:pathLst>
                <a:path w="2769" h="2512" extrusionOk="0">
                  <a:moveTo>
                    <a:pt x="1383" y="1"/>
                  </a:moveTo>
                  <a:cubicBezTo>
                    <a:pt x="1068" y="1"/>
                    <a:pt x="752" y="119"/>
                    <a:pt x="507" y="359"/>
                  </a:cubicBezTo>
                  <a:cubicBezTo>
                    <a:pt x="9" y="839"/>
                    <a:pt x="1" y="1634"/>
                    <a:pt x="490" y="2132"/>
                  </a:cubicBezTo>
                  <a:cubicBezTo>
                    <a:pt x="734" y="2385"/>
                    <a:pt x="1060" y="2512"/>
                    <a:pt x="1387" y="2512"/>
                  </a:cubicBezTo>
                  <a:cubicBezTo>
                    <a:pt x="1702" y="2512"/>
                    <a:pt x="2018" y="2394"/>
                    <a:pt x="2262" y="2158"/>
                  </a:cubicBezTo>
                  <a:cubicBezTo>
                    <a:pt x="2760" y="1669"/>
                    <a:pt x="2769" y="874"/>
                    <a:pt x="2280" y="377"/>
                  </a:cubicBezTo>
                  <a:cubicBezTo>
                    <a:pt x="2035" y="128"/>
                    <a:pt x="1709" y="1"/>
                    <a:pt x="13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1"/>
            <p:cNvSpPr/>
            <p:nvPr/>
          </p:nvSpPr>
          <p:spPr>
            <a:xfrm>
              <a:off x="5532550" y="4312638"/>
              <a:ext cx="27750" cy="27750"/>
            </a:xfrm>
            <a:custGeom>
              <a:avLst/>
              <a:gdLst/>
              <a:ahLst/>
              <a:cxnLst/>
              <a:rect l="l" t="t" r="r" b="b"/>
              <a:pathLst>
                <a:path w="1110" h="1110" extrusionOk="0">
                  <a:moveTo>
                    <a:pt x="559" y="1"/>
                  </a:moveTo>
                  <a:cubicBezTo>
                    <a:pt x="253" y="1"/>
                    <a:pt x="0" y="245"/>
                    <a:pt x="0" y="551"/>
                  </a:cubicBezTo>
                  <a:cubicBezTo>
                    <a:pt x="0" y="865"/>
                    <a:pt x="253" y="1110"/>
                    <a:pt x="559" y="1110"/>
                  </a:cubicBezTo>
                  <a:cubicBezTo>
                    <a:pt x="865" y="1110"/>
                    <a:pt x="1109" y="865"/>
                    <a:pt x="1109" y="551"/>
                  </a:cubicBezTo>
                  <a:cubicBezTo>
                    <a:pt x="1109" y="245"/>
                    <a:pt x="865" y="1"/>
                    <a:pt x="5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1"/>
            <p:cNvSpPr/>
            <p:nvPr/>
          </p:nvSpPr>
          <p:spPr>
            <a:xfrm>
              <a:off x="5700400" y="4814488"/>
              <a:ext cx="26650" cy="26675"/>
            </a:xfrm>
            <a:custGeom>
              <a:avLst/>
              <a:gdLst/>
              <a:ahLst/>
              <a:cxnLst/>
              <a:rect l="l" t="t" r="r" b="b"/>
              <a:pathLst>
                <a:path w="1066" h="1067" extrusionOk="0">
                  <a:moveTo>
                    <a:pt x="533" y="1"/>
                  </a:moveTo>
                  <a:cubicBezTo>
                    <a:pt x="236" y="1"/>
                    <a:pt x="1" y="237"/>
                    <a:pt x="1" y="533"/>
                  </a:cubicBezTo>
                  <a:cubicBezTo>
                    <a:pt x="1" y="830"/>
                    <a:pt x="236" y="1066"/>
                    <a:pt x="533" y="1066"/>
                  </a:cubicBezTo>
                  <a:cubicBezTo>
                    <a:pt x="830" y="1066"/>
                    <a:pt x="1066" y="830"/>
                    <a:pt x="1066" y="533"/>
                  </a:cubicBezTo>
                  <a:cubicBezTo>
                    <a:pt x="1066" y="237"/>
                    <a:pt x="830" y="1"/>
                    <a:pt x="5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1"/>
            <p:cNvSpPr/>
            <p:nvPr/>
          </p:nvSpPr>
          <p:spPr>
            <a:xfrm>
              <a:off x="4683175" y="2003563"/>
              <a:ext cx="1247775" cy="3024275"/>
            </a:xfrm>
            <a:custGeom>
              <a:avLst/>
              <a:gdLst/>
              <a:ahLst/>
              <a:cxnLst/>
              <a:rect l="l" t="t" r="r" b="b"/>
              <a:pathLst>
                <a:path w="49911" h="120971" extrusionOk="0">
                  <a:moveTo>
                    <a:pt x="13517" y="1"/>
                  </a:moveTo>
                  <a:cubicBezTo>
                    <a:pt x="13535" y="1258"/>
                    <a:pt x="13587" y="2516"/>
                    <a:pt x="13639" y="3755"/>
                  </a:cubicBezTo>
                  <a:cubicBezTo>
                    <a:pt x="13674" y="5004"/>
                    <a:pt x="13718" y="6244"/>
                    <a:pt x="13779" y="7493"/>
                  </a:cubicBezTo>
                  <a:cubicBezTo>
                    <a:pt x="13814" y="8732"/>
                    <a:pt x="13858" y="9972"/>
                    <a:pt x="13901" y="11204"/>
                  </a:cubicBezTo>
                  <a:cubicBezTo>
                    <a:pt x="13928" y="12435"/>
                    <a:pt x="13971" y="13666"/>
                    <a:pt x="14015" y="14906"/>
                  </a:cubicBezTo>
                  <a:cubicBezTo>
                    <a:pt x="14032" y="16137"/>
                    <a:pt x="14058" y="17368"/>
                    <a:pt x="14085" y="18590"/>
                  </a:cubicBezTo>
                  <a:lnTo>
                    <a:pt x="14111" y="20433"/>
                  </a:lnTo>
                  <a:cubicBezTo>
                    <a:pt x="14120" y="21044"/>
                    <a:pt x="14128" y="21673"/>
                    <a:pt x="14146" y="22284"/>
                  </a:cubicBezTo>
                  <a:cubicBezTo>
                    <a:pt x="14146" y="23515"/>
                    <a:pt x="14155" y="24738"/>
                    <a:pt x="14163" y="25960"/>
                  </a:cubicBezTo>
                  <a:cubicBezTo>
                    <a:pt x="14163" y="27182"/>
                    <a:pt x="14155" y="28405"/>
                    <a:pt x="14155" y="29627"/>
                  </a:cubicBezTo>
                  <a:cubicBezTo>
                    <a:pt x="14111" y="34517"/>
                    <a:pt x="13989" y="39398"/>
                    <a:pt x="13770" y="44261"/>
                  </a:cubicBezTo>
                  <a:cubicBezTo>
                    <a:pt x="13543" y="49134"/>
                    <a:pt x="13212" y="53988"/>
                    <a:pt x="12792" y="58834"/>
                  </a:cubicBezTo>
                  <a:cubicBezTo>
                    <a:pt x="12365" y="63681"/>
                    <a:pt x="11814" y="68527"/>
                    <a:pt x="11186" y="73346"/>
                  </a:cubicBezTo>
                  <a:cubicBezTo>
                    <a:pt x="10540" y="78184"/>
                    <a:pt x="9806" y="83012"/>
                    <a:pt x="8977" y="87823"/>
                  </a:cubicBezTo>
                  <a:cubicBezTo>
                    <a:pt x="8147" y="92643"/>
                    <a:pt x="7222" y="97463"/>
                    <a:pt x="6226" y="102292"/>
                  </a:cubicBezTo>
                  <a:cubicBezTo>
                    <a:pt x="5964" y="103497"/>
                    <a:pt x="5720" y="104710"/>
                    <a:pt x="5467" y="105915"/>
                  </a:cubicBezTo>
                  <a:cubicBezTo>
                    <a:pt x="5196" y="107120"/>
                    <a:pt x="4943" y="108334"/>
                    <a:pt x="4690" y="109556"/>
                  </a:cubicBezTo>
                  <a:cubicBezTo>
                    <a:pt x="4419" y="110761"/>
                    <a:pt x="4157" y="111975"/>
                    <a:pt x="3895" y="113198"/>
                  </a:cubicBezTo>
                  <a:cubicBezTo>
                    <a:pt x="3860" y="113363"/>
                    <a:pt x="3825" y="113512"/>
                    <a:pt x="3781" y="113678"/>
                  </a:cubicBezTo>
                  <a:cubicBezTo>
                    <a:pt x="2716" y="115494"/>
                    <a:pt x="1503" y="117223"/>
                    <a:pt x="27" y="118838"/>
                  </a:cubicBezTo>
                  <a:cubicBezTo>
                    <a:pt x="725" y="118515"/>
                    <a:pt x="1406" y="118122"/>
                    <a:pt x="2061" y="117694"/>
                  </a:cubicBezTo>
                  <a:lnTo>
                    <a:pt x="2061" y="117694"/>
                  </a:lnTo>
                  <a:lnTo>
                    <a:pt x="1834" y="117921"/>
                  </a:lnTo>
                  <a:cubicBezTo>
                    <a:pt x="1537" y="118244"/>
                    <a:pt x="1223" y="118515"/>
                    <a:pt x="918" y="118821"/>
                  </a:cubicBezTo>
                  <a:cubicBezTo>
                    <a:pt x="612" y="119118"/>
                    <a:pt x="289" y="119423"/>
                    <a:pt x="1" y="119737"/>
                  </a:cubicBezTo>
                  <a:cubicBezTo>
                    <a:pt x="411" y="119607"/>
                    <a:pt x="813" y="119467"/>
                    <a:pt x="1232" y="119318"/>
                  </a:cubicBezTo>
                  <a:cubicBezTo>
                    <a:pt x="1642" y="119179"/>
                    <a:pt x="2053" y="119030"/>
                    <a:pt x="2454" y="118864"/>
                  </a:cubicBezTo>
                  <a:cubicBezTo>
                    <a:pt x="2926" y="118664"/>
                    <a:pt x="3389" y="118471"/>
                    <a:pt x="3860" y="118262"/>
                  </a:cubicBezTo>
                  <a:cubicBezTo>
                    <a:pt x="4026" y="118253"/>
                    <a:pt x="4192" y="118244"/>
                    <a:pt x="4349" y="118244"/>
                  </a:cubicBezTo>
                  <a:lnTo>
                    <a:pt x="4375" y="118244"/>
                  </a:lnTo>
                  <a:cubicBezTo>
                    <a:pt x="4829" y="118445"/>
                    <a:pt x="5292" y="118637"/>
                    <a:pt x="5746" y="118821"/>
                  </a:cubicBezTo>
                  <a:cubicBezTo>
                    <a:pt x="6261" y="119013"/>
                    <a:pt x="6785" y="119205"/>
                    <a:pt x="7318" y="119379"/>
                  </a:cubicBezTo>
                  <a:cubicBezTo>
                    <a:pt x="7842" y="119537"/>
                    <a:pt x="8383" y="119694"/>
                    <a:pt x="8916" y="119842"/>
                  </a:cubicBezTo>
                  <a:cubicBezTo>
                    <a:pt x="11055" y="120401"/>
                    <a:pt x="13255" y="120750"/>
                    <a:pt x="15473" y="120890"/>
                  </a:cubicBezTo>
                  <a:cubicBezTo>
                    <a:pt x="16283" y="120944"/>
                    <a:pt x="17094" y="120971"/>
                    <a:pt x="17906" y="120971"/>
                  </a:cubicBezTo>
                  <a:cubicBezTo>
                    <a:pt x="19316" y="120971"/>
                    <a:pt x="20727" y="120891"/>
                    <a:pt x="22135" y="120742"/>
                  </a:cubicBezTo>
                  <a:cubicBezTo>
                    <a:pt x="24344" y="120497"/>
                    <a:pt x="26545" y="120087"/>
                    <a:pt x="28693" y="119493"/>
                  </a:cubicBezTo>
                  <a:cubicBezTo>
                    <a:pt x="30841" y="118908"/>
                    <a:pt x="32936" y="118140"/>
                    <a:pt x="34971" y="117214"/>
                  </a:cubicBezTo>
                  <a:cubicBezTo>
                    <a:pt x="36988" y="116289"/>
                    <a:pt x="38943" y="115197"/>
                    <a:pt x="40760" y="113931"/>
                  </a:cubicBezTo>
                  <a:cubicBezTo>
                    <a:pt x="41222" y="113608"/>
                    <a:pt x="41668" y="113285"/>
                    <a:pt x="42113" y="112953"/>
                  </a:cubicBezTo>
                  <a:cubicBezTo>
                    <a:pt x="42550" y="112604"/>
                    <a:pt x="42986" y="112272"/>
                    <a:pt x="43414" y="111923"/>
                  </a:cubicBezTo>
                  <a:cubicBezTo>
                    <a:pt x="43624" y="111748"/>
                    <a:pt x="43842" y="111556"/>
                    <a:pt x="44051" y="111373"/>
                  </a:cubicBezTo>
                  <a:cubicBezTo>
                    <a:pt x="44252" y="111189"/>
                    <a:pt x="44462" y="111015"/>
                    <a:pt x="44671" y="110831"/>
                  </a:cubicBezTo>
                  <a:cubicBezTo>
                    <a:pt x="45073" y="110447"/>
                    <a:pt x="45466" y="110063"/>
                    <a:pt x="45859" y="109670"/>
                  </a:cubicBezTo>
                  <a:cubicBezTo>
                    <a:pt x="46243" y="109268"/>
                    <a:pt x="46627" y="108867"/>
                    <a:pt x="46994" y="108448"/>
                  </a:cubicBezTo>
                  <a:cubicBezTo>
                    <a:pt x="47352" y="108020"/>
                    <a:pt x="47719" y="107601"/>
                    <a:pt x="48050" y="107173"/>
                  </a:cubicBezTo>
                  <a:cubicBezTo>
                    <a:pt x="48391" y="106727"/>
                    <a:pt x="48723" y="106273"/>
                    <a:pt x="49037" y="105828"/>
                  </a:cubicBezTo>
                  <a:cubicBezTo>
                    <a:pt x="49343" y="105357"/>
                    <a:pt x="49640" y="104894"/>
                    <a:pt x="49910" y="104405"/>
                  </a:cubicBezTo>
                  <a:lnTo>
                    <a:pt x="49910" y="104405"/>
                  </a:lnTo>
                  <a:cubicBezTo>
                    <a:pt x="49325" y="104536"/>
                    <a:pt x="48810" y="104719"/>
                    <a:pt x="48295" y="104911"/>
                  </a:cubicBezTo>
                  <a:cubicBezTo>
                    <a:pt x="47771" y="105103"/>
                    <a:pt x="47273" y="105287"/>
                    <a:pt x="46767" y="105479"/>
                  </a:cubicBezTo>
                  <a:cubicBezTo>
                    <a:pt x="46269" y="105671"/>
                    <a:pt x="45763" y="105854"/>
                    <a:pt x="45274" y="106046"/>
                  </a:cubicBezTo>
                  <a:cubicBezTo>
                    <a:pt x="44767" y="106238"/>
                    <a:pt x="44278" y="106422"/>
                    <a:pt x="43798" y="106605"/>
                  </a:cubicBezTo>
                  <a:cubicBezTo>
                    <a:pt x="43309" y="106780"/>
                    <a:pt x="42820" y="106963"/>
                    <a:pt x="42340" y="107155"/>
                  </a:cubicBezTo>
                  <a:cubicBezTo>
                    <a:pt x="42096" y="107243"/>
                    <a:pt x="41860" y="107321"/>
                    <a:pt x="41607" y="107417"/>
                  </a:cubicBezTo>
                  <a:cubicBezTo>
                    <a:pt x="41362" y="107505"/>
                    <a:pt x="41126" y="107592"/>
                    <a:pt x="40882" y="107688"/>
                  </a:cubicBezTo>
                  <a:cubicBezTo>
                    <a:pt x="40402" y="107854"/>
                    <a:pt x="39921" y="108037"/>
                    <a:pt x="39441" y="108212"/>
                  </a:cubicBezTo>
                  <a:cubicBezTo>
                    <a:pt x="38961" y="108386"/>
                    <a:pt x="38481" y="108552"/>
                    <a:pt x="38018" y="108727"/>
                  </a:cubicBezTo>
                  <a:cubicBezTo>
                    <a:pt x="36114" y="109391"/>
                    <a:pt x="34228" y="110037"/>
                    <a:pt x="32342" y="110630"/>
                  </a:cubicBezTo>
                  <a:cubicBezTo>
                    <a:pt x="30448" y="111233"/>
                    <a:pt x="28562" y="111792"/>
                    <a:pt x="26649" y="112324"/>
                  </a:cubicBezTo>
                  <a:cubicBezTo>
                    <a:pt x="24755" y="112848"/>
                    <a:pt x="22842" y="113337"/>
                    <a:pt x="20913" y="113791"/>
                  </a:cubicBezTo>
                  <a:cubicBezTo>
                    <a:pt x="19970" y="114010"/>
                    <a:pt x="19027" y="114228"/>
                    <a:pt x="18066" y="114429"/>
                  </a:cubicBezTo>
                  <a:cubicBezTo>
                    <a:pt x="20363" y="113363"/>
                    <a:pt x="22589" y="112097"/>
                    <a:pt x="24711" y="110674"/>
                  </a:cubicBezTo>
                  <a:cubicBezTo>
                    <a:pt x="26938" y="109181"/>
                    <a:pt x="29042" y="107513"/>
                    <a:pt x="31015" y="105688"/>
                  </a:cubicBezTo>
                  <a:cubicBezTo>
                    <a:pt x="32997" y="103863"/>
                    <a:pt x="34813" y="101890"/>
                    <a:pt x="36472" y="99786"/>
                  </a:cubicBezTo>
                  <a:cubicBezTo>
                    <a:pt x="38131" y="97681"/>
                    <a:pt x="39633" y="95455"/>
                    <a:pt x="40917" y="93106"/>
                  </a:cubicBezTo>
                  <a:cubicBezTo>
                    <a:pt x="41231" y="92512"/>
                    <a:pt x="41537" y="91927"/>
                    <a:pt x="41842" y="91325"/>
                  </a:cubicBezTo>
                  <a:cubicBezTo>
                    <a:pt x="42130" y="90722"/>
                    <a:pt x="42410" y="90111"/>
                    <a:pt x="42698" y="89517"/>
                  </a:cubicBezTo>
                  <a:cubicBezTo>
                    <a:pt x="42829" y="89212"/>
                    <a:pt x="42960" y="88906"/>
                    <a:pt x="43082" y="88583"/>
                  </a:cubicBezTo>
                  <a:cubicBezTo>
                    <a:pt x="43213" y="88277"/>
                    <a:pt x="43327" y="87972"/>
                    <a:pt x="43458" y="87658"/>
                  </a:cubicBezTo>
                  <a:cubicBezTo>
                    <a:pt x="43693" y="87038"/>
                    <a:pt x="43920" y="86400"/>
                    <a:pt x="44139" y="85780"/>
                  </a:cubicBezTo>
                  <a:cubicBezTo>
                    <a:pt x="44331" y="85152"/>
                    <a:pt x="44532" y="84514"/>
                    <a:pt x="44715" y="83868"/>
                  </a:cubicBezTo>
                  <a:cubicBezTo>
                    <a:pt x="44890" y="83231"/>
                    <a:pt x="45047" y="82584"/>
                    <a:pt x="45195" y="81938"/>
                  </a:cubicBezTo>
                  <a:cubicBezTo>
                    <a:pt x="45326" y="81283"/>
                    <a:pt x="45448" y="80629"/>
                    <a:pt x="45553" y="79974"/>
                  </a:cubicBezTo>
                  <a:cubicBezTo>
                    <a:pt x="45641" y="79310"/>
                    <a:pt x="45728" y="78655"/>
                    <a:pt x="45771" y="77992"/>
                  </a:cubicBezTo>
                  <a:lnTo>
                    <a:pt x="45771" y="77992"/>
                  </a:lnTo>
                  <a:cubicBezTo>
                    <a:pt x="45326" y="78498"/>
                    <a:pt x="44925" y="79013"/>
                    <a:pt x="44523" y="79528"/>
                  </a:cubicBezTo>
                  <a:cubicBezTo>
                    <a:pt x="44104" y="80044"/>
                    <a:pt x="43702" y="80541"/>
                    <a:pt x="43309" y="81056"/>
                  </a:cubicBezTo>
                  <a:cubicBezTo>
                    <a:pt x="42908" y="81554"/>
                    <a:pt x="42497" y="82061"/>
                    <a:pt x="42104" y="82558"/>
                  </a:cubicBezTo>
                  <a:cubicBezTo>
                    <a:pt x="41703" y="83056"/>
                    <a:pt x="41301" y="83554"/>
                    <a:pt x="40917" y="84043"/>
                  </a:cubicBezTo>
                  <a:cubicBezTo>
                    <a:pt x="40515" y="84540"/>
                    <a:pt x="40113" y="85021"/>
                    <a:pt x="39729" y="85510"/>
                  </a:cubicBezTo>
                  <a:cubicBezTo>
                    <a:pt x="39520" y="85745"/>
                    <a:pt x="39328" y="85990"/>
                    <a:pt x="39127" y="86226"/>
                  </a:cubicBezTo>
                  <a:lnTo>
                    <a:pt x="38542" y="86950"/>
                  </a:lnTo>
                  <a:cubicBezTo>
                    <a:pt x="38123" y="87413"/>
                    <a:pt x="37730" y="87893"/>
                    <a:pt x="37337" y="88365"/>
                  </a:cubicBezTo>
                  <a:cubicBezTo>
                    <a:pt x="36935" y="88836"/>
                    <a:pt x="36516" y="89290"/>
                    <a:pt x="36123" y="89762"/>
                  </a:cubicBezTo>
                  <a:cubicBezTo>
                    <a:pt x="34499" y="91604"/>
                    <a:pt x="32849" y="93412"/>
                    <a:pt x="31164" y="95158"/>
                  </a:cubicBezTo>
                  <a:cubicBezTo>
                    <a:pt x="29470" y="96904"/>
                    <a:pt x="27741" y="98590"/>
                    <a:pt x="25977" y="100240"/>
                  </a:cubicBezTo>
                  <a:cubicBezTo>
                    <a:pt x="24466" y="101637"/>
                    <a:pt x="22930" y="102999"/>
                    <a:pt x="21349" y="104335"/>
                  </a:cubicBezTo>
                  <a:cubicBezTo>
                    <a:pt x="21533" y="104108"/>
                    <a:pt x="21716" y="103872"/>
                    <a:pt x="21908" y="103654"/>
                  </a:cubicBezTo>
                  <a:cubicBezTo>
                    <a:pt x="22179" y="103322"/>
                    <a:pt x="22458" y="102982"/>
                    <a:pt x="22738" y="102632"/>
                  </a:cubicBezTo>
                  <a:cubicBezTo>
                    <a:pt x="23270" y="101934"/>
                    <a:pt x="23812" y="101244"/>
                    <a:pt x="24318" y="100528"/>
                  </a:cubicBezTo>
                  <a:cubicBezTo>
                    <a:pt x="26370" y="97673"/>
                    <a:pt x="28212" y="94695"/>
                    <a:pt x="29863" y="91630"/>
                  </a:cubicBezTo>
                  <a:cubicBezTo>
                    <a:pt x="31513" y="88566"/>
                    <a:pt x="32962" y="85422"/>
                    <a:pt x="34263" y="82218"/>
                  </a:cubicBezTo>
                  <a:cubicBezTo>
                    <a:pt x="35556" y="79031"/>
                    <a:pt x="36691" y="75791"/>
                    <a:pt x="37712" y="72526"/>
                  </a:cubicBezTo>
                  <a:cubicBezTo>
                    <a:pt x="38219" y="70902"/>
                    <a:pt x="38690" y="69251"/>
                    <a:pt x="39127" y="67618"/>
                  </a:cubicBezTo>
                  <a:cubicBezTo>
                    <a:pt x="39563" y="65968"/>
                    <a:pt x="40000" y="64335"/>
                    <a:pt x="40375" y="62615"/>
                  </a:cubicBezTo>
                  <a:cubicBezTo>
                    <a:pt x="40559" y="61768"/>
                    <a:pt x="40733" y="60904"/>
                    <a:pt x="40864" y="60039"/>
                  </a:cubicBezTo>
                  <a:cubicBezTo>
                    <a:pt x="41004" y="59166"/>
                    <a:pt x="41118" y="58293"/>
                    <a:pt x="41179" y="57411"/>
                  </a:cubicBezTo>
                  <a:cubicBezTo>
                    <a:pt x="41249" y="56529"/>
                    <a:pt x="41266" y="55647"/>
                    <a:pt x="41222" y="54774"/>
                  </a:cubicBezTo>
                  <a:cubicBezTo>
                    <a:pt x="41179" y="53892"/>
                    <a:pt x="41083" y="53019"/>
                    <a:pt x="40908" y="52164"/>
                  </a:cubicBezTo>
                  <a:cubicBezTo>
                    <a:pt x="39965" y="55516"/>
                    <a:pt x="38516" y="58424"/>
                    <a:pt x="36944" y="61375"/>
                  </a:cubicBezTo>
                  <a:cubicBezTo>
                    <a:pt x="36158" y="62851"/>
                    <a:pt x="35355" y="64344"/>
                    <a:pt x="34578" y="65846"/>
                  </a:cubicBezTo>
                  <a:cubicBezTo>
                    <a:pt x="33792" y="67348"/>
                    <a:pt x="33041" y="68858"/>
                    <a:pt x="32281" y="70360"/>
                  </a:cubicBezTo>
                  <a:cubicBezTo>
                    <a:pt x="30779" y="73355"/>
                    <a:pt x="29330" y="76359"/>
                    <a:pt x="27846" y="79328"/>
                  </a:cubicBezTo>
                  <a:cubicBezTo>
                    <a:pt x="26361" y="82296"/>
                    <a:pt x="24877" y="85230"/>
                    <a:pt x="23331" y="88112"/>
                  </a:cubicBezTo>
                  <a:cubicBezTo>
                    <a:pt x="21786" y="91002"/>
                    <a:pt x="20179" y="93840"/>
                    <a:pt x="18485" y="96607"/>
                  </a:cubicBezTo>
                  <a:cubicBezTo>
                    <a:pt x="18040" y="97341"/>
                    <a:pt x="17595" y="98057"/>
                    <a:pt x="17132" y="98782"/>
                  </a:cubicBezTo>
                  <a:cubicBezTo>
                    <a:pt x="19088" y="95237"/>
                    <a:pt x="20799" y="91569"/>
                    <a:pt x="22284" y="87815"/>
                  </a:cubicBezTo>
                  <a:cubicBezTo>
                    <a:pt x="23881" y="83807"/>
                    <a:pt x="25226" y="79712"/>
                    <a:pt x="26344" y="75564"/>
                  </a:cubicBezTo>
                  <a:cubicBezTo>
                    <a:pt x="27470" y="71417"/>
                    <a:pt x="28352" y="67217"/>
                    <a:pt x="29042" y="62991"/>
                  </a:cubicBezTo>
                  <a:cubicBezTo>
                    <a:pt x="29714" y="58765"/>
                    <a:pt x="30212" y="54521"/>
                    <a:pt x="30483" y="50260"/>
                  </a:cubicBezTo>
                  <a:cubicBezTo>
                    <a:pt x="30561" y="49204"/>
                    <a:pt x="30605" y="48138"/>
                    <a:pt x="30657" y="47073"/>
                  </a:cubicBezTo>
                  <a:cubicBezTo>
                    <a:pt x="30692" y="46008"/>
                    <a:pt x="30736" y="44951"/>
                    <a:pt x="30753" y="43886"/>
                  </a:cubicBezTo>
                  <a:cubicBezTo>
                    <a:pt x="30788" y="41764"/>
                    <a:pt x="30788" y="39634"/>
                    <a:pt x="30718" y="37512"/>
                  </a:cubicBezTo>
                  <a:lnTo>
                    <a:pt x="30666" y="35923"/>
                  </a:lnTo>
                  <a:cubicBezTo>
                    <a:pt x="30648" y="35390"/>
                    <a:pt x="30622" y="34866"/>
                    <a:pt x="30587" y="34325"/>
                  </a:cubicBezTo>
                  <a:cubicBezTo>
                    <a:pt x="30535" y="33268"/>
                    <a:pt x="30456" y="32212"/>
                    <a:pt x="30386" y="31138"/>
                  </a:cubicBezTo>
                  <a:cubicBezTo>
                    <a:pt x="30308" y="30081"/>
                    <a:pt x="30186" y="29025"/>
                    <a:pt x="30081" y="27968"/>
                  </a:cubicBezTo>
                  <a:cubicBezTo>
                    <a:pt x="29959" y="26903"/>
                    <a:pt x="29828" y="25846"/>
                    <a:pt x="29662" y="24790"/>
                  </a:cubicBezTo>
                  <a:cubicBezTo>
                    <a:pt x="29400" y="25829"/>
                    <a:pt x="29182" y="26877"/>
                    <a:pt x="28955" y="27907"/>
                  </a:cubicBezTo>
                  <a:lnTo>
                    <a:pt x="28623" y="29470"/>
                  </a:lnTo>
                  <a:lnTo>
                    <a:pt x="28308" y="31024"/>
                  </a:lnTo>
                  <a:lnTo>
                    <a:pt x="27688" y="34124"/>
                  </a:lnTo>
                  <a:lnTo>
                    <a:pt x="27086" y="37224"/>
                  </a:lnTo>
                  <a:cubicBezTo>
                    <a:pt x="26291" y="41345"/>
                    <a:pt x="25514" y="45440"/>
                    <a:pt x="24694" y="49527"/>
                  </a:cubicBezTo>
                  <a:cubicBezTo>
                    <a:pt x="23061" y="57673"/>
                    <a:pt x="21323" y="65732"/>
                    <a:pt x="19193" y="73652"/>
                  </a:cubicBezTo>
                  <a:cubicBezTo>
                    <a:pt x="18127" y="77616"/>
                    <a:pt x="16966" y="81545"/>
                    <a:pt x="15691" y="85431"/>
                  </a:cubicBezTo>
                  <a:lnTo>
                    <a:pt x="15525" y="85920"/>
                  </a:lnTo>
                  <a:cubicBezTo>
                    <a:pt x="16530" y="82148"/>
                    <a:pt x="17394" y="78323"/>
                    <a:pt x="18101" y="74473"/>
                  </a:cubicBezTo>
                  <a:cubicBezTo>
                    <a:pt x="19018" y="69522"/>
                    <a:pt x="19708" y="64527"/>
                    <a:pt x="20153" y="59507"/>
                  </a:cubicBezTo>
                  <a:cubicBezTo>
                    <a:pt x="20607" y="54486"/>
                    <a:pt x="20825" y="49457"/>
                    <a:pt x="20791" y="44419"/>
                  </a:cubicBezTo>
                  <a:cubicBezTo>
                    <a:pt x="20756" y="39380"/>
                    <a:pt x="20494" y="34351"/>
                    <a:pt x="19970" y="29339"/>
                  </a:cubicBezTo>
                  <a:cubicBezTo>
                    <a:pt x="19830" y="28090"/>
                    <a:pt x="19673" y="26842"/>
                    <a:pt x="19533" y="25602"/>
                  </a:cubicBezTo>
                  <a:cubicBezTo>
                    <a:pt x="19359" y="24353"/>
                    <a:pt x="19184" y="23113"/>
                    <a:pt x="19001" y="21865"/>
                  </a:cubicBezTo>
                  <a:cubicBezTo>
                    <a:pt x="18904" y="21245"/>
                    <a:pt x="18791" y="20625"/>
                    <a:pt x="18686" y="20014"/>
                  </a:cubicBezTo>
                  <a:lnTo>
                    <a:pt x="18354" y="18154"/>
                  </a:lnTo>
                  <a:cubicBezTo>
                    <a:pt x="18119" y="16923"/>
                    <a:pt x="17865" y="15692"/>
                    <a:pt x="17612" y="14469"/>
                  </a:cubicBezTo>
                  <a:cubicBezTo>
                    <a:pt x="17342" y="13247"/>
                    <a:pt x="17053" y="12024"/>
                    <a:pt x="16774" y="10802"/>
                  </a:cubicBezTo>
                  <a:cubicBezTo>
                    <a:pt x="16468" y="9588"/>
                    <a:pt x="16137" y="8374"/>
                    <a:pt x="15814" y="7161"/>
                  </a:cubicBezTo>
                  <a:cubicBezTo>
                    <a:pt x="15464" y="5965"/>
                    <a:pt x="15106" y="4760"/>
                    <a:pt x="14740" y="3563"/>
                  </a:cubicBezTo>
                  <a:cubicBezTo>
                    <a:pt x="14347" y="2376"/>
                    <a:pt x="13954" y="1180"/>
                    <a:pt x="13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1"/>
            <p:cNvSpPr/>
            <p:nvPr/>
          </p:nvSpPr>
          <p:spPr>
            <a:xfrm>
              <a:off x="4735125" y="2552788"/>
              <a:ext cx="607525" cy="2408425"/>
            </a:xfrm>
            <a:custGeom>
              <a:avLst/>
              <a:gdLst/>
              <a:ahLst/>
              <a:cxnLst/>
              <a:rect l="l" t="t" r="r" b="b"/>
              <a:pathLst>
                <a:path w="24301" h="96337" extrusionOk="0">
                  <a:moveTo>
                    <a:pt x="21087" y="1"/>
                  </a:moveTo>
                  <a:cubicBezTo>
                    <a:pt x="20913" y="1066"/>
                    <a:pt x="20799" y="2114"/>
                    <a:pt x="20668" y="3170"/>
                  </a:cubicBezTo>
                  <a:lnTo>
                    <a:pt x="20476" y="4751"/>
                  </a:lnTo>
                  <a:lnTo>
                    <a:pt x="20302" y="6322"/>
                  </a:lnTo>
                  <a:lnTo>
                    <a:pt x="19970" y="9466"/>
                  </a:lnTo>
                  <a:lnTo>
                    <a:pt x="19638" y="12600"/>
                  </a:lnTo>
                  <a:cubicBezTo>
                    <a:pt x="19219" y="16783"/>
                    <a:pt x="18809" y="20930"/>
                    <a:pt x="18363" y="25060"/>
                  </a:cubicBezTo>
                  <a:cubicBezTo>
                    <a:pt x="17473" y="33329"/>
                    <a:pt x="16469" y="41511"/>
                    <a:pt x="15045" y="49587"/>
                  </a:cubicBezTo>
                  <a:cubicBezTo>
                    <a:pt x="14347" y="53630"/>
                    <a:pt x="13543" y="57647"/>
                    <a:pt x="12627" y="61637"/>
                  </a:cubicBezTo>
                  <a:cubicBezTo>
                    <a:pt x="11719" y="65636"/>
                    <a:pt x="10662" y="69583"/>
                    <a:pt x="9492" y="73530"/>
                  </a:cubicBezTo>
                  <a:cubicBezTo>
                    <a:pt x="8313" y="77459"/>
                    <a:pt x="7012" y="81371"/>
                    <a:pt x="5572" y="85274"/>
                  </a:cubicBezTo>
                  <a:cubicBezTo>
                    <a:pt x="4131" y="89159"/>
                    <a:pt x="2603" y="92931"/>
                    <a:pt x="1" y="96337"/>
                  </a:cubicBezTo>
                  <a:cubicBezTo>
                    <a:pt x="935" y="95795"/>
                    <a:pt x="1791" y="95149"/>
                    <a:pt x="2594" y="94468"/>
                  </a:cubicBezTo>
                  <a:cubicBezTo>
                    <a:pt x="3406" y="93761"/>
                    <a:pt x="4183" y="92984"/>
                    <a:pt x="4908" y="92163"/>
                  </a:cubicBezTo>
                  <a:cubicBezTo>
                    <a:pt x="6357" y="90530"/>
                    <a:pt x="7623" y="88740"/>
                    <a:pt x="8793" y="86941"/>
                  </a:cubicBezTo>
                  <a:cubicBezTo>
                    <a:pt x="11125" y="83326"/>
                    <a:pt x="13168" y="79519"/>
                    <a:pt x="14923" y="75590"/>
                  </a:cubicBezTo>
                  <a:cubicBezTo>
                    <a:pt x="16696" y="71644"/>
                    <a:pt x="18180" y="67601"/>
                    <a:pt x="19402" y="63462"/>
                  </a:cubicBezTo>
                  <a:cubicBezTo>
                    <a:pt x="20625" y="59332"/>
                    <a:pt x="21594" y="55132"/>
                    <a:pt x="22336" y="50897"/>
                  </a:cubicBezTo>
                  <a:cubicBezTo>
                    <a:pt x="23087" y="46662"/>
                    <a:pt x="23593" y="42393"/>
                    <a:pt x="23899" y="38132"/>
                  </a:cubicBezTo>
                  <a:cubicBezTo>
                    <a:pt x="24205" y="33862"/>
                    <a:pt x="24301" y="29583"/>
                    <a:pt x="24196" y="25322"/>
                  </a:cubicBezTo>
                  <a:cubicBezTo>
                    <a:pt x="24170" y="24257"/>
                    <a:pt x="24126" y="23183"/>
                    <a:pt x="24082" y="22127"/>
                  </a:cubicBezTo>
                  <a:cubicBezTo>
                    <a:pt x="24013" y="21070"/>
                    <a:pt x="23960" y="19996"/>
                    <a:pt x="23890" y="18939"/>
                  </a:cubicBezTo>
                  <a:cubicBezTo>
                    <a:pt x="23733" y="16809"/>
                    <a:pt x="23541" y="14696"/>
                    <a:pt x="23288" y="12592"/>
                  </a:cubicBezTo>
                  <a:lnTo>
                    <a:pt x="23087" y="11002"/>
                  </a:lnTo>
                  <a:cubicBezTo>
                    <a:pt x="23026" y="10470"/>
                    <a:pt x="22947" y="9946"/>
                    <a:pt x="22869" y="9422"/>
                  </a:cubicBezTo>
                  <a:cubicBezTo>
                    <a:pt x="22729" y="8365"/>
                    <a:pt x="22554" y="7318"/>
                    <a:pt x="22380" y="6270"/>
                  </a:cubicBezTo>
                  <a:cubicBezTo>
                    <a:pt x="22205" y="5213"/>
                    <a:pt x="21987" y="4174"/>
                    <a:pt x="21786" y="3127"/>
                  </a:cubicBezTo>
                  <a:cubicBezTo>
                    <a:pt x="21568" y="2087"/>
                    <a:pt x="21349" y="1040"/>
                    <a:pt x="210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1"/>
            <p:cNvSpPr/>
            <p:nvPr/>
          </p:nvSpPr>
          <p:spPr>
            <a:xfrm>
              <a:off x="4735125" y="2552563"/>
              <a:ext cx="548800" cy="2408650"/>
            </a:xfrm>
            <a:custGeom>
              <a:avLst/>
              <a:gdLst/>
              <a:ahLst/>
              <a:cxnLst/>
              <a:rect l="l" t="t" r="r" b="b"/>
              <a:pathLst>
                <a:path w="21952" h="96346" extrusionOk="0">
                  <a:moveTo>
                    <a:pt x="21079" y="1"/>
                  </a:moveTo>
                  <a:lnTo>
                    <a:pt x="21079" y="1"/>
                  </a:lnTo>
                  <a:cubicBezTo>
                    <a:pt x="21271" y="8392"/>
                    <a:pt x="21271" y="16801"/>
                    <a:pt x="20852" y="25174"/>
                  </a:cubicBezTo>
                  <a:lnTo>
                    <a:pt x="20764" y="26746"/>
                  </a:lnTo>
                  <a:lnTo>
                    <a:pt x="20668" y="28318"/>
                  </a:lnTo>
                  <a:cubicBezTo>
                    <a:pt x="20590" y="29365"/>
                    <a:pt x="20537" y="30404"/>
                    <a:pt x="20450" y="31443"/>
                  </a:cubicBezTo>
                  <a:lnTo>
                    <a:pt x="20328" y="33024"/>
                  </a:lnTo>
                  <a:lnTo>
                    <a:pt x="20188" y="34578"/>
                  </a:lnTo>
                  <a:cubicBezTo>
                    <a:pt x="20144" y="35093"/>
                    <a:pt x="20101" y="35617"/>
                    <a:pt x="20048" y="36141"/>
                  </a:cubicBezTo>
                  <a:lnTo>
                    <a:pt x="19883" y="37704"/>
                  </a:lnTo>
                  <a:cubicBezTo>
                    <a:pt x="19786" y="38752"/>
                    <a:pt x="19656" y="39782"/>
                    <a:pt x="19533" y="40821"/>
                  </a:cubicBezTo>
                  <a:cubicBezTo>
                    <a:pt x="19481" y="41345"/>
                    <a:pt x="19402" y="41860"/>
                    <a:pt x="19332" y="42384"/>
                  </a:cubicBezTo>
                  <a:lnTo>
                    <a:pt x="19132" y="43947"/>
                  </a:lnTo>
                  <a:cubicBezTo>
                    <a:pt x="18974" y="44977"/>
                    <a:pt x="18835" y="46016"/>
                    <a:pt x="18669" y="47056"/>
                  </a:cubicBezTo>
                  <a:lnTo>
                    <a:pt x="18416" y="48601"/>
                  </a:lnTo>
                  <a:cubicBezTo>
                    <a:pt x="18328" y="49125"/>
                    <a:pt x="18258" y="49640"/>
                    <a:pt x="18154" y="50155"/>
                  </a:cubicBezTo>
                  <a:cubicBezTo>
                    <a:pt x="17446" y="54285"/>
                    <a:pt x="16565" y="58372"/>
                    <a:pt x="15517" y="62423"/>
                  </a:cubicBezTo>
                  <a:cubicBezTo>
                    <a:pt x="14486" y="66475"/>
                    <a:pt x="13229" y="70465"/>
                    <a:pt x="11815" y="74403"/>
                  </a:cubicBezTo>
                  <a:lnTo>
                    <a:pt x="11282" y="75879"/>
                  </a:lnTo>
                  <a:lnTo>
                    <a:pt x="10714" y="77346"/>
                  </a:lnTo>
                  <a:cubicBezTo>
                    <a:pt x="10339" y="78323"/>
                    <a:pt x="9929" y="79284"/>
                    <a:pt x="9536" y="80262"/>
                  </a:cubicBezTo>
                  <a:lnTo>
                    <a:pt x="9239" y="80978"/>
                  </a:lnTo>
                  <a:lnTo>
                    <a:pt x="8924" y="81694"/>
                  </a:lnTo>
                  <a:lnTo>
                    <a:pt x="8287" y="83135"/>
                  </a:lnTo>
                  <a:cubicBezTo>
                    <a:pt x="8182" y="83379"/>
                    <a:pt x="8069" y="83606"/>
                    <a:pt x="7964" y="83851"/>
                  </a:cubicBezTo>
                  <a:lnTo>
                    <a:pt x="7623" y="84558"/>
                  </a:lnTo>
                  <a:lnTo>
                    <a:pt x="6960" y="85972"/>
                  </a:lnTo>
                  <a:cubicBezTo>
                    <a:pt x="6052" y="87850"/>
                    <a:pt x="5083" y="89709"/>
                    <a:pt x="3956" y="91473"/>
                  </a:cubicBezTo>
                  <a:cubicBezTo>
                    <a:pt x="3397" y="92364"/>
                    <a:pt x="2786" y="93211"/>
                    <a:pt x="2131" y="94032"/>
                  </a:cubicBezTo>
                  <a:cubicBezTo>
                    <a:pt x="1476" y="94852"/>
                    <a:pt x="769" y="95630"/>
                    <a:pt x="1" y="96346"/>
                  </a:cubicBezTo>
                  <a:cubicBezTo>
                    <a:pt x="813" y="95673"/>
                    <a:pt x="1555" y="94931"/>
                    <a:pt x="2236" y="94110"/>
                  </a:cubicBezTo>
                  <a:cubicBezTo>
                    <a:pt x="2917" y="93324"/>
                    <a:pt x="3572" y="92486"/>
                    <a:pt x="4174" y="91622"/>
                  </a:cubicBezTo>
                  <a:cubicBezTo>
                    <a:pt x="5388" y="89884"/>
                    <a:pt x="6427" y="88050"/>
                    <a:pt x="7405" y="86182"/>
                  </a:cubicBezTo>
                  <a:lnTo>
                    <a:pt x="8112" y="84776"/>
                  </a:lnTo>
                  <a:lnTo>
                    <a:pt x="8479" y="84069"/>
                  </a:lnTo>
                  <a:cubicBezTo>
                    <a:pt x="8593" y="83824"/>
                    <a:pt x="8715" y="83597"/>
                    <a:pt x="8828" y="83362"/>
                  </a:cubicBezTo>
                  <a:lnTo>
                    <a:pt x="9501" y="81930"/>
                  </a:lnTo>
                  <a:lnTo>
                    <a:pt x="9841" y="81222"/>
                  </a:lnTo>
                  <a:lnTo>
                    <a:pt x="10164" y="80498"/>
                  </a:lnTo>
                  <a:lnTo>
                    <a:pt x="10810" y="79057"/>
                  </a:lnTo>
                  <a:lnTo>
                    <a:pt x="10976" y="78699"/>
                  </a:lnTo>
                  <a:lnTo>
                    <a:pt x="11125" y="78341"/>
                  </a:lnTo>
                  <a:lnTo>
                    <a:pt x="11430" y="77607"/>
                  </a:lnTo>
                  <a:lnTo>
                    <a:pt x="12033" y="76141"/>
                  </a:lnTo>
                  <a:lnTo>
                    <a:pt x="12600" y="74674"/>
                  </a:lnTo>
                  <a:cubicBezTo>
                    <a:pt x="13369" y="72709"/>
                    <a:pt x="14050" y="70718"/>
                    <a:pt x="14705" y="68710"/>
                  </a:cubicBezTo>
                  <a:cubicBezTo>
                    <a:pt x="14792" y="68457"/>
                    <a:pt x="14871" y="68212"/>
                    <a:pt x="14949" y="67959"/>
                  </a:cubicBezTo>
                  <a:lnTo>
                    <a:pt x="15176" y="67208"/>
                  </a:lnTo>
                  <a:lnTo>
                    <a:pt x="15648" y="65698"/>
                  </a:lnTo>
                  <a:lnTo>
                    <a:pt x="16084" y="64178"/>
                  </a:lnTo>
                  <a:cubicBezTo>
                    <a:pt x="16224" y="63672"/>
                    <a:pt x="16381" y="63165"/>
                    <a:pt x="16512" y="62650"/>
                  </a:cubicBezTo>
                  <a:cubicBezTo>
                    <a:pt x="17612" y="58581"/>
                    <a:pt x="18494" y="54460"/>
                    <a:pt x="19236" y="50312"/>
                  </a:cubicBezTo>
                  <a:cubicBezTo>
                    <a:pt x="19961" y="46165"/>
                    <a:pt x="20511" y="41982"/>
                    <a:pt x="20922" y="37791"/>
                  </a:cubicBezTo>
                  <a:lnTo>
                    <a:pt x="21061" y="36220"/>
                  </a:lnTo>
                  <a:cubicBezTo>
                    <a:pt x="21114" y="35696"/>
                    <a:pt x="21149" y="35172"/>
                    <a:pt x="21192" y="34648"/>
                  </a:cubicBezTo>
                  <a:lnTo>
                    <a:pt x="21315" y="33076"/>
                  </a:lnTo>
                  <a:lnTo>
                    <a:pt x="21411" y="31505"/>
                  </a:lnTo>
                  <a:cubicBezTo>
                    <a:pt x="21489" y="30457"/>
                    <a:pt x="21533" y="29400"/>
                    <a:pt x="21585" y="28352"/>
                  </a:cubicBezTo>
                  <a:cubicBezTo>
                    <a:pt x="21620" y="27820"/>
                    <a:pt x="21629" y="27296"/>
                    <a:pt x="21646" y="26772"/>
                  </a:cubicBezTo>
                  <a:lnTo>
                    <a:pt x="21707" y="25200"/>
                  </a:lnTo>
                  <a:cubicBezTo>
                    <a:pt x="21952" y="16801"/>
                    <a:pt x="21716" y="8383"/>
                    <a:pt x="210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1"/>
            <p:cNvSpPr/>
            <p:nvPr/>
          </p:nvSpPr>
          <p:spPr>
            <a:xfrm>
              <a:off x="4805425" y="1971913"/>
              <a:ext cx="299075" cy="2933425"/>
            </a:xfrm>
            <a:custGeom>
              <a:avLst/>
              <a:gdLst/>
              <a:ahLst/>
              <a:cxnLst/>
              <a:rect l="l" t="t" r="r" b="b"/>
              <a:pathLst>
                <a:path w="11963" h="117337" extrusionOk="0">
                  <a:moveTo>
                    <a:pt x="0" y="1"/>
                  </a:moveTo>
                  <a:cubicBezTo>
                    <a:pt x="114" y="1249"/>
                    <a:pt x="280" y="2489"/>
                    <a:pt x="446" y="3729"/>
                  </a:cubicBezTo>
                  <a:cubicBezTo>
                    <a:pt x="594" y="4960"/>
                    <a:pt x="743" y="6200"/>
                    <a:pt x="917" y="7423"/>
                  </a:cubicBezTo>
                  <a:cubicBezTo>
                    <a:pt x="1057" y="8663"/>
                    <a:pt x="1205" y="9894"/>
                    <a:pt x="1371" y="11116"/>
                  </a:cubicBezTo>
                  <a:cubicBezTo>
                    <a:pt x="1511" y="12347"/>
                    <a:pt x="1659" y="13570"/>
                    <a:pt x="1808" y="14792"/>
                  </a:cubicBezTo>
                  <a:cubicBezTo>
                    <a:pt x="1939" y="16015"/>
                    <a:pt x="2078" y="17237"/>
                    <a:pt x="2227" y="18459"/>
                  </a:cubicBezTo>
                  <a:lnTo>
                    <a:pt x="2410" y="20293"/>
                  </a:lnTo>
                  <a:lnTo>
                    <a:pt x="2602" y="22127"/>
                  </a:lnTo>
                  <a:cubicBezTo>
                    <a:pt x="2716" y="23358"/>
                    <a:pt x="2838" y="24572"/>
                    <a:pt x="2952" y="25794"/>
                  </a:cubicBezTo>
                  <a:cubicBezTo>
                    <a:pt x="3056" y="27016"/>
                    <a:pt x="3161" y="28230"/>
                    <a:pt x="3275" y="29453"/>
                  </a:cubicBezTo>
                  <a:cubicBezTo>
                    <a:pt x="3676" y="34333"/>
                    <a:pt x="3991" y="39197"/>
                    <a:pt x="4200" y="44069"/>
                  </a:cubicBezTo>
                  <a:cubicBezTo>
                    <a:pt x="4410" y="48933"/>
                    <a:pt x="4515" y="53805"/>
                    <a:pt x="4532" y="58669"/>
                  </a:cubicBezTo>
                  <a:cubicBezTo>
                    <a:pt x="4541" y="63541"/>
                    <a:pt x="4436" y="68404"/>
                    <a:pt x="4235" y="73276"/>
                  </a:cubicBezTo>
                  <a:cubicBezTo>
                    <a:pt x="4026" y="78140"/>
                    <a:pt x="3720" y="83012"/>
                    <a:pt x="3327" y="87884"/>
                  </a:cubicBezTo>
                  <a:cubicBezTo>
                    <a:pt x="2934" y="92765"/>
                    <a:pt x="2454" y="97646"/>
                    <a:pt x="1886" y="102545"/>
                  </a:cubicBezTo>
                  <a:cubicBezTo>
                    <a:pt x="1729" y="103767"/>
                    <a:pt x="1581" y="104990"/>
                    <a:pt x="1450" y="106221"/>
                  </a:cubicBezTo>
                  <a:cubicBezTo>
                    <a:pt x="1293" y="107443"/>
                    <a:pt x="1144" y="108683"/>
                    <a:pt x="1004" y="109914"/>
                  </a:cubicBezTo>
                  <a:cubicBezTo>
                    <a:pt x="830" y="111137"/>
                    <a:pt x="681" y="112377"/>
                    <a:pt x="533" y="113617"/>
                  </a:cubicBezTo>
                  <a:cubicBezTo>
                    <a:pt x="376" y="114848"/>
                    <a:pt x="219" y="116079"/>
                    <a:pt x="88" y="117336"/>
                  </a:cubicBezTo>
                  <a:cubicBezTo>
                    <a:pt x="620" y="116201"/>
                    <a:pt x="1109" y="115040"/>
                    <a:pt x="1616" y="113940"/>
                  </a:cubicBezTo>
                  <a:cubicBezTo>
                    <a:pt x="2078" y="112787"/>
                    <a:pt x="2550" y="111617"/>
                    <a:pt x="2995" y="110447"/>
                  </a:cubicBezTo>
                  <a:cubicBezTo>
                    <a:pt x="3432" y="109277"/>
                    <a:pt x="3860" y="108089"/>
                    <a:pt x="4279" y="106911"/>
                  </a:cubicBezTo>
                  <a:cubicBezTo>
                    <a:pt x="4680" y="105723"/>
                    <a:pt x="5065" y="104536"/>
                    <a:pt x="5440" y="103331"/>
                  </a:cubicBezTo>
                  <a:cubicBezTo>
                    <a:pt x="6916" y="98528"/>
                    <a:pt x="8138" y="93647"/>
                    <a:pt x="9099" y="88714"/>
                  </a:cubicBezTo>
                  <a:cubicBezTo>
                    <a:pt x="10068" y="83772"/>
                    <a:pt x="10784" y="78786"/>
                    <a:pt x="11247" y="73774"/>
                  </a:cubicBezTo>
                  <a:cubicBezTo>
                    <a:pt x="11736" y="68754"/>
                    <a:pt x="11963" y="63724"/>
                    <a:pt x="11963" y="58677"/>
                  </a:cubicBezTo>
                  <a:cubicBezTo>
                    <a:pt x="11963" y="53648"/>
                    <a:pt x="11718" y="48601"/>
                    <a:pt x="11238" y="43598"/>
                  </a:cubicBezTo>
                  <a:cubicBezTo>
                    <a:pt x="10758" y="38586"/>
                    <a:pt x="10042" y="33600"/>
                    <a:pt x="9064" y="28667"/>
                  </a:cubicBezTo>
                  <a:cubicBezTo>
                    <a:pt x="8819" y="27427"/>
                    <a:pt x="8557" y="26204"/>
                    <a:pt x="8295" y="24973"/>
                  </a:cubicBezTo>
                  <a:cubicBezTo>
                    <a:pt x="7998" y="23751"/>
                    <a:pt x="7719" y="22528"/>
                    <a:pt x="7422" y="21306"/>
                  </a:cubicBezTo>
                  <a:cubicBezTo>
                    <a:pt x="7265" y="20695"/>
                    <a:pt x="7108" y="20101"/>
                    <a:pt x="6942" y="19490"/>
                  </a:cubicBezTo>
                  <a:lnTo>
                    <a:pt x="6444" y="17665"/>
                  </a:lnTo>
                  <a:cubicBezTo>
                    <a:pt x="6095" y="16451"/>
                    <a:pt x="5737" y="15255"/>
                    <a:pt x="5379" y="14050"/>
                  </a:cubicBezTo>
                  <a:cubicBezTo>
                    <a:pt x="4995" y="12854"/>
                    <a:pt x="4602" y="11657"/>
                    <a:pt x="4209" y="10470"/>
                  </a:cubicBezTo>
                  <a:cubicBezTo>
                    <a:pt x="3799" y="9291"/>
                    <a:pt x="3371" y="8104"/>
                    <a:pt x="2934" y="6934"/>
                  </a:cubicBezTo>
                  <a:cubicBezTo>
                    <a:pt x="2471" y="5764"/>
                    <a:pt x="2009" y="4602"/>
                    <a:pt x="1537" y="3441"/>
                  </a:cubicBezTo>
                  <a:cubicBezTo>
                    <a:pt x="1031" y="2288"/>
                    <a:pt x="533" y="1136"/>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1"/>
            <p:cNvSpPr/>
            <p:nvPr/>
          </p:nvSpPr>
          <p:spPr>
            <a:xfrm>
              <a:off x="4805425" y="1971488"/>
              <a:ext cx="219400" cy="2933850"/>
            </a:xfrm>
            <a:custGeom>
              <a:avLst/>
              <a:gdLst/>
              <a:ahLst/>
              <a:cxnLst/>
              <a:rect l="l" t="t" r="r" b="b"/>
              <a:pathLst>
                <a:path w="8776" h="117354" extrusionOk="0">
                  <a:moveTo>
                    <a:pt x="0" y="0"/>
                  </a:moveTo>
                  <a:lnTo>
                    <a:pt x="0" y="0"/>
                  </a:lnTo>
                  <a:cubicBezTo>
                    <a:pt x="2524" y="9579"/>
                    <a:pt x="4453" y="19306"/>
                    <a:pt x="5746" y="29103"/>
                  </a:cubicBezTo>
                  <a:lnTo>
                    <a:pt x="6200" y="32788"/>
                  </a:lnTo>
                  <a:lnTo>
                    <a:pt x="6593" y="36472"/>
                  </a:lnTo>
                  <a:lnTo>
                    <a:pt x="6924" y="40166"/>
                  </a:lnTo>
                  <a:lnTo>
                    <a:pt x="7204" y="43859"/>
                  </a:lnTo>
                  <a:cubicBezTo>
                    <a:pt x="7527" y="48793"/>
                    <a:pt x="7693" y="53735"/>
                    <a:pt x="7693" y="58677"/>
                  </a:cubicBezTo>
                  <a:cubicBezTo>
                    <a:pt x="7702" y="63619"/>
                    <a:pt x="7544" y="68552"/>
                    <a:pt x="7221" y="73486"/>
                  </a:cubicBezTo>
                  <a:lnTo>
                    <a:pt x="6959" y="77188"/>
                  </a:lnTo>
                  <a:lnTo>
                    <a:pt x="6636" y="80873"/>
                  </a:lnTo>
                  <a:lnTo>
                    <a:pt x="6243" y="84566"/>
                  </a:lnTo>
                  <a:lnTo>
                    <a:pt x="5789" y="88242"/>
                  </a:lnTo>
                  <a:cubicBezTo>
                    <a:pt x="4515" y="98048"/>
                    <a:pt x="2594" y="107766"/>
                    <a:pt x="88" y="117353"/>
                  </a:cubicBezTo>
                  <a:cubicBezTo>
                    <a:pt x="3030" y="107888"/>
                    <a:pt x="5196" y="98179"/>
                    <a:pt x="6610" y="88364"/>
                  </a:cubicBezTo>
                  <a:lnTo>
                    <a:pt x="7125" y="84671"/>
                  </a:lnTo>
                  <a:lnTo>
                    <a:pt x="7562" y="80977"/>
                  </a:lnTo>
                  <a:lnTo>
                    <a:pt x="7937" y="77275"/>
                  </a:lnTo>
                  <a:lnTo>
                    <a:pt x="8243" y="73564"/>
                  </a:lnTo>
                  <a:cubicBezTo>
                    <a:pt x="8601" y="68605"/>
                    <a:pt x="8767" y="63645"/>
                    <a:pt x="8776" y="58677"/>
                  </a:cubicBezTo>
                  <a:cubicBezTo>
                    <a:pt x="8767" y="53708"/>
                    <a:pt x="8575" y="48740"/>
                    <a:pt x="8217" y="43789"/>
                  </a:cubicBezTo>
                  <a:lnTo>
                    <a:pt x="7911" y="40078"/>
                  </a:lnTo>
                  <a:lnTo>
                    <a:pt x="7544" y="36376"/>
                  </a:lnTo>
                  <a:lnTo>
                    <a:pt x="7108" y="32674"/>
                  </a:lnTo>
                  <a:lnTo>
                    <a:pt x="6593" y="28989"/>
                  </a:lnTo>
                  <a:cubicBezTo>
                    <a:pt x="5143" y="19166"/>
                    <a:pt x="2960" y="9465"/>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1"/>
            <p:cNvSpPr/>
            <p:nvPr/>
          </p:nvSpPr>
          <p:spPr>
            <a:xfrm>
              <a:off x="4736225" y="3209188"/>
              <a:ext cx="887575" cy="1774500"/>
            </a:xfrm>
            <a:custGeom>
              <a:avLst/>
              <a:gdLst/>
              <a:ahLst/>
              <a:cxnLst/>
              <a:rect l="l" t="t" r="r" b="b"/>
              <a:pathLst>
                <a:path w="35503" h="70980" extrusionOk="0">
                  <a:moveTo>
                    <a:pt x="34735" y="1"/>
                  </a:moveTo>
                  <a:cubicBezTo>
                    <a:pt x="34106" y="3415"/>
                    <a:pt x="32910" y="6453"/>
                    <a:pt x="31617" y="9527"/>
                  </a:cubicBezTo>
                  <a:cubicBezTo>
                    <a:pt x="30971" y="11064"/>
                    <a:pt x="30290" y="12626"/>
                    <a:pt x="29662" y="14198"/>
                  </a:cubicBezTo>
                  <a:cubicBezTo>
                    <a:pt x="29015" y="15761"/>
                    <a:pt x="28395" y="17333"/>
                    <a:pt x="27784" y="18896"/>
                  </a:cubicBezTo>
                  <a:cubicBezTo>
                    <a:pt x="26553" y="22013"/>
                    <a:pt x="25374" y="25139"/>
                    <a:pt x="24161" y="28221"/>
                  </a:cubicBezTo>
                  <a:cubicBezTo>
                    <a:pt x="22947" y="31312"/>
                    <a:pt x="21725" y="34368"/>
                    <a:pt x="20450" y="37381"/>
                  </a:cubicBezTo>
                  <a:cubicBezTo>
                    <a:pt x="19175" y="40393"/>
                    <a:pt x="17830" y="43362"/>
                    <a:pt x="16390" y="46278"/>
                  </a:cubicBezTo>
                  <a:cubicBezTo>
                    <a:pt x="14949" y="49203"/>
                    <a:pt x="13395" y="52050"/>
                    <a:pt x="11736" y="54853"/>
                  </a:cubicBezTo>
                  <a:cubicBezTo>
                    <a:pt x="10068" y="57647"/>
                    <a:pt x="8304" y="60415"/>
                    <a:pt x="6340" y="63078"/>
                  </a:cubicBezTo>
                  <a:cubicBezTo>
                    <a:pt x="5842" y="63741"/>
                    <a:pt x="5353" y="64414"/>
                    <a:pt x="4838" y="65069"/>
                  </a:cubicBezTo>
                  <a:lnTo>
                    <a:pt x="4078" y="66064"/>
                  </a:lnTo>
                  <a:lnTo>
                    <a:pt x="3292" y="67051"/>
                  </a:lnTo>
                  <a:cubicBezTo>
                    <a:pt x="2777" y="67714"/>
                    <a:pt x="2218" y="68360"/>
                    <a:pt x="1677" y="69015"/>
                  </a:cubicBezTo>
                  <a:cubicBezTo>
                    <a:pt x="1415" y="69347"/>
                    <a:pt x="1118" y="69653"/>
                    <a:pt x="847" y="69984"/>
                  </a:cubicBezTo>
                  <a:cubicBezTo>
                    <a:pt x="559" y="70308"/>
                    <a:pt x="280" y="70639"/>
                    <a:pt x="0" y="70980"/>
                  </a:cubicBezTo>
                  <a:cubicBezTo>
                    <a:pt x="411" y="70814"/>
                    <a:pt x="804" y="70631"/>
                    <a:pt x="1197" y="70421"/>
                  </a:cubicBezTo>
                  <a:cubicBezTo>
                    <a:pt x="1598" y="70238"/>
                    <a:pt x="1991" y="70063"/>
                    <a:pt x="2375" y="69853"/>
                  </a:cubicBezTo>
                  <a:cubicBezTo>
                    <a:pt x="3135" y="69434"/>
                    <a:pt x="3921" y="69041"/>
                    <a:pt x="4654" y="68579"/>
                  </a:cubicBezTo>
                  <a:cubicBezTo>
                    <a:pt x="5030" y="68343"/>
                    <a:pt x="5397" y="68125"/>
                    <a:pt x="5772" y="67889"/>
                  </a:cubicBezTo>
                  <a:cubicBezTo>
                    <a:pt x="6130" y="67644"/>
                    <a:pt x="6488" y="67400"/>
                    <a:pt x="6846" y="67147"/>
                  </a:cubicBezTo>
                  <a:cubicBezTo>
                    <a:pt x="7571" y="66666"/>
                    <a:pt x="8261" y="66116"/>
                    <a:pt x="8959" y="65584"/>
                  </a:cubicBezTo>
                  <a:cubicBezTo>
                    <a:pt x="9308" y="65322"/>
                    <a:pt x="9631" y="65042"/>
                    <a:pt x="9972" y="64754"/>
                  </a:cubicBezTo>
                  <a:cubicBezTo>
                    <a:pt x="10312" y="64484"/>
                    <a:pt x="10635" y="64187"/>
                    <a:pt x="10976" y="63907"/>
                  </a:cubicBezTo>
                  <a:cubicBezTo>
                    <a:pt x="11299" y="63610"/>
                    <a:pt x="11622" y="63305"/>
                    <a:pt x="11945" y="63008"/>
                  </a:cubicBezTo>
                  <a:cubicBezTo>
                    <a:pt x="12277" y="62711"/>
                    <a:pt x="12600" y="62423"/>
                    <a:pt x="12906" y="62100"/>
                  </a:cubicBezTo>
                  <a:cubicBezTo>
                    <a:pt x="13517" y="61480"/>
                    <a:pt x="14154" y="60869"/>
                    <a:pt x="14739" y="60214"/>
                  </a:cubicBezTo>
                  <a:lnTo>
                    <a:pt x="15621" y="59245"/>
                  </a:lnTo>
                  <a:cubicBezTo>
                    <a:pt x="15909" y="58913"/>
                    <a:pt x="16189" y="58581"/>
                    <a:pt x="16477" y="58240"/>
                  </a:cubicBezTo>
                  <a:cubicBezTo>
                    <a:pt x="17612" y="56905"/>
                    <a:pt x="18669" y="55499"/>
                    <a:pt x="19699" y="54067"/>
                  </a:cubicBezTo>
                  <a:cubicBezTo>
                    <a:pt x="19943" y="53709"/>
                    <a:pt x="20188" y="53342"/>
                    <a:pt x="20441" y="52975"/>
                  </a:cubicBezTo>
                  <a:cubicBezTo>
                    <a:pt x="20686" y="52609"/>
                    <a:pt x="20939" y="52251"/>
                    <a:pt x="21166" y="51875"/>
                  </a:cubicBezTo>
                  <a:cubicBezTo>
                    <a:pt x="21637" y="51133"/>
                    <a:pt x="22117" y="50399"/>
                    <a:pt x="22554" y="49640"/>
                  </a:cubicBezTo>
                  <a:cubicBezTo>
                    <a:pt x="24353" y="46619"/>
                    <a:pt x="25916" y="43484"/>
                    <a:pt x="27278" y="40288"/>
                  </a:cubicBezTo>
                  <a:cubicBezTo>
                    <a:pt x="28649" y="37084"/>
                    <a:pt x="29810" y="33827"/>
                    <a:pt x="30814" y="30526"/>
                  </a:cubicBezTo>
                  <a:cubicBezTo>
                    <a:pt x="31836" y="27234"/>
                    <a:pt x="32674" y="23899"/>
                    <a:pt x="33381" y="20564"/>
                  </a:cubicBezTo>
                  <a:cubicBezTo>
                    <a:pt x="33739" y="18896"/>
                    <a:pt x="34062" y="17219"/>
                    <a:pt x="34350" y="15543"/>
                  </a:cubicBezTo>
                  <a:cubicBezTo>
                    <a:pt x="34639" y="13858"/>
                    <a:pt x="34918" y="12190"/>
                    <a:pt x="35136" y="10452"/>
                  </a:cubicBezTo>
                  <a:cubicBezTo>
                    <a:pt x="35250" y="9597"/>
                    <a:pt x="35346" y="8732"/>
                    <a:pt x="35398" y="7850"/>
                  </a:cubicBezTo>
                  <a:cubicBezTo>
                    <a:pt x="35468" y="6977"/>
                    <a:pt x="35503" y="6087"/>
                    <a:pt x="35477" y="5205"/>
                  </a:cubicBezTo>
                  <a:cubicBezTo>
                    <a:pt x="35459" y="4323"/>
                    <a:pt x="35398" y="3441"/>
                    <a:pt x="35285" y="2568"/>
                  </a:cubicBezTo>
                  <a:cubicBezTo>
                    <a:pt x="35162" y="1695"/>
                    <a:pt x="34997" y="830"/>
                    <a:pt x="347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1"/>
            <p:cNvSpPr/>
            <p:nvPr/>
          </p:nvSpPr>
          <p:spPr>
            <a:xfrm>
              <a:off x="4736225" y="3209638"/>
              <a:ext cx="869675" cy="1774050"/>
            </a:xfrm>
            <a:custGeom>
              <a:avLst/>
              <a:gdLst/>
              <a:ahLst/>
              <a:cxnLst/>
              <a:rect l="l" t="t" r="r" b="b"/>
              <a:pathLst>
                <a:path w="34787" h="70962" extrusionOk="0">
                  <a:moveTo>
                    <a:pt x="34700" y="0"/>
                  </a:moveTo>
                  <a:lnTo>
                    <a:pt x="34700" y="0"/>
                  </a:lnTo>
                  <a:cubicBezTo>
                    <a:pt x="34735" y="1685"/>
                    <a:pt x="34560" y="3362"/>
                    <a:pt x="34263" y="5021"/>
                  </a:cubicBezTo>
                  <a:cubicBezTo>
                    <a:pt x="33975" y="6671"/>
                    <a:pt x="33556" y="8313"/>
                    <a:pt x="33084" y="9928"/>
                  </a:cubicBezTo>
                  <a:cubicBezTo>
                    <a:pt x="32630" y="11543"/>
                    <a:pt x="32124" y="13159"/>
                    <a:pt x="31635" y="14774"/>
                  </a:cubicBezTo>
                  <a:cubicBezTo>
                    <a:pt x="31137" y="16389"/>
                    <a:pt x="30657" y="18005"/>
                    <a:pt x="30142" y="19603"/>
                  </a:cubicBezTo>
                  <a:cubicBezTo>
                    <a:pt x="29111" y="22824"/>
                    <a:pt x="28099" y="26038"/>
                    <a:pt x="26963" y="29207"/>
                  </a:cubicBezTo>
                  <a:cubicBezTo>
                    <a:pt x="25837" y="32386"/>
                    <a:pt x="24650" y="35538"/>
                    <a:pt x="23331" y="38629"/>
                  </a:cubicBezTo>
                  <a:cubicBezTo>
                    <a:pt x="22021" y="41728"/>
                    <a:pt x="20581" y="44767"/>
                    <a:pt x="18983" y="47718"/>
                  </a:cubicBezTo>
                  <a:lnTo>
                    <a:pt x="18686" y="48277"/>
                  </a:lnTo>
                  <a:lnTo>
                    <a:pt x="18380" y="48827"/>
                  </a:lnTo>
                  <a:lnTo>
                    <a:pt x="17778" y="49927"/>
                  </a:lnTo>
                  <a:cubicBezTo>
                    <a:pt x="17577" y="50285"/>
                    <a:pt x="17350" y="50643"/>
                    <a:pt x="17140" y="51010"/>
                  </a:cubicBezTo>
                  <a:cubicBezTo>
                    <a:pt x="16922" y="51368"/>
                    <a:pt x="16713" y="51726"/>
                    <a:pt x="16494" y="52084"/>
                  </a:cubicBezTo>
                  <a:lnTo>
                    <a:pt x="15831" y="53158"/>
                  </a:lnTo>
                  <a:lnTo>
                    <a:pt x="15490" y="53691"/>
                  </a:lnTo>
                  <a:lnTo>
                    <a:pt x="15141" y="54215"/>
                  </a:lnTo>
                  <a:lnTo>
                    <a:pt x="14460" y="55262"/>
                  </a:lnTo>
                  <a:cubicBezTo>
                    <a:pt x="14346" y="55437"/>
                    <a:pt x="14224" y="55612"/>
                    <a:pt x="14111" y="55786"/>
                  </a:cubicBezTo>
                  <a:lnTo>
                    <a:pt x="13744" y="56301"/>
                  </a:lnTo>
                  <a:cubicBezTo>
                    <a:pt x="13508" y="56642"/>
                    <a:pt x="13281" y="56991"/>
                    <a:pt x="13028" y="57323"/>
                  </a:cubicBezTo>
                  <a:lnTo>
                    <a:pt x="12277" y="58345"/>
                  </a:lnTo>
                  <a:lnTo>
                    <a:pt x="11902" y="58842"/>
                  </a:lnTo>
                  <a:lnTo>
                    <a:pt x="11509" y="59331"/>
                  </a:lnTo>
                  <a:lnTo>
                    <a:pt x="10732" y="60327"/>
                  </a:lnTo>
                  <a:lnTo>
                    <a:pt x="10539" y="60580"/>
                  </a:lnTo>
                  <a:lnTo>
                    <a:pt x="10339" y="60816"/>
                  </a:lnTo>
                  <a:lnTo>
                    <a:pt x="9937" y="61296"/>
                  </a:lnTo>
                  <a:cubicBezTo>
                    <a:pt x="9666" y="61628"/>
                    <a:pt x="9404" y="61951"/>
                    <a:pt x="9134" y="62274"/>
                  </a:cubicBezTo>
                  <a:lnTo>
                    <a:pt x="8287" y="63208"/>
                  </a:lnTo>
                  <a:lnTo>
                    <a:pt x="7876" y="63680"/>
                  </a:lnTo>
                  <a:cubicBezTo>
                    <a:pt x="7745" y="63828"/>
                    <a:pt x="7588" y="63985"/>
                    <a:pt x="7448" y="64134"/>
                  </a:cubicBezTo>
                  <a:cubicBezTo>
                    <a:pt x="5161" y="66605"/>
                    <a:pt x="2664" y="68884"/>
                    <a:pt x="0" y="70962"/>
                  </a:cubicBezTo>
                  <a:cubicBezTo>
                    <a:pt x="2812" y="69067"/>
                    <a:pt x="5423" y="66884"/>
                    <a:pt x="7806" y="64527"/>
                  </a:cubicBezTo>
                  <a:cubicBezTo>
                    <a:pt x="10216" y="62152"/>
                    <a:pt x="12417" y="59541"/>
                    <a:pt x="14425" y="56799"/>
                  </a:cubicBezTo>
                  <a:cubicBezTo>
                    <a:pt x="16442" y="54066"/>
                    <a:pt x="18241" y="51185"/>
                    <a:pt x="19891" y="48216"/>
                  </a:cubicBezTo>
                  <a:lnTo>
                    <a:pt x="20502" y="47098"/>
                  </a:lnTo>
                  <a:cubicBezTo>
                    <a:pt x="20712" y="46714"/>
                    <a:pt x="20895" y="46339"/>
                    <a:pt x="21087" y="45963"/>
                  </a:cubicBezTo>
                  <a:cubicBezTo>
                    <a:pt x="21288" y="45579"/>
                    <a:pt x="21489" y="45212"/>
                    <a:pt x="21672" y="44828"/>
                  </a:cubicBezTo>
                  <a:lnTo>
                    <a:pt x="22222" y="43684"/>
                  </a:lnTo>
                  <a:lnTo>
                    <a:pt x="22510" y="43117"/>
                  </a:lnTo>
                  <a:cubicBezTo>
                    <a:pt x="22606" y="42916"/>
                    <a:pt x="22694" y="42733"/>
                    <a:pt x="22781" y="42540"/>
                  </a:cubicBezTo>
                  <a:lnTo>
                    <a:pt x="23314" y="41379"/>
                  </a:lnTo>
                  <a:cubicBezTo>
                    <a:pt x="23488" y="40995"/>
                    <a:pt x="23654" y="40602"/>
                    <a:pt x="23829" y="40227"/>
                  </a:cubicBezTo>
                  <a:lnTo>
                    <a:pt x="24344" y="39057"/>
                  </a:lnTo>
                  <a:cubicBezTo>
                    <a:pt x="25654" y="35922"/>
                    <a:pt x="26850" y="32761"/>
                    <a:pt x="27941" y="29548"/>
                  </a:cubicBezTo>
                  <a:cubicBezTo>
                    <a:pt x="28221" y="28745"/>
                    <a:pt x="28483" y="27941"/>
                    <a:pt x="28745" y="27138"/>
                  </a:cubicBezTo>
                  <a:cubicBezTo>
                    <a:pt x="28989" y="26326"/>
                    <a:pt x="29251" y="25523"/>
                    <a:pt x="29504" y="24711"/>
                  </a:cubicBezTo>
                  <a:cubicBezTo>
                    <a:pt x="30011" y="23095"/>
                    <a:pt x="30500" y="21471"/>
                    <a:pt x="30954" y="19847"/>
                  </a:cubicBezTo>
                  <a:cubicBezTo>
                    <a:pt x="31888" y="16590"/>
                    <a:pt x="32779" y="13342"/>
                    <a:pt x="33608" y="10059"/>
                  </a:cubicBezTo>
                  <a:cubicBezTo>
                    <a:pt x="33809" y="9238"/>
                    <a:pt x="33992" y="8409"/>
                    <a:pt x="34158" y="7579"/>
                  </a:cubicBezTo>
                  <a:cubicBezTo>
                    <a:pt x="34324" y="6750"/>
                    <a:pt x="34473" y="5911"/>
                    <a:pt x="34569" y="5064"/>
                  </a:cubicBezTo>
                  <a:cubicBezTo>
                    <a:pt x="34682" y="4226"/>
                    <a:pt x="34761" y="3388"/>
                    <a:pt x="34778" y="2532"/>
                  </a:cubicBezTo>
                  <a:cubicBezTo>
                    <a:pt x="34787" y="1694"/>
                    <a:pt x="34769" y="847"/>
                    <a:pt x="34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1"/>
            <p:cNvSpPr/>
            <p:nvPr/>
          </p:nvSpPr>
          <p:spPr>
            <a:xfrm>
              <a:off x="4791675" y="3842238"/>
              <a:ext cx="993025" cy="1100200"/>
            </a:xfrm>
            <a:custGeom>
              <a:avLst/>
              <a:gdLst/>
              <a:ahLst/>
              <a:cxnLst/>
              <a:rect l="l" t="t" r="r" b="b"/>
              <a:pathLst>
                <a:path w="39721" h="44008" extrusionOk="0">
                  <a:moveTo>
                    <a:pt x="39711" y="0"/>
                  </a:moveTo>
                  <a:lnTo>
                    <a:pt x="39711" y="0"/>
                  </a:lnTo>
                  <a:cubicBezTo>
                    <a:pt x="39310" y="542"/>
                    <a:pt x="38960" y="1100"/>
                    <a:pt x="38594" y="1651"/>
                  </a:cubicBezTo>
                  <a:cubicBezTo>
                    <a:pt x="38227" y="2192"/>
                    <a:pt x="37878" y="2725"/>
                    <a:pt x="37528" y="3275"/>
                  </a:cubicBezTo>
                  <a:cubicBezTo>
                    <a:pt x="37162" y="3807"/>
                    <a:pt x="36804" y="4340"/>
                    <a:pt x="36472" y="4881"/>
                  </a:cubicBezTo>
                  <a:cubicBezTo>
                    <a:pt x="36105" y="5405"/>
                    <a:pt x="35756" y="5938"/>
                    <a:pt x="35407" y="6462"/>
                  </a:cubicBezTo>
                  <a:cubicBezTo>
                    <a:pt x="35049" y="6986"/>
                    <a:pt x="34699" y="7501"/>
                    <a:pt x="34350" y="8025"/>
                  </a:cubicBezTo>
                  <a:cubicBezTo>
                    <a:pt x="34167" y="8287"/>
                    <a:pt x="33992" y="8549"/>
                    <a:pt x="33818" y="8793"/>
                  </a:cubicBezTo>
                  <a:cubicBezTo>
                    <a:pt x="33643" y="9055"/>
                    <a:pt x="33468" y="9308"/>
                    <a:pt x="33294" y="9570"/>
                  </a:cubicBezTo>
                  <a:cubicBezTo>
                    <a:pt x="32936" y="10077"/>
                    <a:pt x="32569" y="10583"/>
                    <a:pt x="32220" y="11089"/>
                  </a:cubicBezTo>
                  <a:cubicBezTo>
                    <a:pt x="31862" y="11578"/>
                    <a:pt x="31495" y="12085"/>
                    <a:pt x="31146" y="12583"/>
                  </a:cubicBezTo>
                  <a:cubicBezTo>
                    <a:pt x="29688" y="14556"/>
                    <a:pt x="28221" y="16503"/>
                    <a:pt x="26693" y="18389"/>
                  </a:cubicBezTo>
                  <a:cubicBezTo>
                    <a:pt x="25165" y="20275"/>
                    <a:pt x="23593" y="22109"/>
                    <a:pt x="21978" y="23916"/>
                  </a:cubicBezTo>
                  <a:cubicBezTo>
                    <a:pt x="20362" y="25706"/>
                    <a:pt x="18686" y="27461"/>
                    <a:pt x="16966" y="29173"/>
                  </a:cubicBezTo>
                  <a:cubicBezTo>
                    <a:pt x="15254" y="30884"/>
                    <a:pt x="13473" y="32560"/>
                    <a:pt x="11648" y="34202"/>
                  </a:cubicBezTo>
                  <a:cubicBezTo>
                    <a:pt x="9815" y="35844"/>
                    <a:pt x="7937" y="37468"/>
                    <a:pt x="5999" y="39083"/>
                  </a:cubicBezTo>
                  <a:cubicBezTo>
                    <a:pt x="5519" y="39476"/>
                    <a:pt x="5021" y="39878"/>
                    <a:pt x="4532" y="40297"/>
                  </a:cubicBezTo>
                  <a:cubicBezTo>
                    <a:pt x="4034" y="40690"/>
                    <a:pt x="3537" y="41091"/>
                    <a:pt x="3039" y="41510"/>
                  </a:cubicBezTo>
                  <a:cubicBezTo>
                    <a:pt x="2532" y="41912"/>
                    <a:pt x="2035" y="42314"/>
                    <a:pt x="1528" y="42742"/>
                  </a:cubicBezTo>
                  <a:cubicBezTo>
                    <a:pt x="1022" y="43143"/>
                    <a:pt x="507" y="43562"/>
                    <a:pt x="0" y="44008"/>
                  </a:cubicBezTo>
                  <a:cubicBezTo>
                    <a:pt x="664" y="43955"/>
                    <a:pt x="1319" y="43850"/>
                    <a:pt x="1991" y="43763"/>
                  </a:cubicBezTo>
                  <a:cubicBezTo>
                    <a:pt x="2646" y="43650"/>
                    <a:pt x="3283" y="43519"/>
                    <a:pt x="3938" y="43370"/>
                  </a:cubicBezTo>
                  <a:cubicBezTo>
                    <a:pt x="4584" y="43222"/>
                    <a:pt x="5230" y="43047"/>
                    <a:pt x="5877" y="42872"/>
                  </a:cubicBezTo>
                  <a:cubicBezTo>
                    <a:pt x="6505" y="42672"/>
                    <a:pt x="7143" y="42471"/>
                    <a:pt x="7771" y="42261"/>
                  </a:cubicBezTo>
                  <a:cubicBezTo>
                    <a:pt x="10286" y="41388"/>
                    <a:pt x="12713" y="40262"/>
                    <a:pt x="15045" y="38943"/>
                  </a:cubicBezTo>
                  <a:cubicBezTo>
                    <a:pt x="17367" y="37625"/>
                    <a:pt x="19568" y="36105"/>
                    <a:pt x="21655" y="34412"/>
                  </a:cubicBezTo>
                  <a:cubicBezTo>
                    <a:pt x="23733" y="32718"/>
                    <a:pt x="25680" y="30867"/>
                    <a:pt x="27487" y="28876"/>
                  </a:cubicBezTo>
                  <a:cubicBezTo>
                    <a:pt x="29286" y="26894"/>
                    <a:pt x="30936" y="24763"/>
                    <a:pt x="32394" y="22519"/>
                  </a:cubicBezTo>
                  <a:cubicBezTo>
                    <a:pt x="33870" y="20266"/>
                    <a:pt x="35162" y="17909"/>
                    <a:pt x="36227" y="15464"/>
                  </a:cubicBezTo>
                  <a:cubicBezTo>
                    <a:pt x="36489" y="14844"/>
                    <a:pt x="36743" y="14224"/>
                    <a:pt x="36996" y="13613"/>
                  </a:cubicBezTo>
                  <a:cubicBezTo>
                    <a:pt x="37223" y="12984"/>
                    <a:pt x="37450" y="12364"/>
                    <a:pt x="37668" y="11736"/>
                  </a:cubicBezTo>
                  <a:cubicBezTo>
                    <a:pt x="37782" y="11412"/>
                    <a:pt x="37878" y="11098"/>
                    <a:pt x="37974" y="10784"/>
                  </a:cubicBezTo>
                  <a:lnTo>
                    <a:pt x="38271" y="9832"/>
                  </a:lnTo>
                  <a:cubicBezTo>
                    <a:pt x="38445" y="9186"/>
                    <a:pt x="38611" y="8549"/>
                    <a:pt x="38768" y="7902"/>
                  </a:cubicBezTo>
                  <a:cubicBezTo>
                    <a:pt x="38917" y="7247"/>
                    <a:pt x="39048" y="6601"/>
                    <a:pt x="39179" y="5946"/>
                  </a:cubicBezTo>
                  <a:cubicBezTo>
                    <a:pt x="39284" y="5292"/>
                    <a:pt x="39397" y="4637"/>
                    <a:pt x="39484" y="3982"/>
                  </a:cubicBezTo>
                  <a:cubicBezTo>
                    <a:pt x="39554" y="3318"/>
                    <a:pt x="39615" y="2663"/>
                    <a:pt x="39668" y="2000"/>
                  </a:cubicBezTo>
                  <a:cubicBezTo>
                    <a:pt x="39694" y="1327"/>
                    <a:pt x="39720" y="664"/>
                    <a:pt x="397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1"/>
            <p:cNvSpPr/>
            <p:nvPr/>
          </p:nvSpPr>
          <p:spPr>
            <a:xfrm>
              <a:off x="4791675" y="3841363"/>
              <a:ext cx="993025" cy="1101075"/>
            </a:xfrm>
            <a:custGeom>
              <a:avLst/>
              <a:gdLst/>
              <a:ahLst/>
              <a:cxnLst/>
              <a:rect l="l" t="t" r="r" b="b"/>
              <a:pathLst>
                <a:path w="39721" h="44043" extrusionOk="0">
                  <a:moveTo>
                    <a:pt x="39720" y="0"/>
                  </a:moveTo>
                  <a:lnTo>
                    <a:pt x="39720" y="0"/>
                  </a:lnTo>
                  <a:cubicBezTo>
                    <a:pt x="38035" y="4811"/>
                    <a:pt x="35904" y="9457"/>
                    <a:pt x="33320" y="13822"/>
                  </a:cubicBezTo>
                  <a:lnTo>
                    <a:pt x="32333" y="15447"/>
                  </a:lnTo>
                  <a:lnTo>
                    <a:pt x="31303" y="17053"/>
                  </a:lnTo>
                  <a:lnTo>
                    <a:pt x="30238" y="18625"/>
                  </a:lnTo>
                  <a:lnTo>
                    <a:pt x="29120" y="20162"/>
                  </a:lnTo>
                  <a:cubicBezTo>
                    <a:pt x="27618" y="22205"/>
                    <a:pt x="26020" y="24169"/>
                    <a:pt x="24318" y="26047"/>
                  </a:cubicBezTo>
                  <a:cubicBezTo>
                    <a:pt x="22632" y="27933"/>
                    <a:pt x="20842" y="29723"/>
                    <a:pt x="18965" y="31425"/>
                  </a:cubicBezTo>
                  <a:lnTo>
                    <a:pt x="17542" y="32691"/>
                  </a:lnTo>
                  <a:lnTo>
                    <a:pt x="16093" y="33914"/>
                  </a:lnTo>
                  <a:lnTo>
                    <a:pt x="14608" y="35101"/>
                  </a:lnTo>
                  <a:lnTo>
                    <a:pt x="13089" y="36263"/>
                  </a:lnTo>
                  <a:cubicBezTo>
                    <a:pt x="9020" y="39275"/>
                    <a:pt x="4628" y="41868"/>
                    <a:pt x="0" y="44043"/>
                  </a:cubicBezTo>
                  <a:cubicBezTo>
                    <a:pt x="4794" y="42296"/>
                    <a:pt x="9369" y="39869"/>
                    <a:pt x="13613" y="36944"/>
                  </a:cubicBezTo>
                  <a:lnTo>
                    <a:pt x="15184" y="35835"/>
                  </a:lnTo>
                  <a:lnTo>
                    <a:pt x="16712" y="34665"/>
                  </a:lnTo>
                  <a:lnTo>
                    <a:pt x="18206" y="33451"/>
                  </a:lnTo>
                  <a:lnTo>
                    <a:pt x="19672" y="32203"/>
                  </a:lnTo>
                  <a:cubicBezTo>
                    <a:pt x="21593" y="30509"/>
                    <a:pt x="23427" y="28684"/>
                    <a:pt x="25147" y="26789"/>
                  </a:cubicBezTo>
                  <a:cubicBezTo>
                    <a:pt x="26867" y="24868"/>
                    <a:pt x="28483" y="22868"/>
                    <a:pt x="29976" y="20773"/>
                  </a:cubicBezTo>
                  <a:lnTo>
                    <a:pt x="31067" y="19192"/>
                  </a:lnTo>
                  <a:lnTo>
                    <a:pt x="32115" y="17577"/>
                  </a:lnTo>
                  <a:lnTo>
                    <a:pt x="33119" y="15927"/>
                  </a:lnTo>
                  <a:lnTo>
                    <a:pt x="34071" y="14242"/>
                  </a:lnTo>
                  <a:cubicBezTo>
                    <a:pt x="36533" y="9745"/>
                    <a:pt x="38480" y="4960"/>
                    <a:pt x="397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1"/>
            <p:cNvSpPr/>
            <p:nvPr/>
          </p:nvSpPr>
          <p:spPr>
            <a:xfrm>
              <a:off x="4798875" y="4489238"/>
              <a:ext cx="1145825" cy="488175"/>
            </a:xfrm>
            <a:custGeom>
              <a:avLst/>
              <a:gdLst/>
              <a:ahLst/>
              <a:cxnLst/>
              <a:rect l="l" t="t" r="r" b="b"/>
              <a:pathLst>
                <a:path w="45833" h="19527" extrusionOk="0">
                  <a:moveTo>
                    <a:pt x="45832" y="1"/>
                  </a:moveTo>
                  <a:lnTo>
                    <a:pt x="45832" y="1"/>
                  </a:lnTo>
                  <a:cubicBezTo>
                    <a:pt x="45308" y="219"/>
                    <a:pt x="44802" y="455"/>
                    <a:pt x="44313" y="682"/>
                  </a:cubicBezTo>
                  <a:cubicBezTo>
                    <a:pt x="43807" y="918"/>
                    <a:pt x="43326" y="1145"/>
                    <a:pt x="42846" y="1380"/>
                  </a:cubicBezTo>
                  <a:cubicBezTo>
                    <a:pt x="42357" y="1616"/>
                    <a:pt x="41877" y="1843"/>
                    <a:pt x="41405" y="2079"/>
                  </a:cubicBezTo>
                  <a:cubicBezTo>
                    <a:pt x="40925" y="2315"/>
                    <a:pt x="40462" y="2542"/>
                    <a:pt x="39991" y="2769"/>
                  </a:cubicBezTo>
                  <a:cubicBezTo>
                    <a:pt x="39511" y="2996"/>
                    <a:pt x="39039" y="3214"/>
                    <a:pt x="38585" y="3450"/>
                  </a:cubicBezTo>
                  <a:cubicBezTo>
                    <a:pt x="38341" y="3555"/>
                    <a:pt x="38114" y="3668"/>
                    <a:pt x="37887" y="3773"/>
                  </a:cubicBezTo>
                  <a:cubicBezTo>
                    <a:pt x="37651" y="3886"/>
                    <a:pt x="37424" y="4000"/>
                    <a:pt x="37197" y="4113"/>
                  </a:cubicBezTo>
                  <a:cubicBezTo>
                    <a:pt x="36725" y="4323"/>
                    <a:pt x="36271" y="4541"/>
                    <a:pt x="35809" y="4759"/>
                  </a:cubicBezTo>
                  <a:cubicBezTo>
                    <a:pt x="35354" y="4960"/>
                    <a:pt x="34892" y="5170"/>
                    <a:pt x="34438" y="5388"/>
                  </a:cubicBezTo>
                  <a:cubicBezTo>
                    <a:pt x="32587" y="6226"/>
                    <a:pt x="30779" y="7038"/>
                    <a:pt x="28946" y="7798"/>
                  </a:cubicBezTo>
                  <a:cubicBezTo>
                    <a:pt x="27112" y="8566"/>
                    <a:pt x="25278" y="9300"/>
                    <a:pt x="23436" y="9998"/>
                  </a:cubicBezTo>
                  <a:cubicBezTo>
                    <a:pt x="21585" y="10697"/>
                    <a:pt x="19725" y="11352"/>
                    <a:pt x="17848" y="11972"/>
                  </a:cubicBezTo>
                  <a:cubicBezTo>
                    <a:pt x="15953" y="12592"/>
                    <a:pt x="14058" y="13185"/>
                    <a:pt x="12129" y="13762"/>
                  </a:cubicBezTo>
                  <a:cubicBezTo>
                    <a:pt x="10181" y="14338"/>
                    <a:pt x="8217" y="14897"/>
                    <a:pt x="6209" y="15438"/>
                  </a:cubicBezTo>
                  <a:cubicBezTo>
                    <a:pt x="5711" y="15569"/>
                    <a:pt x="5204" y="15718"/>
                    <a:pt x="4689" y="15857"/>
                  </a:cubicBezTo>
                  <a:cubicBezTo>
                    <a:pt x="4183" y="15988"/>
                    <a:pt x="3668" y="16128"/>
                    <a:pt x="3153" y="16268"/>
                  </a:cubicBezTo>
                  <a:cubicBezTo>
                    <a:pt x="2637" y="16416"/>
                    <a:pt x="2113" y="16556"/>
                    <a:pt x="1590" y="16704"/>
                  </a:cubicBezTo>
                  <a:cubicBezTo>
                    <a:pt x="1066" y="16853"/>
                    <a:pt x="533" y="16992"/>
                    <a:pt x="0" y="17176"/>
                  </a:cubicBezTo>
                  <a:cubicBezTo>
                    <a:pt x="507" y="17420"/>
                    <a:pt x="1031" y="17612"/>
                    <a:pt x="1581" y="17822"/>
                  </a:cubicBezTo>
                  <a:cubicBezTo>
                    <a:pt x="2105" y="18005"/>
                    <a:pt x="2629" y="18171"/>
                    <a:pt x="3161" y="18337"/>
                  </a:cubicBezTo>
                  <a:cubicBezTo>
                    <a:pt x="3694" y="18486"/>
                    <a:pt x="4235" y="18617"/>
                    <a:pt x="4777" y="18748"/>
                  </a:cubicBezTo>
                  <a:cubicBezTo>
                    <a:pt x="5309" y="18861"/>
                    <a:pt x="5859" y="18966"/>
                    <a:pt x="6401" y="19062"/>
                  </a:cubicBezTo>
                  <a:cubicBezTo>
                    <a:pt x="8289" y="19379"/>
                    <a:pt x="10211" y="19527"/>
                    <a:pt x="12131" y="19527"/>
                  </a:cubicBezTo>
                  <a:cubicBezTo>
                    <a:pt x="12430" y="19527"/>
                    <a:pt x="12729" y="19523"/>
                    <a:pt x="13028" y="19516"/>
                  </a:cubicBezTo>
                  <a:cubicBezTo>
                    <a:pt x="15254" y="19455"/>
                    <a:pt x="17472" y="19210"/>
                    <a:pt x="19655" y="18774"/>
                  </a:cubicBezTo>
                  <a:cubicBezTo>
                    <a:pt x="21838" y="18337"/>
                    <a:pt x="23986" y="17726"/>
                    <a:pt x="26073" y="16940"/>
                  </a:cubicBezTo>
                  <a:cubicBezTo>
                    <a:pt x="28168" y="16154"/>
                    <a:pt x="30185" y="15202"/>
                    <a:pt x="32115" y="14102"/>
                  </a:cubicBezTo>
                  <a:cubicBezTo>
                    <a:pt x="34053" y="12993"/>
                    <a:pt x="35887" y="11727"/>
                    <a:pt x="37598" y="10313"/>
                  </a:cubicBezTo>
                  <a:cubicBezTo>
                    <a:pt x="38026" y="9955"/>
                    <a:pt x="38437" y="9579"/>
                    <a:pt x="38856" y="9221"/>
                  </a:cubicBezTo>
                  <a:cubicBezTo>
                    <a:pt x="39257" y="8837"/>
                    <a:pt x="39659" y="8470"/>
                    <a:pt x="40052" y="8078"/>
                  </a:cubicBezTo>
                  <a:cubicBezTo>
                    <a:pt x="40253" y="7877"/>
                    <a:pt x="40445" y="7667"/>
                    <a:pt x="40628" y="7475"/>
                  </a:cubicBezTo>
                  <a:cubicBezTo>
                    <a:pt x="40820" y="7274"/>
                    <a:pt x="41013" y="7082"/>
                    <a:pt x="41196" y="6873"/>
                  </a:cubicBezTo>
                  <a:cubicBezTo>
                    <a:pt x="41563" y="6462"/>
                    <a:pt x="41921" y="6043"/>
                    <a:pt x="42279" y="5615"/>
                  </a:cubicBezTo>
                  <a:cubicBezTo>
                    <a:pt x="42619" y="5196"/>
                    <a:pt x="42968" y="4759"/>
                    <a:pt x="43291" y="4305"/>
                  </a:cubicBezTo>
                  <a:cubicBezTo>
                    <a:pt x="43615" y="3851"/>
                    <a:pt x="43929" y="3389"/>
                    <a:pt x="44234" y="2935"/>
                  </a:cubicBezTo>
                  <a:cubicBezTo>
                    <a:pt x="44531" y="2463"/>
                    <a:pt x="44811" y="1983"/>
                    <a:pt x="45081" y="1503"/>
                  </a:cubicBezTo>
                  <a:cubicBezTo>
                    <a:pt x="45352" y="1005"/>
                    <a:pt x="45597" y="507"/>
                    <a:pt x="458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1"/>
            <p:cNvSpPr/>
            <p:nvPr/>
          </p:nvSpPr>
          <p:spPr>
            <a:xfrm>
              <a:off x="4798875" y="4489238"/>
              <a:ext cx="1145825" cy="438025"/>
            </a:xfrm>
            <a:custGeom>
              <a:avLst/>
              <a:gdLst/>
              <a:ahLst/>
              <a:cxnLst/>
              <a:rect l="l" t="t" r="r" b="b"/>
              <a:pathLst>
                <a:path w="45833" h="17521" extrusionOk="0">
                  <a:moveTo>
                    <a:pt x="45832" y="1"/>
                  </a:moveTo>
                  <a:lnTo>
                    <a:pt x="45832" y="1"/>
                  </a:lnTo>
                  <a:cubicBezTo>
                    <a:pt x="42698" y="2804"/>
                    <a:pt x="39336" y="5327"/>
                    <a:pt x="35774" y="7492"/>
                  </a:cubicBezTo>
                  <a:cubicBezTo>
                    <a:pt x="32220" y="9667"/>
                    <a:pt x="28448" y="11492"/>
                    <a:pt x="24554" y="12950"/>
                  </a:cubicBezTo>
                  <a:cubicBezTo>
                    <a:pt x="20651" y="14417"/>
                    <a:pt x="16625" y="15508"/>
                    <a:pt x="12504" y="16215"/>
                  </a:cubicBezTo>
                  <a:cubicBezTo>
                    <a:pt x="8691" y="16871"/>
                    <a:pt x="4810" y="17182"/>
                    <a:pt x="918" y="17182"/>
                  </a:cubicBezTo>
                  <a:cubicBezTo>
                    <a:pt x="612" y="17182"/>
                    <a:pt x="306" y="17180"/>
                    <a:pt x="0" y="17176"/>
                  </a:cubicBezTo>
                  <a:lnTo>
                    <a:pt x="0" y="17176"/>
                  </a:lnTo>
                  <a:cubicBezTo>
                    <a:pt x="1890" y="17409"/>
                    <a:pt x="3794" y="17520"/>
                    <a:pt x="5701" y="17520"/>
                  </a:cubicBezTo>
                  <a:cubicBezTo>
                    <a:pt x="8015" y="17520"/>
                    <a:pt x="10333" y="17356"/>
                    <a:pt x="12635" y="17045"/>
                  </a:cubicBezTo>
                  <a:cubicBezTo>
                    <a:pt x="16826" y="16486"/>
                    <a:pt x="20965" y="15456"/>
                    <a:pt x="24938" y="13971"/>
                  </a:cubicBezTo>
                  <a:cubicBezTo>
                    <a:pt x="28911" y="12487"/>
                    <a:pt x="32709" y="10540"/>
                    <a:pt x="36236" y="8208"/>
                  </a:cubicBezTo>
                  <a:cubicBezTo>
                    <a:pt x="39764" y="5868"/>
                    <a:pt x="43012" y="3127"/>
                    <a:pt x="458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5" name="Google Shape;1875;p31"/>
          <p:cNvGrpSpPr/>
          <p:nvPr/>
        </p:nvGrpSpPr>
        <p:grpSpPr>
          <a:xfrm>
            <a:off x="29366" y="941062"/>
            <a:ext cx="8925162" cy="3816690"/>
            <a:chOff x="29366" y="941062"/>
            <a:chExt cx="8925162" cy="3816690"/>
          </a:xfrm>
        </p:grpSpPr>
        <p:grpSp>
          <p:nvGrpSpPr>
            <p:cNvPr id="1876" name="Google Shape;1876;p31"/>
            <p:cNvGrpSpPr/>
            <p:nvPr/>
          </p:nvGrpSpPr>
          <p:grpSpPr>
            <a:xfrm rot="4645028">
              <a:off x="59570" y="4470350"/>
              <a:ext cx="255858" cy="266938"/>
              <a:chOff x="6257237" y="2492613"/>
              <a:chExt cx="247289" cy="257998"/>
            </a:xfrm>
          </p:grpSpPr>
          <p:sp>
            <p:nvSpPr>
              <p:cNvPr id="1877" name="Google Shape;1877;p31"/>
              <p:cNvSpPr/>
              <p:nvPr/>
            </p:nvSpPr>
            <p:spPr>
              <a:xfrm>
                <a:off x="6262205" y="2525600"/>
                <a:ext cx="229216" cy="225011"/>
              </a:xfrm>
              <a:custGeom>
                <a:avLst/>
                <a:gdLst/>
                <a:ahLst/>
                <a:cxnLst/>
                <a:rect l="l" t="t" r="r" b="b"/>
                <a:pathLst>
                  <a:path w="18643" h="18301" extrusionOk="0">
                    <a:moveTo>
                      <a:pt x="15645" y="0"/>
                    </a:moveTo>
                    <a:cubicBezTo>
                      <a:pt x="15453" y="0"/>
                      <a:pt x="15258" y="48"/>
                      <a:pt x="15076" y="97"/>
                    </a:cubicBezTo>
                    <a:cubicBezTo>
                      <a:pt x="10330" y="1430"/>
                      <a:pt x="5398" y="2857"/>
                      <a:pt x="1194" y="5540"/>
                    </a:cubicBezTo>
                    <a:cubicBezTo>
                      <a:pt x="217" y="6285"/>
                      <a:pt x="0" y="8053"/>
                      <a:pt x="78" y="9170"/>
                    </a:cubicBezTo>
                    <a:cubicBezTo>
                      <a:pt x="109" y="9635"/>
                      <a:pt x="248" y="10178"/>
                      <a:pt x="621" y="10410"/>
                    </a:cubicBezTo>
                    <a:cubicBezTo>
                      <a:pt x="825" y="10543"/>
                      <a:pt x="1056" y="10587"/>
                      <a:pt x="1298" y="10587"/>
                    </a:cubicBezTo>
                    <a:cubicBezTo>
                      <a:pt x="1772" y="10587"/>
                      <a:pt x="2289" y="10419"/>
                      <a:pt x="2732" y="10419"/>
                    </a:cubicBezTo>
                    <a:cubicBezTo>
                      <a:pt x="2992" y="10419"/>
                      <a:pt x="3226" y="10477"/>
                      <a:pt x="3412" y="10659"/>
                    </a:cubicBezTo>
                    <a:cubicBezTo>
                      <a:pt x="3738" y="11000"/>
                      <a:pt x="3707" y="11496"/>
                      <a:pt x="3707" y="11961"/>
                    </a:cubicBezTo>
                    <a:cubicBezTo>
                      <a:pt x="3660" y="12970"/>
                      <a:pt x="3816" y="14133"/>
                      <a:pt x="4715" y="14645"/>
                    </a:cubicBezTo>
                    <a:cubicBezTo>
                      <a:pt x="5049" y="14853"/>
                      <a:pt x="5427" y="14906"/>
                      <a:pt x="5824" y="14906"/>
                    </a:cubicBezTo>
                    <a:cubicBezTo>
                      <a:pt x="6230" y="14906"/>
                      <a:pt x="6657" y="14851"/>
                      <a:pt x="7079" y="14851"/>
                    </a:cubicBezTo>
                    <a:cubicBezTo>
                      <a:pt x="7318" y="14851"/>
                      <a:pt x="7555" y="14869"/>
                      <a:pt x="7786" y="14924"/>
                    </a:cubicBezTo>
                    <a:cubicBezTo>
                      <a:pt x="8515" y="15110"/>
                      <a:pt x="9089" y="15653"/>
                      <a:pt x="9337" y="16304"/>
                    </a:cubicBezTo>
                    <a:cubicBezTo>
                      <a:pt x="9523" y="16723"/>
                      <a:pt x="9523" y="17173"/>
                      <a:pt x="9802" y="17545"/>
                    </a:cubicBezTo>
                    <a:cubicBezTo>
                      <a:pt x="9988" y="17793"/>
                      <a:pt x="10221" y="17917"/>
                      <a:pt x="10531" y="18057"/>
                    </a:cubicBezTo>
                    <a:cubicBezTo>
                      <a:pt x="10927" y="18220"/>
                      <a:pt x="11353" y="18301"/>
                      <a:pt x="11774" y="18301"/>
                    </a:cubicBezTo>
                    <a:cubicBezTo>
                      <a:pt x="12195" y="18301"/>
                      <a:pt x="12609" y="18220"/>
                      <a:pt x="12982" y="18057"/>
                    </a:cubicBezTo>
                    <a:cubicBezTo>
                      <a:pt x="13494" y="17840"/>
                      <a:pt x="13943" y="17514"/>
                      <a:pt x="14362" y="17111"/>
                    </a:cubicBezTo>
                    <a:cubicBezTo>
                      <a:pt x="15944" y="15606"/>
                      <a:pt x="16859" y="13481"/>
                      <a:pt x="17278" y="11341"/>
                    </a:cubicBezTo>
                    <a:cubicBezTo>
                      <a:pt x="17681" y="9216"/>
                      <a:pt x="17681" y="7029"/>
                      <a:pt x="17635" y="4811"/>
                    </a:cubicBezTo>
                    <a:lnTo>
                      <a:pt x="17635" y="4811"/>
                    </a:lnTo>
                    <a:cubicBezTo>
                      <a:pt x="17697" y="4832"/>
                      <a:pt x="17760" y="4842"/>
                      <a:pt x="17821" y="4842"/>
                    </a:cubicBezTo>
                    <a:cubicBezTo>
                      <a:pt x="18261" y="4842"/>
                      <a:pt x="18643" y="4345"/>
                      <a:pt x="18643" y="3896"/>
                    </a:cubicBezTo>
                    <a:cubicBezTo>
                      <a:pt x="18643" y="3354"/>
                      <a:pt x="18317" y="2888"/>
                      <a:pt x="17991" y="2485"/>
                    </a:cubicBezTo>
                    <a:cubicBezTo>
                      <a:pt x="17480" y="1865"/>
                      <a:pt x="17030" y="1182"/>
                      <a:pt x="16533" y="562"/>
                    </a:cubicBezTo>
                    <a:cubicBezTo>
                      <a:pt x="16363" y="345"/>
                      <a:pt x="16239" y="159"/>
                      <a:pt x="15991" y="66"/>
                    </a:cubicBezTo>
                    <a:cubicBezTo>
                      <a:pt x="15879" y="18"/>
                      <a:pt x="15762" y="0"/>
                      <a:pt x="156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1"/>
              <p:cNvSpPr/>
              <p:nvPr/>
            </p:nvSpPr>
            <p:spPr>
              <a:xfrm>
                <a:off x="6257237" y="2492613"/>
                <a:ext cx="247289" cy="255847"/>
              </a:xfrm>
              <a:custGeom>
                <a:avLst/>
                <a:gdLst/>
                <a:ahLst/>
                <a:cxnLst/>
                <a:rect l="l" t="t" r="r" b="b"/>
                <a:pathLst>
                  <a:path w="20113" h="20809" extrusionOk="0">
                    <a:moveTo>
                      <a:pt x="14171" y="0"/>
                    </a:moveTo>
                    <a:cubicBezTo>
                      <a:pt x="13607" y="0"/>
                      <a:pt x="13062" y="271"/>
                      <a:pt x="12734" y="732"/>
                    </a:cubicBezTo>
                    <a:cubicBezTo>
                      <a:pt x="12269" y="1306"/>
                      <a:pt x="12316" y="2113"/>
                      <a:pt x="12548" y="2733"/>
                    </a:cubicBezTo>
                    <a:cubicBezTo>
                      <a:pt x="12521" y="2665"/>
                      <a:pt x="12400" y="2637"/>
                      <a:pt x="12215" y="2637"/>
                    </a:cubicBezTo>
                    <a:cubicBezTo>
                      <a:pt x="11254" y="2637"/>
                      <a:pt x="8557" y="3412"/>
                      <a:pt x="8128" y="3555"/>
                    </a:cubicBezTo>
                    <a:cubicBezTo>
                      <a:pt x="7228" y="3896"/>
                      <a:pt x="6313" y="4253"/>
                      <a:pt x="5476" y="4718"/>
                    </a:cubicBezTo>
                    <a:cubicBezTo>
                      <a:pt x="5073" y="4935"/>
                      <a:pt x="4607" y="5184"/>
                      <a:pt x="4235" y="5478"/>
                    </a:cubicBezTo>
                    <a:cubicBezTo>
                      <a:pt x="1986" y="6936"/>
                      <a:pt x="1" y="9356"/>
                      <a:pt x="1040" y="12194"/>
                    </a:cubicBezTo>
                    <a:cubicBezTo>
                      <a:pt x="1087" y="12364"/>
                      <a:pt x="1149" y="12520"/>
                      <a:pt x="1335" y="12597"/>
                    </a:cubicBezTo>
                    <a:cubicBezTo>
                      <a:pt x="1443" y="12675"/>
                      <a:pt x="1660" y="12706"/>
                      <a:pt x="1831" y="12706"/>
                    </a:cubicBezTo>
                    <a:cubicBezTo>
                      <a:pt x="2265" y="12706"/>
                      <a:pt x="2735" y="12665"/>
                      <a:pt x="3186" y="12665"/>
                    </a:cubicBezTo>
                    <a:cubicBezTo>
                      <a:pt x="3914" y="12665"/>
                      <a:pt x="4593" y="12771"/>
                      <a:pt x="4995" y="13326"/>
                    </a:cubicBezTo>
                    <a:cubicBezTo>
                      <a:pt x="5615" y="14210"/>
                      <a:pt x="5073" y="15653"/>
                      <a:pt x="5833" y="16459"/>
                    </a:cubicBezTo>
                    <a:cubicBezTo>
                      <a:pt x="6701" y="17405"/>
                      <a:pt x="8547" y="16537"/>
                      <a:pt x="9493" y="17405"/>
                    </a:cubicBezTo>
                    <a:cubicBezTo>
                      <a:pt x="10144" y="17979"/>
                      <a:pt x="10036" y="19065"/>
                      <a:pt x="10501" y="19825"/>
                    </a:cubicBezTo>
                    <a:cubicBezTo>
                      <a:pt x="10893" y="20486"/>
                      <a:pt x="11680" y="20808"/>
                      <a:pt x="12445" y="20808"/>
                    </a:cubicBezTo>
                    <a:cubicBezTo>
                      <a:pt x="12649" y="20808"/>
                      <a:pt x="12852" y="20785"/>
                      <a:pt x="13045" y="20740"/>
                    </a:cubicBezTo>
                    <a:cubicBezTo>
                      <a:pt x="13991" y="20523"/>
                      <a:pt x="14782" y="19902"/>
                      <a:pt x="15464" y="19189"/>
                    </a:cubicBezTo>
                    <a:cubicBezTo>
                      <a:pt x="18426" y="16149"/>
                      <a:pt x="19559" y="11434"/>
                      <a:pt x="18333" y="7355"/>
                    </a:cubicBezTo>
                    <a:lnTo>
                      <a:pt x="18333" y="7355"/>
                    </a:lnTo>
                    <a:cubicBezTo>
                      <a:pt x="18351" y="7356"/>
                      <a:pt x="18369" y="7356"/>
                      <a:pt x="18387" y="7356"/>
                    </a:cubicBezTo>
                    <a:cubicBezTo>
                      <a:pt x="19442" y="7356"/>
                      <a:pt x="20112" y="6004"/>
                      <a:pt x="19822" y="4997"/>
                    </a:cubicBezTo>
                    <a:cubicBezTo>
                      <a:pt x="19528" y="3943"/>
                      <a:pt x="18659" y="3152"/>
                      <a:pt x="17821" y="2454"/>
                    </a:cubicBezTo>
                    <a:cubicBezTo>
                      <a:pt x="17201" y="1958"/>
                      <a:pt x="16627" y="1446"/>
                      <a:pt x="15991" y="903"/>
                    </a:cubicBezTo>
                    <a:cubicBezTo>
                      <a:pt x="15573" y="577"/>
                      <a:pt x="15154" y="251"/>
                      <a:pt x="14642" y="65"/>
                    </a:cubicBezTo>
                    <a:cubicBezTo>
                      <a:pt x="14486" y="21"/>
                      <a:pt x="14328" y="0"/>
                      <a:pt x="141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1"/>
              <p:cNvSpPr/>
              <p:nvPr/>
            </p:nvSpPr>
            <p:spPr>
              <a:xfrm>
                <a:off x="6327798" y="2554236"/>
                <a:ext cx="86581" cy="72295"/>
              </a:xfrm>
              <a:custGeom>
                <a:avLst/>
                <a:gdLst/>
                <a:ahLst/>
                <a:cxnLst/>
                <a:rect l="l" t="t" r="r" b="b"/>
                <a:pathLst>
                  <a:path w="7042" h="5880" extrusionOk="0">
                    <a:moveTo>
                      <a:pt x="7042" y="1"/>
                    </a:moveTo>
                    <a:lnTo>
                      <a:pt x="7042" y="1"/>
                    </a:lnTo>
                    <a:cubicBezTo>
                      <a:pt x="6297" y="187"/>
                      <a:pt x="5537" y="544"/>
                      <a:pt x="4871" y="916"/>
                    </a:cubicBezTo>
                    <a:cubicBezTo>
                      <a:pt x="4204" y="1304"/>
                      <a:pt x="3583" y="1738"/>
                      <a:pt x="2963" y="2250"/>
                    </a:cubicBezTo>
                    <a:cubicBezTo>
                      <a:pt x="2342" y="2762"/>
                      <a:pt x="1800" y="3289"/>
                      <a:pt x="1288" y="3925"/>
                    </a:cubicBezTo>
                    <a:cubicBezTo>
                      <a:pt x="791" y="4545"/>
                      <a:pt x="326" y="5150"/>
                      <a:pt x="0" y="5879"/>
                    </a:cubicBezTo>
                    <a:cubicBezTo>
                      <a:pt x="574" y="5367"/>
                      <a:pt x="1164" y="4824"/>
                      <a:pt x="1753" y="4328"/>
                    </a:cubicBezTo>
                    <a:cubicBezTo>
                      <a:pt x="2296" y="3832"/>
                      <a:pt x="2885" y="3289"/>
                      <a:pt x="3459" y="2824"/>
                    </a:cubicBezTo>
                    <a:cubicBezTo>
                      <a:pt x="4002" y="2327"/>
                      <a:pt x="4622" y="1878"/>
                      <a:pt x="5212" y="1412"/>
                    </a:cubicBezTo>
                    <a:cubicBezTo>
                      <a:pt x="5848" y="947"/>
                      <a:pt x="6421" y="497"/>
                      <a:pt x="70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1"/>
              <p:cNvSpPr/>
              <p:nvPr/>
            </p:nvSpPr>
            <p:spPr>
              <a:xfrm>
                <a:off x="6388253" y="2587235"/>
                <a:ext cx="55303" cy="91536"/>
              </a:xfrm>
              <a:custGeom>
                <a:avLst/>
                <a:gdLst/>
                <a:ahLst/>
                <a:cxnLst/>
                <a:rect l="l" t="t" r="r" b="b"/>
                <a:pathLst>
                  <a:path w="4498" h="7445" extrusionOk="0">
                    <a:moveTo>
                      <a:pt x="4467" y="0"/>
                    </a:moveTo>
                    <a:lnTo>
                      <a:pt x="4467" y="0"/>
                    </a:lnTo>
                    <a:cubicBezTo>
                      <a:pt x="4172" y="698"/>
                      <a:pt x="3908" y="1365"/>
                      <a:pt x="3629" y="2032"/>
                    </a:cubicBezTo>
                    <a:cubicBezTo>
                      <a:pt x="3335" y="2714"/>
                      <a:pt x="2993" y="3335"/>
                      <a:pt x="2621" y="3955"/>
                    </a:cubicBezTo>
                    <a:cubicBezTo>
                      <a:pt x="2295" y="4575"/>
                      <a:pt x="1877" y="5149"/>
                      <a:pt x="1411" y="5739"/>
                    </a:cubicBezTo>
                    <a:cubicBezTo>
                      <a:pt x="1008" y="6312"/>
                      <a:pt x="512" y="6855"/>
                      <a:pt x="0" y="7445"/>
                    </a:cubicBezTo>
                    <a:cubicBezTo>
                      <a:pt x="667" y="7103"/>
                      <a:pt x="1287" y="6638"/>
                      <a:pt x="1877" y="6157"/>
                    </a:cubicBezTo>
                    <a:cubicBezTo>
                      <a:pt x="2420" y="5615"/>
                      <a:pt x="2885" y="5041"/>
                      <a:pt x="3304" y="4374"/>
                    </a:cubicBezTo>
                    <a:cubicBezTo>
                      <a:pt x="3707" y="3691"/>
                      <a:pt x="4002" y="2993"/>
                      <a:pt x="4203" y="2249"/>
                    </a:cubicBezTo>
                    <a:cubicBezTo>
                      <a:pt x="4420" y="1551"/>
                      <a:pt x="4498" y="745"/>
                      <a:pt x="44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1"/>
              <p:cNvSpPr/>
              <p:nvPr/>
            </p:nvSpPr>
            <p:spPr>
              <a:xfrm>
                <a:off x="6343622" y="2698554"/>
                <a:ext cx="93835" cy="49905"/>
              </a:xfrm>
              <a:custGeom>
                <a:avLst/>
                <a:gdLst/>
                <a:ahLst/>
                <a:cxnLst/>
                <a:rect l="l" t="t" r="r" b="b"/>
                <a:pathLst>
                  <a:path w="7632" h="4059" extrusionOk="0">
                    <a:moveTo>
                      <a:pt x="1428" y="1"/>
                    </a:moveTo>
                    <a:cubicBezTo>
                      <a:pt x="958" y="1"/>
                      <a:pt x="453" y="138"/>
                      <a:pt x="1" y="190"/>
                    </a:cubicBezTo>
                    <a:cubicBezTo>
                      <a:pt x="838" y="221"/>
                      <a:pt x="1784" y="112"/>
                      <a:pt x="2374" y="655"/>
                    </a:cubicBezTo>
                    <a:cubicBezTo>
                      <a:pt x="3025" y="1229"/>
                      <a:pt x="2917" y="2315"/>
                      <a:pt x="3382" y="3075"/>
                    </a:cubicBezTo>
                    <a:cubicBezTo>
                      <a:pt x="3774" y="3736"/>
                      <a:pt x="4561" y="4058"/>
                      <a:pt x="5318" y="4058"/>
                    </a:cubicBezTo>
                    <a:cubicBezTo>
                      <a:pt x="5520" y="4058"/>
                      <a:pt x="5720" y="4035"/>
                      <a:pt x="5910" y="3990"/>
                    </a:cubicBezTo>
                    <a:cubicBezTo>
                      <a:pt x="6530" y="3819"/>
                      <a:pt x="7120" y="3478"/>
                      <a:pt x="7632" y="3075"/>
                    </a:cubicBezTo>
                    <a:lnTo>
                      <a:pt x="7632" y="3075"/>
                    </a:lnTo>
                    <a:cubicBezTo>
                      <a:pt x="6936" y="3448"/>
                      <a:pt x="6188" y="3714"/>
                      <a:pt x="5377" y="3714"/>
                    </a:cubicBezTo>
                    <a:cubicBezTo>
                      <a:pt x="5211" y="3714"/>
                      <a:pt x="5042" y="3703"/>
                      <a:pt x="4871" y="3679"/>
                    </a:cubicBezTo>
                    <a:cubicBezTo>
                      <a:pt x="4576" y="3633"/>
                      <a:pt x="4297" y="3602"/>
                      <a:pt x="4111" y="3385"/>
                    </a:cubicBezTo>
                    <a:cubicBezTo>
                      <a:pt x="3940" y="3214"/>
                      <a:pt x="3863" y="2982"/>
                      <a:pt x="3832" y="2764"/>
                    </a:cubicBezTo>
                    <a:cubicBezTo>
                      <a:pt x="3646" y="2191"/>
                      <a:pt x="3490" y="1555"/>
                      <a:pt x="3165" y="1058"/>
                    </a:cubicBezTo>
                    <a:cubicBezTo>
                      <a:pt x="2839" y="562"/>
                      <a:pt x="2327" y="112"/>
                      <a:pt x="1707" y="19"/>
                    </a:cubicBezTo>
                    <a:cubicBezTo>
                      <a:pt x="1616" y="6"/>
                      <a:pt x="1523" y="1"/>
                      <a:pt x="14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1"/>
              <p:cNvSpPr/>
              <p:nvPr/>
            </p:nvSpPr>
            <p:spPr>
              <a:xfrm>
                <a:off x="6268106" y="2640055"/>
                <a:ext cx="61524" cy="55315"/>
              </a:xfrm>
              <a:custGeom>
                <a:avLst/>
                <a:gdLst/>
                <a:ahLst/>
                <a:cxnLst/>
                <a:rect l="l" t="t" r="r" b="b"/>
                <a:pathLst>
                  <a:path w="5004" h="4499" extrusionOk="0">
                    <a:moveTo>
                      <a:pt x="1" y="0"/>
                    </a:moveTo>
                    <a:cubicBezTo>
                      <a:pt x="1" y="47"/>
                      <a:pt x="32" y="124"/>
                      <a:pt x="32" y="171"/>
                    </a:cubicBezTo>
                    <a:cubicBezTo>
                      <a:pt x="141" y="310"/>
                      <a:pt x="218" y="481"/>
                      <a:pt x="389" y="559"/>
                    </a:cubicBezTo>
                    <a:cubicBezTo>
                      <a:pt x="497" y="636"/>
                      <a:pt x="714" y="683"/>
                      <a:pt x="885" y="683"/>
                    </a:cubicBezTo>
                    <a:cubicBezTo>
                      <a:pt x="1329" y="683"/>
                      <a:pt x="1810" y="637"/>
                      <a:pt x="2271" y="637"/>
                    </a:cubicBezTo>
                    <a:cubicBezTo>
                      <a:pt x="2987" y="637"/>
                      <a:pt x="3653" y="746"/>
                      <a:pt x="4049" y="1303"/>
                    </a:cubicBezTo>
                    <a:cubicBezTo>
                      <a:pt x="4669" y="2172"/>
                      <a:pt x="4127" y="3629"/>
                      <a:pt x="4887" y="4420"/>
                    </a:cubicBezTo>
                    <a:cubicBezTo>
                      <a:pt x="4904" y="4446"/>
                      <a:pt x="4926" y="4458"/>
                      <a:pt x="4942" y="4468"/>
                    </a:cubicBezTo>
                    <a:lnTo>
                      <a:pt x="4942" y="4468"/>
                    </a:lnTo>
                    <a:cubicBezTo>
                      <a:pt x="4391" y="3703"/>
                      <a:pt x="5004" y="2361"/>
                      <a:pt x="4499" y="1458"/>
                    </a:cubicBezTo>
                    <a:cubicBezTo>
                      <a:pt x="4127" y="667"/>
                      <a:pt x="3087" y="450"/>
                      <a:pt x="2203" y="403"/>
                    </a:cubicBezTo>
                    <a:cubicBezTo>
                      <a:pt x="1459" y="372"/>
                      <a:pt x="621" y="372"/>
                      <a:pt x="1" y="0"/>
                    </a:cubicBezTo>
                    <a:close/>
                    <a:moveTo>
                      <a:pt x="4942" y="4468"/>
                    </a:moveTo>
                    <a:cubicBezTo>
                      <a:pt x="4949" y="4478"/>
                      <a:pt x="4956" y="4488"/>
                      <a:pt x="4964" y="4498"/>
                    </a:cubicBezTo>
                    <a:cubicBezTo>
                      <a:pt x="4964" y="4484"/>
                      <a:pt x="4955" y="4476"/>
                      <a:pt x="4942" y="44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1"/>
              <p:cNvSpPr/>
              <p:nvPr/>
            </p:nvSpPr>
            <p:spPr>
              <a:xfrm>
                <a:off x="6408269" y="2493105"/>
                <a:ext cx="94942" cy="184720"/>
              </a:xfrm>
              <a:custGeom>
                <a:avLst/>
                <a:gdLst/>
                <a:ahLst/>
                <a:cxnLst/>
                <a:rect l="l" t="t" r="r" b="b"/>
                <a:pathLst>
                  <a:path w="7722" h="15024" extrusionOk="0">
                    <a:moveTo>
                      <a:pt x="1766" y="0"/>
                    </a:moveTo>
                    <a:cubicBezTo>
                      <a:pt x="1206" y="0"/>
                      <a:pt x="663" y="278"/>
                      <a:pt x="326" y="723"/>
                    </a:cubicBezTo>
                    <a:cubicBezTo>
                      <a:pt x="156" y="971"/>
                      <a:pt x="32" y="1235"/>
                      <a:pt x="1" y="1530"/>
                    </a:cubicBezTo>
                    <a:cubicBezTo>
                      <a:pt x="528" y="847"/>
                      <a:pt x="1071" y="258"/>
                      <a:pt x="1831" y="258"/>
                    </a:cubicBezTo>
                    <a:cubicBezTo>
                      <a:pt x="2234" y="258"/>
                      <a:pt x="2653" y="475"/>
                      <a:pt x="3025" y="677"/>
                    </a:cubicBezTo>
                    <a:cubicBezTo>
                      <a:pt x="4033" y="1297"/>
                      <a:pt x="4979" y="2011"/>
                      <a:pt x="5817" y="2879"/>
                    </a:cubicBezTo>
                    <a:cubicBezTo>
                      <a:pt x="6608" y="3670"/>
                      <a:pt x="7306" y="4725"/>
                      <a:pt x="7150" y="5841"/>
                    </a:cubicBezTo>
                    <a:cubicBezTo>
                      <a:pt x="7073" y="6214"/>
                      <a:pt x="6871" y="6648"/>
                      <a:pt x="6499" y="6726"/>
                    </a:cubicBezTo>
                    <a:cubicBezTo>
                      <a:pt x="6446" y="6740"/>
                      <a:pt x="6392" y="6746"/>
                      <a:pt x="6339" y="6746"/>
                    </a:cubicBezTo>
                    <a:cubicBezTo>
                      <a:pt x="6098" y="6746"/>
                      <a:pt x="5859" y="6614"/>
                      <a:pt x="5631" y="6462"/>
                    </a:cubicBezTo>
                    <a:cubicBezTo>
                      <a:pt x="4576" y="5888"/>
                      <a:pt x="3583" y="5175"/>
                      <a:pt x="2653" y="4399"/>
                    </a:cubicBezTo>
                    <a:lnTo>
                      <a:pt x="2653" y="4399"/>
                    </a:lnTo>
                    <a:cubicBezTo>
                      <a:pt x="3459" y="5686"/>
                      <a:pt x="4948" y="6462"/>
                      <a:pt x="5522" y="7842"/>
                    </a:cubicBezTo>
                    <a:cubicBezTo>
                      <a:pt x="5863" y="8602"/>
                      <a:pt x="5894" y="9471"/>
                      <a:pt x="5941" y="10308"/>
                    </a:cubicBezTo>
                    <a:cubicBezTo>
                      <a:pt x="5972" y="11890"/>
                      <a:pt x="5941" y="13472"/>
                      <a:pt x="5600" y="15023"/>
                    </a:cubicBezTo>
                    <a:cubicBezTo>
                      <a:pt x="6515" y="12557"/>
                      <a:pt x="6685" y="9858"/>
                      <a:pt x="5941" y="7361"/>
                    </a:cubicBezTo>
                    <a:lnTo>
                      <a:pt x="5941" y="7361"/>
                    </a:lnTo>
                    <a:cubicBezTo>
                      <a:pt x="5953" y="7362"/>
                      <a:pt x="5965" y="7362"/>
                      <a:pt x="5977" y="7362"/>
                    </a:cubicBezTo>
                    <a:cubicBezTo>
                      <a:pt x="7042" y="7362"/>
                      <a:pt x="7721" y="6016"/>
                      <a:pt x="7430" y="4988"/>
                    </a:cubicBezTo>
                    <a:cubicBezTo>
                      <a:pt x="7135" y="3949"/>
                      <a:pt x="6266" y="3143"/>
                      <a:pt x="5429" y="2445"/>
                    </a:cubicBezTo>
                    <a:cubicBezTo>
                      <a:pt x="4809" y="1949"/>
                      <a:pt x="4235" y="1437"/>
                      <a:pt x="3583" y="894"/>
                    </a:cubicBezTo>
                    <a:cubicBezTo>
                      <a:pt x="3180" y="568"/>
                      <a:pt x="2746" y="243"/>
                      <a:pt x="2249" y="72"/>
                    </a:cubicBezTo>
                    <a:cubicBezTo>
                      <a:pt x="2090" y="23"/>
                      <a:pt x="1927" y="0"/>
                      <a:pt x="17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4" name="Google Shape;1884;p31"/>
            <p:cNvGrpSpPr/>
            <p:nvPr/>
          </p:nvGrpSpPr>
          <p:grpSpPr>
            <a:xfrm>
              <a:off x="8688642" y="941062"/>
              <a:ext cx="265886" cy="253252"/>
              <a:chOff x="8295343" y="649654"/>
              <a:chExt cx="143606" cy="136782"/>
            </a:xfrm>
          </p:grpSpPr>
          <p:sp>
            <p:nvSpPr>
              <p:cNvPr id="1885" name="Google Shape;1885;p31"/>
              <p:cNvSpPr/>
              <p:nvPr/>
            </p:nvSpPr>
            <p:spPr>
              <a:xfrm>
                <a:off x="8295343" y="651412"/>
                <a:ext cx="117098" cy="135024"/>
              </a:xfrm>
              <a:custGeom>
                <a:avLst/>
                <a:gdLst/>
                <a:ahLst/>
                <a:cxnLst/>
                <a:rect l="l" t="t" r="r" b="b"/>
                <a:pathLst>
                  <a:path w="9524" h="10982" extrusionOk="0">
                    <a:moveTo>
                      <a:pt x="7981" y="0"/>
                    </a:moveTo>
                    <a:cubicBezTo>
                      <a:pt x="7707" y="0"/>
                      <a:pt x="7407" y="185"/>
                      <a:pt x="7181" y="351"/>
                    </a:cubicBezTo>
                    <a:cubicBezTo>
                      <a:pt x="6879" y="582"/>
                      <a:pt x="6483" y="853"/>
                      <a:pt x="6104" y="853"/>
                    </a:cubicBezTo>
                    <a:cubicBezTo>
                      <a:pt x="6076" y="853"/>
                      <a:pt x="6047" y="851"/>
                      <a:pt x="6018" y="848"/>
                    </a:cubicBezTo>
                    <a:cubicBezTo>
                      <a:pt x="5801" y="817"/>
                      <a:pt x="5615" y="739"/>
                      <a:pt x="5398" y="677"/>
                    </a:cubicBezTo>
                    <a:cubicBezTo>
                      <a:pt x="5325" y="660"/>
                      <a:pt x="5250" y="652"/>
                      <a:pt x="5172" y="652"/>
                    </a:cubicBezTo>
                    <a:cubicBezTo>
                      <a:pt x="4902" y="652"/>
                      <a:pt x="4608" y="750"/>
                      <a:pt x="4343" y="894"/>
                    </a:cubicBezTo>
                    <a:cubicBezTo>
                      <a:pt x="4064" y="1096"/>
                      <a:pt x="3800" y="1360"/>
                      <a:pt x="3552" y="1639"/>
                    </a:cubicBezTo>
                    <a:cubicBezTo>
                      <a:pt x="3257" y="2011"/>
                      <a:pt x="2932" y="2476"/>
                      <a:pt x="2466" y="2523"/>
                    </a:cubicBezTo>
                    <a:cubicBezTo>
                      <a:pt x="2322" y="2523"/>
                      <a:pt x="2204" y="2502"/>
                      <a:pt x="2083" y="2502"/>
                    </a:cubicBezTo>
                    <a:cubicBezTo>
                      <a:pt x="2022" y="2502"/>
                      <a:pt x="1960" y="2507"/>
                      <a:pt x="1893" y="2523"/>
                    </a:cubicBezTo>
                    <a:cubicBezTo>
                      <a:pt x="1706" y="2554"/>
                      <a:pt x="1598" y="2631"/>
                      <a:pt x="1474" y="2724"/>
                    </a:cubicBezTo>
                    <a:cubicBezTo>
                      <a:pt x="822" y="3190"/>
                      <a:pt x="357" y="3934"/>
                      <a:pt x="171" y="4725"/>
                    </a:cubicBezTo>
                    <a:cubicBezTo>
                      <a:pt x="0" y="5516"/>
                      <a:pt x="218" y="6400"/>
                      <a:pt x="683" y="7052"/>
                    </a:cubicBezTo>
                    <a:cubicBezTo>
                      <a:pt x="978" y="7517"/>
                      <a:pt x="1443" y="7889"/>
                      <a:pt x="1846" y="8215"/>
                    </a:cubicBezTo>
                    <a:cubicBezTo>
                      <a:pt x="2848" y="8947"/>
                      <a:pt x="4053" y="9499"/>
                      <a:pt x="5283" y="9499"/>
                    </a:cubicBezTo>
                    <a:cubicBezTo>
                      <a:pt x="5538" y="9499"/>
                      <a:pt x="5794" y="9475"/>
                      <a:pt x="6049" y="9425"/>
                    </a:cubicBezTo>
                    <a:lnTo>
                      <a:pt x="6049" y="9425"/>
                    </a:lnTo>
                    <a:cubicBezTo>
                      <a:pt x="6018" y="9921"/>
                      <a:pt x="6018" y="10510"/>
                      <a:pt x="6390" y="10789"/>
                    </a:cubicBezTo>
                    <a:cubicBezTo>
                      <a:pt x="6538" y="10929"/>
                      <a:pt x="6739" y="10982"/>
                      <a:pt x="6950" y="10982"/>
                    </a:cubicBezTo>
                    <a:cubicBezTo>
                      <a:pt x="7137" y="10982"/>
                      <a:pt x="7332" y="10941"/>
                      <a:pt x="7507" y="10883"/>
                    </a:cubicBezTo>
                    <a:cubicBezTo>
                      <a:pt x="8019" y="10758"/>
                      <a:pt x="8453" y="10510"/>
                      <a:pt x="8841" y="10216"/>
                    </a:cubicBezTo>
                    <a:cubicBezTo>
                      <a:pt x="9136" y="9998"/>
                      <a:pt x="9430" y="9673"/>
                      <a:pt x="9461" y="9301"/>
                    </a:cubicBezTo>
                    <a:cubicBezTo>
                      <a:pt x="9508" y="8897"/>
                      <a:pt x="9213" y="8510"/>
                      <a:pt x="9058" y="8137"/>
                    </a:cubicBezTo>
                    <a:cubicBezTo>
                      <a:pt x="8655" y="7269"/>
                      <a:pt x="8763" y="6261"/>
                      <a:pt x="8980" y="5315"/>
                    </a:cubicBezTo>
                    <a:cubicBezTo>
                      <a:pt x="9198" y="4400"/>
                      <a:pt x="9523" y="3469"/>
                      <a:pt x="9523" y="2523"/>
                    </a:cubicBezTo>
                    <a:cubicBezTo>
                      <a:pt x="9523" y="1856"/>
                      <a:pt x="9353" y="1174"/>
                      <a:pt x="8949" y="646"/>
                    </a:cubicBezTo>
                    <a:cubicBezTo>
                      <a:pt x="8763" y="429"/>
                      <a:pt x="8484" y="134"/>
                      <a:pt x="8220" y="57"/>
                    </a:cubicBezTo>
                    <a:cubicBezTo>
                      <a:pt x="8145" y="17"/>
                      <a:pt x="8064" y="0"/>
                      <a:pt x="79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31"/>
              <p:cNvSpPr/>
              <p:nvPr/>
            </p:nvSpPr>
            <p:spPr>
              <a:xfrm>
                <a:off x="8301060" y="649654"/>
                <a:ext cx="137888" cy="128925"/>
              </a:xfrm>
              <a:custGeom>
                <a:avLst/>
                <a:gdLst/>
                <a:ahLst/>
                <a:cxnLst/>
                <a:rect l="l" t="t" r="r" b="b"/>
                <a:pathLst>
                  <a:path w="11215" h="10486" extrusionOk="0">
                    <a:moveTo>
                      <a:pt x="8256" y="0"/>
                    </a:moveTo>
                    <a:cubicBezTo>
                      <a:pt x="7935" y="0"/>
                      <a:pt x="7617" y="80"/>
                      <a:pt x="7337" y="262"/>
                    </a:cubicBezTo>
                    <a:cubicBezTo>
                      <a:pt x="6907" y="520"/>
                      <a:pt x="6529" y="1017"/>
                      <a:pt x="6046" y="1017"/>
                    </a:cubicBezTo>
                    <a:cubicBezTo>
                      <a:pt x="6007" y="1017"/>
                      <a:pt x="5966" y="1013"/>
                      <a:pt x="5925" y="1006"/>
                    </a:cubicBezTo>
                    <a:cubicBezTo>
                      <a:pt x="5553" y="913"/>
                      <a:pt x="5305" y="588"/>
                      <a:pt x="4964" y="510"/>
                    </a:cubicBezTo>
                    <a:cubicBezTo>
                      <a:pt x="4903" y="494"/>
                      <a:pt x="4843" y="486"/>
                      <a:pt x="4785" y="486"/>
                    </a:cubicBezTo>
                    <a:cubicBezTo>
                      <a:pt x="4293" y="486"/>
                      <a:pt x="3893" y="1033"/>
                      <a:pt x="3630" y="1518"/>
                    </a:cubicBezTo>
                    <a:cubicBezTo>
                      <a:pt x="3361" y="2013"/>
                      <a:pt x="2950" y="2573"/>
                      <a:pt x="2444" y="2573"/>
                    </a:cubicBezTo>
                    <a:cubicBezTo>
                      <a:pt x="2396" y="2573"/>
                      <a:pt x="2346" y="2568"/>
                      <a:pt x="2296" y="2557"/>
                    </a:cubicBezTo>
                    <a:cubicBezTo>
                      <a:pt x="2125" y="2557"/>
                      <a:pt x="2001" y="2480"/>
                      <a:pt x="1831" y="2449"/>
                    </a:cubicBezTo>
                    <a:cubicBezTo>
                      <a:pt x="1776" y="2433"/>
                      <a:pt x="1720" y="2426"/>
                      <a:pt x="1665" y="2426"/>
                    </a:cubicBezTo>
                    <a:cubicBezTo>
                      <a:pt x="1392" y="2426"/>
                      <a:pt x="1122" y="2602"/>
                      <a:pt x="916" y="2821"/>
                    </a:cubicBezTo>
                    <a:cubicBezTo>
                      <a:pt x="1" y="3767"/>
                      <a:pt x="78" y="5365"/>
                      <a:pt x="807" y="6450"/>
                    </a:cubicBezTo>
                    <a:cubicBezTo>
                      <a:pt x="1893" y="8110"/>
                      <a:pt x="4219" y="9056"/>
                      <a:pt x="6034" y="9428"/>
                    </a:cubicBezTo>
                    <a:cubicBezTo>
                      <a:pt x="5879" y="9754"/>
                      <a:pt x="5925" y="10157"/>
                      <a:pt x="6282" y="10374"/>
                    </a:cubicBezTo>
                    <a:cubicBezTo>
                      <a:pt x="6439" y="10453"/>
                      <a:pt x="6613" y="10485"/>
                      <a:pt x="6792" y="10485"/>
                    </a:cubicBezTo>
                    <a:cubicBezTo>
                      <a:pt x="7000" y="10485"/>
                      <a:pt x="7214" y="10441"/>
                      <a:pt x="7414" y="10374"/>
                    </a:cubicBezTo>
                    <a:cubicBezTo>
                      <a:pt x="7880" y="10235"/>
                      <a:pt x="8345" y="10048"/>
                      <a:pt x="8748" y="9831"/>
                    </a:cubicBezTo>
                    <a:cubicBezTo>
                      <a:pt x="9074" y="9661"/>
                      <a:pt x="9415" y="9444"/>
                      <a:pt x="9586" y="9118"/>
                    </a:cubicBezTo>
                    <a:cubicBezTo>
                      <a:pt x="9741" y="8792"/>
                      <a:pt x="9694" y="8342"/>
                      <a:pt x="9368" y="8172"/>
                    </a:cubicBezTo>
                    <a:cubicBezTo>
                      <a:pt x="10919" y="7117"/>
                      <a:pt x="11214" y="4961"/>
                      <a:pt x="10919" y="3131"/>
                    </a:cubicBezTo>
                    <a:cubicBezTo>
                      <a:pt x="10780" y="2247"/>
                      <a:pt x="10485" y="1317"/>
                      <a:pt x="9834" y="665"/>
                    </a:cubicBezTo>
                    <a:cubicBezTo>
                      <a:pt x="9434" y="265"/>
                      <a:pt x="8840" y="0"/>
                      <a:pt x="82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31"/>
              <p:cNvSpPr/>
              <p:nvPr/>
            </p:nvSpPr>
            <p:spPr>
              <a:xfrm>
                <a:off x="8388785" y="674601"/>
                <a:ext cx="21369" cy="65422"/>
              </a:xfrm>
              <a:custGeom>
                <a:avLst/>
                <a:gdLst/>
                <a:ahLst/>
                <a:cxnLst/>
                <a:rect l="l" t="t" r="r" b="b"/>
                <a:pathLst>
                  <a:path w="1738" h="5321" extrusionOk="0">
                    <a:moveTo>
                      <a:pt x="0" y="1"/>
                    </a:moveTo>
                    <a:lnTo>
                      <a:pt x="434" y="1319"/>
                    </a:lnTo>
                    <a:cubicBezTo>
                      <a:pt x="589" y="1738"/>
                      <a:pt x="683" y="2203"/>
                      <a:pt x="807" y="2607"/>
                    </a:cubicBezTo>
                    <a:cubicBezTo>
                      <a:pt x="915" y="3072"/>
                      <a:pt x="1008" y="3491"/>
                      <a:pt x="1086" y="3956"/>
                    </a:cubicBezTo>
                    <a:lnTo>
                      <a:pt x="1303" y="5321"/>
                    </a:lnTo>
                    <a:cubicBezTo>
                      <a:pt x="1551" y="4855"/>
                      <a:pt x="1613" y="4421"/>
                      <a:pt x="1675" y="3909"/>
                    </a:cubicBezTo>
                    <a:cubicBezTo>
                      <a:pt x="1737" y="3413"/>
                      <a:pt x="1675" y="2963"/>
                      <a:pt x="1551" y="2451"/>
                    </a:cubicBezTo>
                    <a:cubicBezTo>
                      <a:pt x="1474" y="1955"/>
                      <a:pt x="1272" y="1490"/>
                      <a:pt x="1008" y="1087"/>
                    </a:cubicBezTo>
                    <a:cubicBezTo>
                      <a:pt x="729" y="652"/>
                      <a:pt x="419" y="280"/>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31"/>
              <p:cNvSpPr/>
              <p:nvPr/>
            </p:nvSpPr>
            <p:spPr>
              <a:xfrm>
                <a:off x="8341683" y="692342"/>
                <a:ext cx="38533" cy="60073"/>
              </a:xfrm>
              <a:custGeom>
                <a:avLst/>
                <a:gdLst/>
                <a:ahLst/>
                <a:cxnLst/>
                <a:rect l="l" t="t" r="r" b="b"/>
                <a:pathLst>
                  <a:path w="3134" h="4886" extrusionOk="0">
                    <a:moveTo>
                      <a:pt x="0" y="0"/>
                    </a:moveTo>
                    <a:lnTo>
                      <a:pt x="0" y="0"/>
                    </a:lnTo>
                    <a:cubicBezTo>
                      <a:pt x="78" y="512"/>
                      <a:pt x="217" y="1008"/>
                      <a:pt x="372" y="1443"/>
                    </a:cubicBezTo>
                    <a:cubicBezTo>
                      <a:pt x="528" y="1939"/>
                      <a:pt x="729" y="2404"/>
                      <a:pt x="993" y="2823"/>
                    </a:cubicBezTo>
                    <a:cubicBezTo>
                      <a:pt x="1241" y="3257"/>
                      <a:pt x="1536" y="3645"/>
                      <a:pt x="1892" y="4017"/>
                    </a:cubicBezTo>
                    <a:cubicBezTo>
                      <a:pt x="2265" y="4390"/>
                      <a:pt x="2668" y="4684"/>
                      <a:pt x="3133" y="4886"/>
                    </a:cubicBezTo>
                    <a:lnTo>
                      <a:pt x="2342" y="3645"/>
                    </a:lnTo>
                    <a:cubicBezTo>
                      <a:pt x="2094" y="3242"/>
                      <a:pt x="1877" y="2854"/>
                      <a:pt x="1629" y="2451"/>
                    </a:cubicBezTo>
                    <a:cubicBezTo>
                      <a:pt x="1381" y="2048"/>
                      <a:pt x="1117" y="1613"/>
                      <a:pt x="869" y="1210"/>
                    </a:cubicBezTo>
                    <a:cubicBezTo>
                      <a:pt x="621" y="807"/>
                      <a:pt x="326" y="37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31"/>
              <p:cNvSpPr/>
              <p:nvPr/>
            </p:nvSpPr>
            <p:spPr>
              <a:xfrm>
                <a:off x="8367613" y="650011"/>
                <a:ext cx="31672" cy="12602"/>
              </a:xfrm>
              <a:custGeom>
                <a:avLst/>
                <a:gdLst/>
                <a:ahLst/>
                <a:cxnLst/>
                <a:rect l="l" t="t" r="r" b="b"/>
                <a:pathLst>
                  <a:path w="2576" h="1025" extrusionOk="0">
                    <a:moveTo>
                      <a:pt x="1" y="729"/>
                    </a:moveTo>
                    <a:lnTo>
                      <a:pt x="1" y="729"/>
                    </a:lnTo>
                    <a:cubicBezTo>
                      <a:pt x="119" y="847"/>
                      <a:pt x="248" y="921"/>
                      <a:pt x="389" y="960"/>
                    </a:cubicBezTo>
                    <a:lnTo>
                      <a:pt x="389" y="960"/>
                    </a:lnTo>
                    <a:cubicBezTo>
                      <a:pt x="341" y="943"/>
                      <a:pt x="294" y="923"/>
                      <a:pt x="249" y="900"/>
                    </a:cubicBezTo>
                    <a:cubicBezTo>
                      <a:pt x="171" y="853"/>
                      <a:pt x="78" y="776"/>
                      <a:pt x="1" y="729"/>
                    </a:cubicBezTo>
                    <a:close/>
                    <a:moveTo>
                      <a:pt x="2575" y="0"/>
                    </a:moveTo>
                    <a:cubicBezTo>
                      <a:pt x="2327" y="31"/>
                      <a:pt x="2079" y="78"/>
                      <a:pt x="1862" y="248"/>
                    </a:cubicBezTo>
                    <a:cubicBezTo>
                      <a:pt x="1487" y="512"/>
                      <a:pt x="1100" y="999"/>
                      <a:pt x="634" y="999"/>
                    </a:cubicBezTo>
                    <a:cubicBezTo>
                      <a:pt x="579" y="999"/>
                      <a:pt x="523" y="992"/>
                      <a:pt x="466" y="977"/>
                    </a:cubicBezTo>
                    <a:cubicBezTo>
                      <a:pt x="440" y="973"/>
                      <a:pt x="414" y="967"/>
                      <a:pt x="389" y="960"/>
                    </a:cubicBezTo>
                    <a:lnTo>
                      <a:pt x="389" y="960"/>
                    </a:lnTo>
                    <a:cubicBezTo>
                      <a:pt x="518" y="1005"/>
                      <a:pt x="655" y="1024"/>
                      <a:pt x="794" y="1024"/>
                    </a:cubicBezTo>
                    <a:cubicBezTo>
                      <a:pt x="1077" y="1024"/>
                      <a:pt x="1370" y="943"/>
                      <a:pt x="1629" y="822"/>
                    </a:cubicBezTo>
                    <a:cubicBezTo>
                      <a:pt x="2001" y="621"/>
                      <a:pt x="2342" y="326"/>
                      <a:pt x="2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31"/>
              <p:cNvSpPr/>
              <p:nvPr/>
            </p:nvSpPr>
            <p:spPr>
              <a:xfrm>
                <a:off x="8300875" y="658974"/>
                <a:ext cx="85819" cy="119003"/>
              </a:xfrm>
              <a:custGeom>
                <a:avLst/>
                <a:gdLst/>
                <a:ahLst/>
                <a:cxnLst/>
                <a:rect l="l" t="t" r="r" b="b"/>
                <a:pathLst>
                  <a:path w="6980" h="9679" extrusionOk="0">
                    <a:moveTo>
                      <a:pt x="4172" y="0"/>
                    </a:moveTo>
                    <a:cubicBezTo>
                      <a:pt x="3955" y="217"/>
                      <a:pt x="3753" y="512"/>
                      <a:pt x="3629" y="760"/>
                    </a:cubicBezTo>
                    <a:cubicBezTo>
                      <a:pt x="3358" y="1261"/>
                      <a:pt x="2941" y="1827"/>
                      <a:pt x="2428" y="1827"/>
                    </a:cubicBezTo>
                    <a:cubicBezTo>
                      <a:pt x="2384" y="1827"/>
                      <a:pt x="2340" y="1823"/>
                      <a:pt x="2296" y="1815"/>
                    </a:cubicBezTo>
                    <a:cubicBezTo>
                      <a:pt x="2109" y="1768"/>
                      <a:pt x="2001" y="1691"/>
                      <a:pt x="1830" y="1691"/>
                    </a:cubicBezTo>
                    <a:cubicBezTo>
                      <a:pt x="1780" y="1679"/>
                      <a:pt x="1730" y="1674"/>
                      <a:pt x="1680" y="1674"/>
                    </a:cubicBezTo>
                    <a:cubicBezTo>
                      <a:pt x="1394" y="1674"/>
                      <a:pt x="1127" y="1852"/>
                      <a:pt x="915" y="2063"/>
                    </a:cubicBezTo>
                    <a:cubicBezTo>
                      <a:pt x="0" y="3009"/>
                      <a:pt x="78" y="4607"/>
                      <a:pt x="791" y="5692"/>
                    </a:cubicBezTo>
                    <a:cubicBezTo>
                      <a:pt x="1877" y="7321"/>
                      <a:pt x="4203" y="8298"/>
                      <a:pt x="6049" y="8732"/>
                    </a:cubicBezTo>
                    <a:cubicBezTo>
                      <a:pt x="5878" y="9058"/>
                      <a:pt x="5925" y="9492"/>
                      <a:pt x="6297" y="9678"/>
                    </a:cubicBezTo>
                    <a:lnTo>
                      <a:pt x="6220" y="9601"/>
                    </a:lnTo>
                    <a:cubicBezTo>
                      <a:pt x="6111" y="9352"/>
                      <a:pt x="6142" y="9058"/>
                      <a:pt x="6328" y="8810"/>
                    </a:cubicBezTo>
                    <a:cubicBezTo>
                      <a:pt x="6499" y="8592"/>
                      <a:pt x="6731" y="8437"/>
                      <a:pt x="6979" y="8344"/>
                    </a:cubicBezTo>
                    <a:lnTo>
                      <a:pt x="6979" y="8344"/>
                    </a:lnTo>
                    <a:cubicBezTo>
                      <a:pt x="6795" y="8384"/>
                      <a:pt x="6610" y="8402"/>
                      <a:pt x="6425" y="8402"/>
                    </a:cubicBezTo>
                    <a:cubicBezTo>
                      <a:pt x="5600" y="8402"/>
                      <a:pt x="4777" y="8045"/>
                      <a:pt x="4017" y="7677"/>
                    </a:cubicBezTo>
                    <a:cubicBezTo>
                      <a:pt x="2963" y="7181"/>
                      <a:pt x="1939" y="6638"/>
                      <a:pt x="1256" y="5692"/>
                    </a:cubicBezTo>
                    <a:cubicBezTo>
                      <a:pt x="714" y="4932"/>
                      <a:pt x="543" y="3940"/>
                      <a:pt x="760" y="3009"/>
                    </a:cubicBezTo>
                    <a:cubicBezTo>
                      <a:pt x="838" y="2714"/>
                      <a:pt x="1008" y="2172"/>
                      <a:pt x="1303" y="2001"/>
                    </a:cubicBezTo>
                    <a:cubicBezTo>
                      <a:pt x="1435" y="1921"/>
                      <a:pt x="1594" y="1900"/>
                      <a:pt x="1764" y="1900"/>
                    </a:cubicBezTo>
                    <a:cubicBezTo>
                      <a:pt x="1949" y="1900"/>
                      <a:pt x="2147" y="1925"/>
                      <a:pt x="2335" y="1925"/>
                    </a:cubicBezTo>
                    <a:cubicBezTo>
                      <a:pt x="2440" y="1925"/>
                      <a:pt x="2542" y="1917"/>
                      <a:pt x="2637" y="1892"/>
                    </a:cubicBezTo>
                    <a:cubicBezTo>
                      <a:pt x="2854" y="1846"/>
                      <a:pt x="3040" y="1675"/>
                      <a:pt x="3211" y="1551"/>
                    </a:cubicBezTo>
                    <a:cubicBezTo>
                      <a:pt x="3629" y="1225"/>
                      <a:pt x="3940" y="760"/>
                      <a:pt x="4095" y="264"/>
                    </a:cubicBezTo>
                    <a:cubicBezTo>
                      <a:pt x="4126" y="186"/>
                      <a:pt x="4126" y="78"/>
                      <a:pt x="41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91" name="Google Shape;1891;p31"/>
          <p:cNvGrpSpPr/>
          <p:nvPr/>
        </p:nvGrpSpPr>
        <p:grpSpPr>
          <a:xfrm>
            <a:off x="-108968" y="379404"/>
            <a:ext cx="9033849" cy="4606560"/>
            <a:chOff x="-108968" y="379404"/>
            <a:chExt cx="9033849" cy="4606560"/>
          </a:xfrm>
        </p:grpSpPr>
        <p:grpSp>
          <p:nvGrpSpPr>
            <p:cNvPr id="1892" name="Google Shape;1892;p31"/>
            <p:cNvGrpSpPr/>
            <p:nvPr/>
          </p:nvGrpSpPr>
          <p:grpSpPr>
            <a:xfrm>
              <a:off x="8508523" y="3391034"/>
              <a:ext cx="416358" cy="1594930"/>
              <a:chOff x="10512770" y="3179919"/>
              <a:chExt cx="416358" cy="1594930"/>
            </a:xfrm>
          </p:grpSpPr>
          <p:sp>
            <p:nvSpPr>
              <p:cNvPr id="1893" name="Google Shape;1893;p31"/>
              <p:cNvSpPr/>
              <p:nvPr/>
            </p:nvSpPr>
            <p:spPr>
              <a:xfrm rot="10800000">
                <a:off x="10694807" y="4461480"/>
                <a:ext cx="64785" cy="64785"/>
              </a:xfrm>
              <a:custGeom>
                <a:avLst/>
                <a:gdLst/>
                <a:ahLst/>
                <a:cxnLst/>
                <a:rect l="l" t="t" r="r" b="b"/>
                <a:pathLst>
                  <a:path w="4576" h="4576" extrusionOk="0">
                    <a:moveTo>
                      <a:pt x="2295" y="0"/>
                    </a:moveTo>
                    <a:cubicBezTo>
                      <a:pt x="1008" y="0"/>
                      <a:pt x="0" y="1040"/>
                      <a:pt x="0" y="2280"/>
                    </a:cubicBezTo>
                    <a:cubicBezTo>
                      <a:pt x="0" y="3552"/>
                      <a:pt x="1008" y="4576"/>
                      <a:pt x="2295" y="4576"/>
                    </a:cubicBezTo>
                    <a:cubicBezTo>
                      <a:pt x="3567" y="4576"/>
                      <a:pt x="4575" y="3521"/>
                      <a:pt x="4575" y="2280"/>
                    </a:cubicBezTo>
                    <a:cubicBezTo>
                      <a:pt x="4575" y="1009"/>
                      <a:pt x="3567" y="0"/>
                      <a:pt x="22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31"/>
              <p:cNvSpPr/>
              <p:nvPr/>
            </p:nvSpPr>
            <p:spPr>
              <a:xfrm rot="10800000">
                <a:off x="10636173" y="4349482"/>
                <a:ext cx="40193" cy="40193"/>
              </a:xfrm>
              <a:custGeom>
                <a:avLst/>
                <a:gdLst/>
                <a:ahLst/>
                <a:cxnLst/>
                <a:rect l="l" t="t" r="r" b="b"/>
                <a:pathLst>
                  <a:path w="2839" h="2839" extrusionOk="0">
                    <a:moveTo>
                      <a:pt x="1412" y="0"/>
                    </a:moveTo>
                    <a:cubicBezTo>
                      <a:pt x="636" y="0"/>
                      <a:pt x="0" y="667"/>
                      <a:pt x="0" y="1427"/>
                    </a:cubicBezTo>
                    <a:cubicBezTo>
                      <a:pt x="0" y="2172"/>
                      <a:pt x="636" y="2839"/>
                      <a:pt x="1412" y="2839"/>
                    </a:cubicBezTo>
                    <a:cubicBezTo>
                      <a:pt x="2187" y="2839"/>
                      <a:pt x="2838" y="2172"/>
                      <a:pt x="2838" y="1427"/>
                    </a:cubicBezTo>
                    <a:cubicBezTo>
                      <a:pt x="2838" y="652"/>
                      <a:pt x="2171" y="0"/>
                      <a:pt x="14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31"/>
              <p:cNvSpPr/>
              <p:nvPr/>
            </p:nvSpPr>
            <p:spPr>
              <a:xfrm rot="10800000">
                <a:off x="10739397" y="4281187"/>
                <a:ext cx="116389" cy="116389"/>
              </a:xfrm>
              <a:custGeom>
                <a:avLst/>
                <a:gdLst/>
                <a:ahLst/>
                <a:cxnLst/>
                <a:rect l="l" t="t" r="r" b="b"/>
                <a:pathLst>
                  <a:path w="8221" h="8221" extrusionOk="0">
                    <a:moveTo>
                      <a:pt x="4111" y="0"/>
                    </a:moveTo>
                    <a:cubicBezTo>
                      <a:pt x="1800" y="0"/>
                      <a:pt x="1" y="1861"/>
                      <a:pt x="1" y="4110"/>
                    </a:cubicBezTo>
                    <a:cubicBezTo>
                      <a:pt x="1" y="6359"/>
                      <a:pt x="1846" y="8189"/>
                      <a:pt x="4111" y="8220"/>
                    </a:cubicBezTo>
                    <a:cubicBezTo>
                      <a:pt x="6406" y="8220"/>
                      <a:pt x="8221" y="6359"/>
                      <a:pt x="8221" y="4110"/>
                    </a:cubicBezTo>
                    <a:cubicBezTo>
                      <a:pt x="8221" y="1799"/>
                      <a:pt x="6360" y="0"/>
                      <a:pt x="41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31"/>
              <p:cNvSpPr/>
              <p:nvPr/>
            </p:nvSpPr>
            <p:spPr>
              <a:xfrm rot="10800000">
                <a:off x="10660117" y="4190057"/>
                <a:ext cx="56007" cy="56007"/>
              </a:xfrm>
              <a:custGeom>
                <a:avLst/>
                <a:gdLst/>
                <a:ahLst/>
                <a:cxnLst/>
                <a:rect l="l" t="t" r="r" b="b"/>
                <a:pathLst>
                  <a:path w="3956" h="3956" extrusionOk="0">
                    <a:moveTo>
                      <a:pt x="1971" y="1"/>
                    </a:moveTo>
                    <a:cubicBezTo>
                      <a:pt x="885" y="1"/>
                      <a:pt x="1" y="885"/>
                      <a:pt x="1" y="1986"/>
                    </a:cubicBezTo>
                    <a:cubicBezTo>
                      <a:pt x="1" y="3072"/>
                      <a:pt x="885" y="3956"/>
                      <a:pt x="1971" y="3956"/>
                    </a:cubicBezTo>
                    <a:cubicBezTo>
                      <a:pt x="3056" y="3956"/>
                      <a:pt x="3956" y="3056"/>
                      <a:pt x="3956" y="1986"/>
                    </a:cubicBezTo>
                    <a:cubicBezTo>
                      <a:pt x="3956" y="900"/>
                      <a:pt x="3056" y="1"/>
                      <a:pt x="19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31"/>
              <p:cNvSpPr/>
              <p:nvPr/>
            </p:nvSpPr>
            <p:spPr>
              <a:xfrm rot="10800000">
                <a:off x="10777379" y="4127914"/>
                <a:ext cx="52269" cy="52269"/>
              </a:xfrm>
              <a:custGeom>
                <a:avLst/>
                <a:gdLst/>
                <a:ahLst/>
                <a:cxnLst/>
                <a:rect l="l" t="t" r="r" b="b"/>
                <a:pathLst>
                  <a:path w="3692" h="3692" extrusionOk="0">
                    <a:moveTo>
                      <a:pt x="1846" y="1"/>
                    </a:moveTo>
                    <a:cubicBezTo>
                      <a:pt x="822" y="1"/>
                      <a:pt x="0" y="838"/>
                      <a:pt x="0" y="1846"/>
                    </a:cubicBezTo>
                    <a:cubicBezTo>
                      <a:pt x="0" y="2839"/>
                      <a:pt x="807" y="3692"/>
                      <a:pt x="1846" y="3692"/>
                    </a:cubicBezTo>
                    <a:cubicBezTo>
                      <a:pt x="2885" y="3692"/>
                      <a:pt x="3692" y="2870"/>
                      <a:pt x="3692" y="1846"/>
                    </a:cubicBezTo>
                    <a:cubicBezTo>
                      <a:pt x="3692" y="823"/>
                      <a:pt x="2854" y="1"/>
                      <a:pt x="18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1"/>
              <p:cNvSpPr/>
              <p:nvPr/>
            </p:nvSpPr>
            <p:spPr>
              <a:xfrm rot="10800000">
                <a:off x="10699633" y="4025801"/>
                <a:ext cx="44596" cy="44582"/>
              </a:xfrm>
              <a:custGeom>
                <a:avLst/>
                <a:gdLst/>
                <a:ahLst/>
                <a:cxnLst/>
                <a:rect l="l" t="t" r="r" b="b"/>
                <a:pathLst>
                  <a:path w="3150" h="3149" extrusionOk="0">
                    <a:moveTo>
                      <a:pt x="1583" y="0"/>
                    </a:moveTo>
                    <a:cubicBezTo>
                      <a:pt x="683" y="0"/>
                      <a:pt x="1" y="714"/>
                      <a:pt x="1" y="1567"/>
                    </a:cubicBezTo>
                    <a:cubicBezTo>
                      <a:pt x="1" y="2404"/>
                      <a:pt x="699" y="3102"/>
                      <a:pt x="1583" y="3149"/>
                    </a:cubicBezTo>
                    <a:cubicBezTo>
                      <a:pt x="2467" y="3149"/>
                      <a:pt x="3149" y="2420"/>
                      <a:pt x="3149" y="1567"/>
                    </a:cubicBezTo>
                    <a:cubicBezTo>
                      <a:pt x="3149" y="683"/>
                      <a:pt x="2436" y="0"/>
                      <a:pt x="15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1"/>
              <p:cNvSpPr/>
              <p:nvPr/>
            </p:nvSpPr>
            <p:spPr>
              <a:xfrm rot="10800000">
                <a:off x="10512770" y="4381541"/>
                <a:ext cx="79933" cy="79721"/>
              </a:xfrm>
              <a:custGeom>
                <a:avLst/>
                <a:gdLst/>
                <a:ahLst/>
                <a:cxnLst/>
                <a:rect l="l" t="t" r="r" b="b"/>
                <a:pathLst>
                  <a:path w="5646" h="5631" extrusionOk="0">
                    <a:moveTo>
                      <a:pt x="2823" y="0"/>
                    </a:moveTo>
                    <a:cubicBezTo>
                      <a:pt x="1241" y="0"/>
                      <a:pt x="0" y="1241"/>
                      <a:pt x="0" y="2808"/>
                    </a:cubicBezTo>
                    <a:cubicBezTo>
                      <a:pt x="0" y="4389"/>
                      <a:pt x="1303" y="5630"/>
                      <a:pt x="2839" y="5630"/>
                    </a:cubicBezTo>
                    <a:cubicBezTo>
                      <a:pt x="4405" y="5630"/>
                      <a:pt x="5646" y="4389"/>
                      <a:pt x="5646" y="2808"/>
                    </a:cubicBezTo>
                    <a:cubicBezTo>
                      <a:pt x="5646" y="1241"/>
                      <a:pt x="4390" y="0"/>
                      <a:pt x="28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1"/>
              <p:cNvSpPr/>
              <p:nvPr/>
            </p:nvSpPr>
            <p:spPr>
              <a:xfrm rot="10800000">
                <a:off x="10868731" y="4490901"/>
                <a:ext cx="60396" cy="60396"/>
              </a:xfrm>
              <a:custGeom>
                <a:avLst/>
                <a:gdLst/>
                <a:ahLst/>
                <a:cxnLst/>
                <a:rect l="l" t="t" r="r" b="b"/>
                <a:pathLst>
                  <a:path w="4266" h="4266" extrusionOk="0">
                    <a:moveTo>
                      <a:pt x="2125" y="0"/>
                    </a:moveTo>
                    <a:cubicBezTo>
                      <a:pt x="962" y="0"/>
                      <a:pt x="1" y="977"/>
                      <a:pt x="1" y="2141"/>
                    </a:cubicBezTo>
                    <a:cubicBezTo>
                      <a:pt x="1" y="3304"/>
                      <a:pt x="962" y="4265"/>
                      <a:pt x="2125" y="4265"/>
                    </a:cubicBezTo>
                    <a:cubicBezTo>
                      <a:pt x="3289" y="4265"/>
                      <a:pt x="4266" y="3304"/>
                      <a:pt x="4266" y="2141"/>
                    </a:cubicBezTo>
                    <a:cubicBezTo>
                      <a:pt x="4266" y="977"/>
                      <a:pt x="3289" y="0"/>
                      <a:pt x="2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1"/>
              <p:cNvSpPr/>
              <p:nvPr/>
            </p:nvSpPr>
            <p:spPr>
              <a:xfrm rot="10800000">
                <a:off x="10785065" y="4626383"/>
                <a:ext cx="28556" cy="28570"/>
              </a:xfrm>
              <a:custGeom>
                <a:avLst/>
                <a:gdLst/>
                <a:ahLst/>
                <a:cxnLst/>
                <a:rect l="l" t="t" r="r" b="b"/>
                <a:pathLst>
                  <a:path w="2017" h="2018" extrusionOk="0">
                    <a:moveTo>
                      <a:pt x="1009" y="1"/>
                    </a:moveTo>
                    <a:cubicBezTo>
                      <a:pt x="450" y="1"/>
                      <a:pt x="1" y="435"/>
                      <a:pt x="1" y="1009"/>
                    </a:cubicBezTo>
                    <a:cubicBezTo>
                      <a:pt x="1" y="1521"/>
                      <a:pt x="450" y="1971"/>
                      <a:pt x="1009" y="2017"/>
                    </a:cubicBezTo>
                    <a:cubicBezTo>
                      <a:pt x="1567" y="2017"/>
                      <a:pt x="2017" y="1567"/>
                      <a:pt x="2017" y="1009"/>
                    </a:cubicBezTo>
                    <a:cubicBezTo>
                      <a:pt x="2017" y="435"/>
                      <a:pt x="1567" y="1"/>
                      <a:pt x="10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1"/>
              <p:cNvSpPr/>
              <p:nvPr/>
            </p:nvSpPr>
            <p:spPr>
              <a:xfrm rot="10800000">
                <a:off x="10760034" y="4726968"/>
                <a:ext cx="47881" cy="47881"/>
              </a:xfrm>
              <a:custGeom>
                <a:avLst/>
                <a:gdLst/>
                <a:ahLst/>
                <a:cxnLst/>
                <a:rect l="l" t="t" r="r" b="b"/>
                <a:pathLst>
                  <a:path w="3382" h="3382" extrusionOk="0">
                    <a:moveTo>
                      <a:pt x="1691" y="1"/>
                    </a:moveTo>
                    <a:cubicBezTo>
                      <a:pt x="761" y="1"/>
                      <a:pt x="1" y="761"/>
                      <a:pt x="1" y="1691"/>
                    </a:cubicBezTo>
                    <a:cubicBezTo>
                      <a:pt x="1" y="2622"/>
                      <a:pt x="761" y="3382"/>
                      <a:pt x="1691" y="3382"/>
                    </a:cubicBezTo>
                    <a:cubicBezTo>
                      <a:pt x="2622" y="3382"/>
                      <a:pt x="3382" y="2622"/>
                      <a:pt x="3382" y="1691"/>
                    </a:cubicBezTo>
                    <a:cubicBezTo>
                      <a:pt x="3382" y="761"/>
                      <a:pt x="2622" y="1"/>
                      <a:pt x="1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1"/>
              <p:cNvSpPr/>
              <p:nvPr/>
            </p:nvSpPr>
            <p:spPr>
              <a:xfrm rot="10800000">
                <a:off x="10751469" y="3804446"/>
                <a:ext cx="60396" cy="60396"/>
              </a:xfrm>
              <a:custGeom>
                <a:avLst/>
                <a:gdLst/>
                <a:ahLst/>
                <a:cxnLst/>
                <a:rect l="l" t="t" r="r" b="b"/>
                <a:pathLst>
                  <a:path w="4266" h="4266" extrusionOk="0">
                    <a:moveTo>
                      <a:pt x="2126" y="0"/>
                    </a:moveTo>
                    <a:cubicBezTo>
                      <a:pt x="962" y="0"/>
                      <a:pt x="1" y="977"/>
                      <a:pt x="1" y="2141"/>
                    </a:cubicBezTo>
                    <a:cubicBezTo>
                      <a:pt x="1" y="3304"/>
                      <a:pt x="962" y="4234"/>
                      <a:pt x="2126" y="4265"/>
                    </a:cubicBezTo>
                    <a:cubicBezTo>
                      <a:pt x="3289" y="4265"/>
                      <a:pt x="4266" y="3304"/>
                      <a:pt x="4266" y="2141"/>
                    </a:cubicBezTo>
                    <a:cubicBezTo>
                      <a:pt x="4266" y="977"/>
                      <a:pt x="3289" y="0"/>
                      <a:pt x="21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1"/>
              <p:cNvSpPr/>
              <p:nvPr/>
            </p:nvSpPr>
            <p:spPr>
              <a:xfrm rot="10800000">
                <a:off x="10805710" y="3637556"/>
                <a:ext cx="47654" cy="47654"/>
              </a:xfrm>
              <a:custGeom>
                <a:avLst/>
                <a:gdLst/>
                <a:ahLst/>
                <a:cxnLst/>
                <a:rect l="l" t="t" r="r" b="b"/>
                <a:pathLst>
                  <a:path w="3366" h="3366" extrusionOk="0">
                    <a:moveTo>
                      <a:pt x="1675" y="0"/>
                    </a:moveTo>
                    <a:cubicBezTo>
                      <a:pt x="745" y="0"/>
                      <a:pt x="0" y="745"/>
                      <a:pt x="0" y="1691"/>
                    </a:cubicBezTo>
                    <a:cubicBezTo>
                      <a:pt x="0" y="2621"/>
                      <a:pt x="745" y="3366"/>
                      <a:pt x="1675" y="3366"/>
                    </a:cubicBezTo>
                    <a:cubicBezTo>
                      <a:pt x="2622" y="3366"/>
                      <a:pt x="3366" y="2621"/>
                      <a:pt x="3366" y="1691"/>
                    </a:cubicBezTo>
                    <a:cubicBezTo>
                      <a:pt x="3366" y="745"/>
                      <a:pt x="2622" y="0"/>
                      <a:pt x="16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1"/>
              <p:cNvSpPr/>
              <p:nvPr/>
            </p:nvSpPr>
            <p:spPr>
              <a:xfrm rot="10800000">
                <a:off x="10879489" y="3471756"/>
                <a:ext cx="20217" cy="20217"/>
              </a:xfrm>
              <a:custGeom>
                <a:avLst/>
                <a:gdLst/>
                <a:ahLst/>
                <a:cxnLst/>
                <a:rect l="l" t="t" r="r" b="b"/>
                <a:pathLst>
                  <a:path w="1428" h="1428" extrusionOk="0">
                    <a:moveTo>
                      <a:pt x="714" y="1"/>
                    </a:moveTo>
                    <a:cubicBezTo>
                      <a:pt x="327" y="1"/>
                      <a:pt x="1" y="311"/>
                      <a:pt x="1" y="714"/>
                    </a:cubicBezTo>
                    <a:cubicBezTo>
                      <a:pt x="1" y="1117"/>
                      <a:pt x="327" y="1427"/>
                      <a:pt x="714" y="1427"/>
                    </a:cubicBezTo>
                    <a:cubicBezTo>
                      <a:pt x="1102" y="1427"/>
                      <a:pt x="1428" y="1117"/>
                      <a:pt x="1428" y="714"/>
                    </a:cubicBezTo>
                    <a:cubicBezTo>
                      <a:pt x="1428" y="326"/>
                      <a:pt x="1102" y="1"/>
                      <a:pt x="7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1"/>
              <p:cNvSpPr/>
              <p:nvPr/>
            </p:nvSpPr>
            <p:spPr>
              <a:xfrm rot="10800000">
                <a:off x="10780009" y="3338239"/>
                <a:ext cx="16040" cy="16040"/>
              </a:xfrm>
              <a:custGeom>
                <a:avLst/>
                <a:gdLst/>
                <a:ahLst/>
                <a:cxnLst/>
                <a:rect l="l" t="t" r="r" b="b"/>
                <a:pathLst>
                  <a:path w="1133" h="1133" extrusionOk="0">
                    <a:moveTo>
                      <a:pt x="559" y="0"/>
                    </a:moveTo>
                    <a:cubicBezTo>
                      <a:pt x="233" y="0"/>
                      <a:pt x="0" y="233"/>
                      <a:pt x="0" y="558"/>
                    </a:cubicBezTo>
                    <a:cubicBezTo>
                      <a:pt x="0" y="900"/>
                      <a:pt x="233" y="1132"/>
                      <a:pt x="559" y="1132"/>
                    </a:cubicBezTo>
                    <a:cubicBezTo>
                      <a:pt x="900" y="1132"/>
                      <a:pt x="1133" y="900"/>
                      <a:pt x="1133" y="558"/>
                    </a:cubicBezTo>
                    <a:cubicBezTo>
                      <a:pt x="1133" y="233"/>
                      <a:pt x="900" y="0"/>
                      <a:pt x="5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1"/>
              <p:cNvSpPr/>
              <p:nvPr/>
            </p:nvSpPr>
            <p:spPr>
              <a:xfrm rot="10800000">
                <a:off x="10831393" y="3179919"/>
                <a:ext cx="36243" cy="36243"/>
              </a:xfrm>
              <a:custGeom>
                <a:avLst/>
                <a:gdLst/>
                <a:ahLst/>
                <a:cxnLst/>
                <a:rect l="l" t="t" r="r" b="b"/>
                <a:pathLst>
                  <a:path w="2560" h="2560" extrusionOk="0">
                    <a:moveTo>
                      <a:pt x="1272" y="1"/>
                    </a:moveTo>
                    <a:cubicBezTo>
                      <a:pt x="559" y="1"/>
                      <a:pt x="0" y="606"/>
                      <a:pt x="0" y="1272"/>
                    </a:cubicBezTo>
                    <a:cubicBezTo>
                      <a:pt x="0" y="1955"/>
                      <a:pt x="559" y="2529"/>
                      <a:pt x="1272" y="2560"/>
                    </a:cubicBezTo>
                    <a:cubicBezTo>
                      <a:pt x="2001" y="2560"/>
                      <a:pt x="2559" y="1955"/>
                      <a:pt x="2559" y="1272"/>
                    </a:cubicBezTo>
                    <a:cubicBezTo>
                      <a:pt x="2559" y="559"/>
                      <a:pt x="1955" y="1"/>
                      <a:pt x="12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8" name="Google Shape;1908;p31"/>
            <p:cNvGrpSpPr/>
            <p:nvPr/>
          </p:nvGrpSpPr>
          <p:grpSpPr>
            <a:xfrm>
              <a:off x="-108968" y="379404"/>
              <a:ext cx="828973" cy="1571891"/>
              <a:chOff x="8765844" y="4532342"/>
              <a:chExt cx="828973" cy="1571891"/>
            </a:xfrm>
          </p:grpSpPr>
          <p:sp>
            <p:nvSpPr>
              <p:cNvPr id="1909" name="Google Shape;1909;p31"/>
              <p:cNvSpPr/>
              <p:nvPr/>
            </p:nvSpPr>
            <p:spPr>
              <a:xfrm>
                <a:off x="8765844" y="6042337"/>
                <a:ext cx="70929" cy="61897"/>
              </a:xfrm>
              <a:custGeom>
                <a:avLst/>
                <a:gdLst/>
                <a:ahLst/>
                <a:cxnLst/>
                <a:rect l="l" t="t" r="r" b="b"/>
                <a:pathLst>
                  <a:path w="5010" h="4372" extrusionOk="0">
                    <a:moveTo>
                      <a:pt x="2507" y="1"/>
                    </a:moveTo>
                    <a:cubicBezTo>
                      <a:pt x="1751" y="1"/>
                      <a:pt x="1012" y="398"/>
                      <a:pt x="605" y="1098"/>
                    </a:cubicBezTo>
                    <a:cubicBezTo>
                      <a:pt x="0" y="2153"/>
                      <a:pt x="372" y="3471"/>
                      <a:pt x="1412" y="4091"/>
                    </a:cubicBezTo>
                    <a:cubicBezTo>
                      <a:pt x="1752" y="4281"/>
                      <a:pt x="2121" y="4371"/>
                      <a:pt x="2485" y="4371"/>
                    </a:cubicBezTo>
                    <a:cubicBezTo>
                      <a:pt x="3250" y="4371"/>
                      <a:pt x="3995" y="3973"/>
                      <a:pt x="4405" y="3269"/>
                    </a:cubicBezTo>
                    <a:cubicBezTo>
                      <a:pt x="5010" y="2230"/>
                      <a:pt x="4638" y="881"/>
                      <a:pt x="3583" y="291"/>
                    </a:cubicBezTo>
                    <a:cubicBezTo>
                      <a:pt x="3244" y="94"/>
                      <a:pt x="2873" y="1"/>
                      <a:pt x="25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1"/>
              <p:cNvSpPr/>
              <p:nvPr/>
            </p:nvSpPr>
            <p:spPr>
              <a:xfrm>
                <a:off x="8945914" y="5744141"/>
                <a:ext cx="141193" cy="123567"/>
              </a:xfrm>
              <a:custGeom>
                <a:avLst/>
                <a:gdLst/>
                <a:ahLst/>
                <a:cxnLst/>
                <a:rect l="l" t="t" r="r" b="b"/>
                <a:pathLst>
                  <a:path w="9973" h="8728" extrusionOk="0">
                    <a:moveTo>
                      <a:pt x="4981" y="0"/>
                    </a:moveTo>
                    <a:cubicBezTo>
                      <a:pt x="3474" y="0"/>
                      <a:pt x="2012" y="791"/>
                      <a:pt x="1210" y="2198"/>
                    </a:cubicBezTo>
                    <a:cubicBezTo>
                      <a:pt x="0" y="4292"/>
                      <a:pt x="713" y="6944"/>
                      <a:pt x="2807" y="8138"/>
                    </a:cubicBezTo>
                    <a:cubicBezTo>
                      <a:pt x="3498" y="8537"/>
                      <a:pt x="4251" y="8727"/>
                      <a:pt x="4993" y="8727"/>
                    </a:cubicBezTo>
                    <a:cubicBezTo>
                      <a:pt x="6501" y="8727"/>
                      <a:pt x="7963" y="7944"/>
                      <a:pt x="8763" y="6541"/>
                    </a:cubicBezTo>
                    <a:cubicBezTo>
                      <a:pt x="9973" y="4447"/>
                      <a:pt x="9244" y="1779"/>
                      <a:pt x="7150" y="585"/>
                    </a:cubicBezTo>
                    <a:cubicBezTo>
                      <a:pt x="6463" y="188"/>
                      <a:pt x="5717" y="0"/>
                      <a:pt x="49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1"/>
              <p:cNvSpPr/>
              <p:nvPr/>
            </p:nvSpPr>
            <p:spPr>
              <a:xfrm>
                <a:off x="9282112" y="5761613"/>
                <a:ext cx="161183" cy="141264"/>
              </a:xfrm>
              <a:custGeom>
                <a:avLst/>
                <a:gdLst/>
                <a:ahLst/>
                <a:cxnLst/>
                <a:rect l="l" t="t" r="r" b="b"/>
                <a:pathLst>
                  <a:path w="11385" h="9978" extrusionOk="0">
                    <a:moveTo>
                      <a:pt x="5680" y="0"/>
                    </a:moveTo>
                    <a:cubicBezTo>
                      <a:pt x="3960" y="0"/>
                      <a:pt x="2290" y="904"/>
                      <a:pt x="1365" y="2484"/>
                    </a:cubicBezTo>
                    <a:cubicBezTo>
                      <a:pt x="0" y="4919"/>
                      <a:pt x="807" y="7912"/>
                      <a:pt x="3164" y="9293"/>
                    </a:cubicBezTo>
                    <a:cubicBezTo>
                      <a:pt x="3952" y="9758"/>
                      <a:pt x="4811" y="9978"/>
                      <a:pt x="5658" y="9978"/>
                    </a:cubicBezTo>
                    <a:cubicBezTo>
                      <a:pt x="7378" y="9978"/>
                      <a:pt x="9048" y="9073"/>
                      <a:pt x="9973" y="7494"/>
                    </a:cubicBezTo>
                    <a:cubicBezTo>
                      <a:pt x="11384" y="5105"/>
                      <a:pt x="10531" y="2065"/>
                      <a:pt x="8174" y="685"/>
                    </a:cubicBezTo>
                    <a:cubicBezTo>
                      <a:pt x="7386" y="219"/>
                      <a:pt x="6527" y="0"/>
                      <a:pt x="56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1"/>
              <p:cNvSpPr/>
              <p:nvPr/>
            </p:nvSpPr>
            <p:spPr>
              <a:xfrm>
                <a:off x="9140256" y="5539123"/>
                <a:ext cx="80811" cy="70816"/>
              </a:xfrm>
              <a:custGeom>
                <a:avLst/>
                <a:gdLst/>
                <a:ahLst/>
                <a:cxnLst/>
                <a:rect l="l" t="t" r="r" b="b"/>
                <a:pathLst>
                  <a:path w="5708" h="5002" extrusionOk="0">
                    <a:moveTo>
                      <a:pt x="2844" y="0"/>
                    </a:moveTo>
                    <a:cubicBezTo>
                      <a:pt x="1977" y="0"/>
                      <a:pt x="1141" y="449"/>
                      <a:pt x="682" y="1262"/>
                    </a:cubicBezTo>
                    <a:cubicBezTo>
                      <a:pt x="0" y="2456"/>
                      <a:pt x="403" y="3991"/>
                      <a:pt x="1613" y="4674"/>
                    </a:cubicBezTo>
                    <a:cubicBezTo>
                      <a:pt x="2002" y="4896"/>
                      <a:pt x="2427" y="5001"/>
                      <a:pt x="2847" y="5001"/>
                    </a:cubicBezTo>
                    <a:cubicBezTo>
                      <a:pt x="3717" y="5001"/>
                      <a:pt x="4565" y="4549"/>
                      <a:pt x="5025" y="3743"/>
                    </a:cubicBezTo>
                    <a:cubicBezTo>
                      <a:pt x="5708" y="2533"/>
                      <a:pt x="5289" y="1013"/>
                      <a:pt x="4095" y="331"/>
                    </a:cubicBezTo>
                    <a:cubicBezTo>
                      <a:pt x="3698" y="107"/>
                      <a:pt x="3267" y="0"/>
                      <a:pt x="28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1"/>
              <p:cNvSpPr/>
              <p:nvPr/>
            </p:nvSpPr>
            <p:spPr>
              <a:xfrm>
                <a:off x="8996192" y="5987104"/>
                <a:ext cx="70717" cy="61939"/>
              </a:xfrm>
              <a:custGeom>
                <a:avLst/>
                <a:gdLst/>
                <a:ahLst/>
                <a:cxnLst/>
                <a:rect l="l" t="t" r="r" b="b"/>
                <a:pathLst>
                  <a:path w="4995" h="4375" extrusionOk="0">
                    <a:moveTo>
                      <a:pt x="2507" y="1"/>
                    </a:moveTo>
                    <a:cubicBezTo>
                      <a:pt x="1747" y="1"/>
                      <a:pt x="1003" y="395"/>
                      <a:pt x="606" y="1106"/>
                    </a:cubicBezTo>
                    <a:cubicBezTo>
                      <a:pt x="1" y="2145"/>
                      <a:pt x="342" y="3463"/>
                      <a:pt x="1412" y="4084"/>
                    </a:cubicBezTo>
                    <a:cubicBezTo>
                      <a:pt x="1756" y="4281"/>
                      <a:pt x="2130" y="4375"/>
                      <a:pt x="2499" y="4375"/>
                    </a:cubicBezTo>
                    <a:cubicBezTo>
                      <a:pt x="3260" y="4375"/>
                      <a:pt x="3998" y="3977"/>
                      <a:pt x="4405" y="3277"/>
                    </a:cubicBezTo>
                    <a:cubicBezTo>
                      <a:pt x="4995" y="2223"/>
                      <a:pt x="4638" y="889"/>
                      <a:pt x="3583" y="284"/>
                    </a:cubicBezTo>
                    <a:cubicBezTo>
                      <a:pt x="3245" y="92"/>
                      <a:pt x="2874" y="1"/>
                      <a:pt x="25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1"/>
              <p:cNvSpPr/>
              <p:nvPr/>
            </p:nvSpPr>
            <p:spPr>
              <a:xfrm>
                <a:off x="9397180" y="5317341"/>
                <a:ext cx="70929" cy="61939"/>
              </a:xfrm>
              <a:custGeom>
                <a:avLst/>
                <a:gdLst/>
                <a:ahLst/>
                <a:cxnLst/>
                <a:rect l="l" t="t" r="r" b="b"/>
                <a:pathLst>
                  <a:path w="5010" h="4375" extrusionOk="0">
                    <a:moveTo>
                      <a:pt x="2510" y="0"/>
                    </a:moveTo>
                    <a:cubicBezTo>
                      <a:pt x="1753" y="0"/>
                      <a:pt x="1013" y="394"/>
                      <a:pt x="605" y="1106"/>
                    </a:cubicBezTo>
                    <a:cubicBezTo>
                      <a:pt x="0" y="2145"/>
                      <a:pt x="372" y="3494"/>
                      <a:pt x="1412" y="4084"/>
                    </a:cubicBezTo>
                    <a:cubicBezTo>
                      <a:pt x="1756" y="4281"/>
                      <a:pt x="2130" y="4374"/>
                      <a:pt x="2499" y="4374"/>
                    </a:cubicBezTo>
                    <a:cubicBezTo>
                      <a:pt x="3259" y="4374"/>
                      <a:pt x="3998" y="3977"/>
                      <a:pt x="4405" y="3277"/>
                    </a:cubicBezTo>
                    <a:cubicBezTo>
                      <a:pt x="5010" y="2222"/>
                      <a:pt x="4638" y="889"/>
                      <a:pt x="3583" y="284"/>
                    </a:cubicBezTo>
                    <a:cubicBezTo>
                      <a:pt x="3245" y="92"/>
                      <a:pt x="2876" y="0"/>
                      <a:pt x="25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1"/>
              <p:cNvSpPr/>
              <p:nvPr/>
            </p:nvSpPr>
            <p:spPr>
              <a:xfrm>
                <a:off x="9326684" y="5560248"/>
                <a:ext cx="80599" cy="70816"/>
              </a:xfrm>
              <a:custGeom>
                <a:avLst/>
                <a:gdLst/>
                <a:ahLst/>
                <a:cxnLst/>
                <a:rect l="l" t="t" r="r" b="b"/>
                <a:pathLst>
                  <a:path w="5693" h="5002" extrusionOk="0">
                    <a:moveTo>
                      <a:pt x="2851" y="0"/>
                    </a:moveTo>
                    <a:cubicBezTo>
                      <a:pt x="1978" y="0"/>
                      <a:pt x="1133" y="453"/>
                      <a:pt x="683" y="1258"/>
                    </a:cubicBezTo>
                    <a:cubicBezTo>
                      <a:pt x="1" y="2422"/>
                      <a:pt x="388" y="3957"/>
                      <a:pt x="1614" y="4671"/>
                    </a:cubicBezTo>
                    <a:cubicBezTo>
                      <a:pt x="2006" y="4895"/>
                      <a:pt x="2434" y="5002"/>
                      <a:pt x="2857" y="5002"/>
                    </a:cubicBezTo>
                    <a:cubicBezTo>
                      <a:pt x="3724" y="5002"/>
                      <a:pt x="4567" y="4553"/>
                      <a:pt x="5026" y="3740"/>
                    </a:cubicBezTo>
                    <a:cubicBezTo>
                      <a:pt x="5693" y="2546"/>
                      <a:pt x="5289" y="1010"/>
                      <a:pt x="4095" y="328"/>
                    </a:cubicBezTo>
                    <a:cubicBezTo>
                      <a:pt x="3701" y="106"/>
                      <a:pt x="3273" y="0"/>
                      <a:pt x="28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1"/>
              <p:cNvSpPr/>
              <p:nvPr/>
            </p:nvSpPr>
            <p:spPr>
              <a:xfrm>
                <a:off x="9380260" y="5029765"/>
                <a:ext cx="90268" cy="79098"/>
              </a:xfrm>
              <a:custGeom>
                <a:avLst/>
                <a:gdLst/>
                <a:ahLst/>
                <a:cxnLst/>
                <a:rect l="l" t="t" r="r" b="b"/>
                <a:pathLst>
                  <a:path w="6376" h="5587" extrusionOk="0">
                    <a:moveTo>
                      <a:pt x="3214" y="1"/>
                    </a:moveTo>
                    <a:cubicBezTo>
                      <a:pt x="2231" y="1"/>
                      <a:pt x="1260" y="506"/>
                      <a:pt x="745" y="1409"/>
                    </a:cubicBezTo>
                    <a:cubicBezTo>
                      <a:pt x="1" y="2774"/>
                      <a:pt x="435" y="4465"/>
                      <a:pt x="1800" y="5225"/>
                    </a:cubicBezTo>
                    <a:cubicBezTo>
                      <a:pt x="2226" y="5470"/>
                      <a:pt x="2696" y="5586"/>
                      <a:pt x="3163" y="5586"/>
                    </a:cubicBezTo>
                    <a:cubicBezTo>
                      <a:pt x="4139" y="5586"/>
                      <a:pt x="5101" y="5078"/>
                      <a:pt x="5615" y="4186"/>
                    </a:cubicBezTo>
                    <a:cubicBezTo>
                      <a:pt x="6375" y="2867"/>
                      <a:pt x="5910" y="1115"/>
                      <a:pt x="4576" y="355"/>
                    </a:cubicBezTo>
                    <a:cubicBezTo>
                      <a:pt x="4151" y="115"/>
                      <a:pt x="3681" y="1"/>
                      <a:pt x="3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1"/>
              <p:cNvSpPr/>
              <p:nvPr/>
            </p:nvSpPr>
            <p:spPr>
              <a:xfrm>
                <a:off x="9507193" y="4679479"/>
                <a:ext cx="14950" cy="14724"/>
              </a:xfrm>
              <a:custGeom>
                <a:avLst/>
                <a:gdLst/>
                <a:ahLst/>
                <a:cxnLst/>
                <a:rect l="l" t="t" r="r" b="b"/>
                <a:pathLst>
                  <a:path w="1056" h="1040" extrusionOk="0">
                    <a:moveTo>
                      <a:pt x="528" y="0"/>
                    </a:moveTo>
                    <a:cubicBezTo>
                      <a:pt x="233" y="0"/>
                      <a:pt x="1" y="233"/>
                      <a:pt x="1" y="512"/>
                    </a:cubicBezTo>
                    <a:cubicBezTo>
                      <a:pt x="1" y="807"/>
                      <a:pt x="233" y="1039"/>
                      <a:pt x="528" y="1039"/>
                    </a:cubicBezTo>
                    <a:cubicBezTo>
                      <a:pt x="823" y="1039"/>
                      <a:pt x="1055" y="807"/>
                      <a:pt x="1055" y="512"/>
                    </a:cubicBezTo>
                    <a:cubicBezTo>
                      <a:pt x="1009" y="248"/>
                      <a:pt x="807" y="0"/>
                      <a:pt x="5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1"/>
              <p:cNvSpPr/>
              <p:nvPr/>
            </p:nvSpPr>
            <p:spPr>
              <a:xfrm>
                <a:off x="9349522" y="4532342"/>
                <a:ext cx="36470" cy="36243"/>
              </a:xfrm>
              <a:custGeom>
                <a:avLst/>
                <a:gdLst/>
                <a:ahLst/>
                <a:cxnLst/>
                <a:rect l="l" t="t" r="r" b="b"/>
                <a:pathLst>
                  <a:path w="2576" h="2560" extrusionOk="0">
                    <a:moveTo>
                      <a:pt x="1272" y="1"/>
                    </a:moveTo>
                    <a:cubicBezTo>
                      <a:pt x="559" y="1"/>
                      <a:pt x="1" y="559"/>
                      <a:pt x="1" y="1273"/>
                    </a:cubicBezTo>
                    <a:cubicBezTo>
                      <a:pt x="1" y="1986"/>
                      <a:pt x="559" y="2560"/>
                      <a:pt x="1272" y="2560"/>
                    </a:cubicBezTo>
                    <a:cubicBezTo>
                      <a:pt x="1986" y="2560"/>
                      <a:pt x="2560" y="1986"/>
                      <a:pt x="2560" y="1273"/>
                    </a:cubicBezTo>
                    <a:cubicBezTo>
                      <a:pt x="2575" y="621"/>
                      <a:pt x="1986" y="1"/>
                      <a:pt x="12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1"/>
              <p:cNvSpPr/>
              <p:nvPr/>
            </p:nvSpPr>
            <p:spPr>
              <a:xfrm>
                <a:off x="9481721" y="5006020"/>
                <a:ext cx="21534" cy="21307"/>
              </a:xfrm>
              <a:custGeom>
                <a:avLst/>
                <a:gdLst/>
                <a:ahLst/>
                <a:cxnLst/>
                <a:rect l="l" t="t" r="r" b="b"/>
                <a:pathLst>
                  <a:path w="1521" h="1505" extrusionOk="0">
                    <a:moveTo>
                      <a:pt x="760" y="0"/>
                    </a:moveTo>
                    <a:cubicBezTo>
                      <a:pt x="311" y="0"/>
                      <a:pt x="0" y="372"/>
                      <a:pt x="0" y="760"/>
                    </a:cubicBezTo>
                    <a:cubicBezTo>
                      <a:pt x="0" y="1194"/>
                      <a:pt x="373" y="1504"/>
                      <a:pt x="760" y="1504"/>
                    </a:cubicBezTo>
                    <a:cubicBezTo>
                      <a:pt x="1195" y="1504"/>
                      <a:pt x="1520" y="1148"/>
                      <a:pt x="1520" y="760"/>
                    </a:cubicBezTo>
                    <a:cubicBezTo>
                      <a:pt x="1520" y="372"/>
                      <a:pt x="1210" y="0"/>
                      <a:pt x="7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1"/>
              <p:cNvSpPr/>
              <p:nvPr/>
            </p:nvSpPr>
            <p:spPr>
              <a:xfrm>
                <a:off x="9558575" y="4888532"/>
                <a:ext cx="36243" cy="36243"/>
              </a:xfrm>
              <a:custGeom>
                <a:avLst/>
                <a:gdLst/>
                <a:ahLst/>
                <a:cxnLst/>
                <a:rect l="l" t="t" r="r" b="b"/>
                <a:pathLst>
                  <a:path w="2560" h="2560" extrusionOk="0">
                    <a:moveTo>
                      <a:pt x="1288" y="0"/>
                    </a:moveTo>
                    <a:cubicBezTo>
                      <a:pt x="559" y="0"/>
                      <a:pt x="1" y="559"/>
                      <a:pt x="1" y="1288"/>
                    </a:cubicBezTo>
                    <a:cubicBezTo>
                      <a:pt x="1" y="2001"/>
                      <a:pt x="559" y="2559"/>
                      <a:pt x="1288" y="2559"/>
                    </a:cubicBezTo>
                    <a:cubicBezTo>
                      <a:pt x="2001" y="2559"/>
                      <a:pt x="2560" y="2001"/>
                      <a:pt x="2560" y="1288"/>
                    </a:cubicBezTo>
                    <a:cubicBezTo>
                      <a:pt x="2560" y="559"/>
                      <a:pt x="2001" y="0"/>
                      <a:pt x="128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1"/>
              <p:cNvSpPr/>
              <p:nvPr/>
            </p:nvSpPr>
            <p:spPr>
              <a:xfrm>
                <a:off x="9433185" y="5542040"/>
                <a:ext cx="44370" cy="44596"/>
              </a:xfrm>
              <a:custGeom>
                <a:avLst/>
                <a:gdLst/>
                <a:ahLst/>
                <a:cxnLst/>
                <a:rect l="l" t="t" r="r" b="b"/>
                <a:pathLst>
                  <a:path w="3134" h="3150" extrusionOk="0">
                    <a:moveTo>
                      <a:pt x="1567" y="1"/>
                    </a:moveTo>
                    <a:cubicBezTo>
                      <a:pt x="714" y="1"/>
                      <a:pt x="1" y="683"/>
                      <a:pt x="1" y="1583"/>
                    </a:cubicBezTo>
                    <a:cubicBezTo>
                      <a:pt x="1" y="2436"/>
                      <a:pt x="683" y="3149"/>
                      <a:pt x="1567" y="3149"/>
                    </a:cubicBezTo>
                    <a:cubicBezTo>
                      <a:pt x="2420" y="3149"/>
                      <a:pt x="3134" y="2467"/>
                      <a:pt x="3134" y="1583"/>
                    </a:cubicBezTo>
                    <a:cubicBezTo>
                      <a:pt x="3134" y="683"/>
                      <a:pt x="2436" y="1"/>
                      <a:pt x="15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1"/>
              <p:cNvSpPr/>
              <p:nvPr/>
            </p:nvSpPr>
            <p:spPr>
              <a:xfrm>
                <a:off x="9433624" y="5883519"/>
                <a:ext cx="14950" cy="14936"/>
              </a:xfrm>
              <a:custGeom>
                <a:avLst/>
                <a:gdLst/>
                <a:ahLst/>
                <a:cxnLst/>
                <a:rect l="l" t="t" r="r" b="b"/>
                <a:pathLst>
                  <a:path w="1056" h="1055" extrusionOk="0">
                    <a:moveTo>
                      <a:pt x="528" y="0"/>
                    </a:moveTo>
                    <a:cubicBezTo>
                      <a:pt x="233" y="0"/>
                      <a:pt x="1" y="233"/>
                      <a:pt x="1" y="528"/>
                    </a:cubicBezTo>
                    <a:cubicBezTo>
                      <a:pt x="1" y="822"/>
                      <a:pt x="233" y="1055"/>
                      <a:pt x="528" y="1055"/>
                    </a:cubicBezTo>
                    <a:cubicBezTo>
                      <a:pt x="823" y="1055"/>
                      <a:pt x="1055" y="822"/>
                      <a:pt x="1055" y="528"/>
                    </a:cubicBezTo>
                    <a:cubicBezTo>
                      <a:pt x="1055" y="233"/>
                      <a:pt x="807" y="0"/>
                      <a:pt x="5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le only 1">
  <p:cSld name="Title only 1">
    <p:spTree>
      <p:nvGrpSpPr>
        <p:cNvPr id="1" name="Shape 1610"/>
        <p:cNvGrpSpPr/>
        <p:nvPr/>
      </p:nvGrpSpPr>
      <p:grpSpPr>
        <a:xfrm>
          <a:off x="0" y="0"/>
          <a:ext cx="0" cy="0"/>
          <a:chOff x="0" y="0"/>
          <a:chExt cx="0" cy="0"/>
        </a:xfrm>
      </p:grpSpPr>
      <p:pic>
        <p:nvPicPr>
          <p:cNvPr id="1611" name="Google Shape;1611;p26"/>
          <p:cNvPicPr preferRelativeResize="0"/>
          <p:nvPr/>
        </p:nvPicPr>
        <p:blipFill rotWithShape="1">
          <a:blip r:embed="rId2">
            <a:alphaModFix/>
          </a:blip>
          <a:srcRect/>
          <a:stretch/>
        </p:blipFill>
        <p:spPr>
          <a:xfrm>
            <a:off x="0" y="0"/>
            <a:ext cx="9144000" cy="5143500"/>
          </a:xfrm>
          <a:prstGeom prst="rect">
            <a:avLst/>
          </a:prstGeom>
          <a:noFill/>
          <a:ln>
            <a:noFill/>
          </a:ln>
        </p:spPr>
      </p:pic>
      <p:grpSp>
        <p:nvGrpSpPr>
          <p:cNvPr id="1612" name="Google Shape;1612;p26"/>
          <p:cNvGrpSpPr/>
          <p:nvPr/>
        </p:nvGrpSpPr>
        <p:grpSpPr>
          <a:xfrm>
            <a:off x="-550766" y="-64986"/>
            <a:ext cx="10944585" cy="5322136"/>
            <a:chOff x="-550766" y="-64986"/>
            <a:chExt cx="10944585" cy="5322136"/>
          </a:xfrm>
        </p:grpSpPr>
        <p:sp>
          <p:nvSpPr>
            <p:cNvPr id="1613" name="Google Shape;1613;p26"/>
            <p:cNvSpPr/>
            <p:nvPr/>
          </p:nvSpPr>
          <p:spPr>
            <a:xfrm rot="5400000" flipH="1">
              <a:off x="6505929" y="1369261"/>
              <a:ext cx="4437276" cy="3338502"/>
            </a:xfrm>
            <a:custGeom>
              <a:avLst/>
              <a:gdLst/>
              <a:ahLst/>
              <a:cxnLst/>
              <a:rect l="l" t="t" r="r" b="b"/>
              <a:pathLst>
                <a:path w="201237" h="151406" extrusionOk="0">
                  <a:moveTo>
                    <a:pt x="0" y="1"/>
                  </a:moveTo>
                  <a:lnTo>
                    <a:pt x="0" y="151405"/>
                  </a:lnTo>
                  <a:cubicBezTo>
                    <a:pt x="6064" y="134314"/>
                    <a:pt x="13447" y="116927"/>
                    <a:pt x="27948" y="106334"/>
                  </a:cubicBezTo>
                  <a:cubicBezTo>
                    <a:pt x="31934" y="103450"/>
                    <a:pt x="36401" y="101108"/>
                    <a:pt x="41224" y="100100"/>
                  </a:cubicBezTo>
                  <a:cubicBezTo>
                    <a:pt x="44033" y="99514"/>
                    <a:pt x="46893" y="99389"/>
                    <a:pt x="49768" y="99389"/>
                  </a:cubicBezTo>
                  <a:cubicBezTo>
                    <a:pt x="51903" y="99389"/>
                    <a:pt x="54046" y="99458"/>
                    <a:pt x="56181" y="99458"/>
                  </a:cubicBezTo>
                  <a:cubicBezTo>
                    <a:pt x="58553" y="99458"/>
                    <a:pt x="60916" y="99373"/>
                    <a:pt x="63248" y="99014"/>
                  </a:cubicBezTo>
                  <a:cubicBezTo>
                    <a:pt x="77052" y="96796"/>
                    <a:pt x="87598" y="85319"/>
                    <a:pt x="94407" y="73128"/>
                  </a:cubicBezTo>
                  <a:cubicBezTo>
                    <a:pt x="101247" y="60938"/>
                    <a:pt x="105589" y="47320"/>
                    <a:pt x="113515" y="35828"/>
                  </a:cubicBezTo>
                  <a:cubicBezTo>
                    <a:pt x="126619" y="16753"/>
                    <a:pt x="149552" y="4917"/>
                    <a:pt x="172677" y="4917"/>
                  </a:cubicBezTo>
                  <a:cubicBezTo>
                    <a:pt x="174541" y="4917"/>
                    <a:pt x="176406" y="4994"/>
                    <a:pt x="178267" y="5150"/>
                  </a:cubicBezTo>
                  <a:cubicBezTo>
                    <a:pt x="183509" y="5600"/>
                    <a:pt x="188891" y="6732"/>
                    <a:pt x="193156" y="9834"/>
                  </a:cubicBezTo>
                  <a:cubicBezTo>
                    <a:pt x="196863" y="12517"/>
                    <a:pt x="199314" y="16425"/>
                    <a:pt x="201237" y="20706"/>
                  </a:cubicBezTo>
                  <a:lnTo>
                    <a:pt x="201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26"/>
            <p:cNvSpPr/>
            <p:nvPr/>
          </p:nvSpPr>
          <p:spPr>
            <a:xfrm rot="5400000">
              <a:off x="-158196" y="3203138"/>
              <a:ext cx="1916260" cy="1964466"/>
            </a:xfrm>
            <a:custGeom>
              <a:avLst/>
              <a:gdLst/>
              <a:ahLst/>
              <a:cxnLst/>
              <a:rect l="l" t="t" r="r" b="b"/>
              <a:pathLst>
                <a:path w="135353" h="138758" extrusionOk="0">
                  <a:moveTo>
                    <a:pt x="69551" y="0"/>
                  </a:moveTo>
                  <a:cubicBezTo>
                    <a:pt x="63704" y="0"/>
                    <a:pt x="57794" y="2012"/>
                    <a:pt x="52733" y="5220"/>
                  </a:cubicBezTo>
                  <a:cubicBezTo>
                    <a:pt x="45475" y="9810"/>
                    <a:pt x="39783" y="16619"/>
                    <a:pt x="34696" y="23738"/>
                  </a:cubicBezTo>
                  <a:cubicBezTo>
                    <a:pt x="11478" y="56417"/>
                    <a:pt x="1" y="98060"/>
                    <a:pt x="2870" y="138757"/>
                  </a:cubicBezTo>
                  <a:lnTo>
                    <a:pt x="135353" y="138757"/>
                  </a:lnTo>
                  <a:lnTo>
                    <a:pt x="135353" y="39124"/>
                  </a:lnTo>
                  <a:cubicBezTo>
                    <a:pt x="132719" y="40848"/>
                    <a:pt x="129655" y="41615"/>
                    <a:pt x="126507" y="41615"/>
                  </a:cubicBezTo>
                  <a:cubicBezTo>
                    <a:pt x="121927" y="41615"/>
                    <a:pt x="117168" y="39990"/>
                    <a:pt x="113298" y="37324"/>
                  </a:cubicBezTo>
                  <a:cubicBezTo>
                    <a:pt x="106257" y="32454"/>
                    <a:pt x="101387" y="24901"/>
                    <a:pt x="96238" y="17844"/>
                  </a:cubicBezTo>
                  <a:cubicBezTo>
                    <a:pt x="91073" y="10803"/>
                    <a:pt x="85055" y="3839"/>
                    <a:pt x="77006" y="1187"/>
                  </a:cubicBezTo>
                  <a:cubicBezTo>
                    <a:pt x="74581" y="374"/>
                    <a:pt x="72072" y="0"/>
                    <a:pt x="695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26"/>
            <p:cNvSpPr/>
            <p:nvPr/>
          </p:nvSpPr>
          <p:spPr>
            <a:xfrm rot="5400000">
              <a:off x="-1891973" y="1276221"/>
              <a:ext cx="4303454" cy="1621040"/>
            </a:xfrm>
            <a:custGeom>
              <a:avLst/>
              <a:gdLst/>
              <a:ahLst/>
              <a:cxnLst/>
              <a:rect l="l" t="t" r="r" b="b"/>
              <a:pathLst>
                <a:path w="177462" h="66847" extrusionOk="0">
                  <a:moveTo>
                    <a:pt x="1" y="0"/>
                  </a:moveTo>
                  <a:cubicBezTo>
                    <a:pt x="11" y="1"/>
                    <a:pt x="21" y="2"/>
                    <a:pt x="32" y="4"/>
                  </a:cubicBezTo>
                  <a:lnTo>
                    <a:pt x="32" y="4"/>
                  </a:lnTo>
                  <a:lnTo>
                    <a:pt x="32" y="0"/>
                  </a:lnTo>
                  <a:close/>
                  <a:moveTo>
                    <a:pt x="32" y="4"/>
                  </a:moveTo>
                  <a:lnTo>
                    <a:pt x="32" y="66846"/>
                  </a:lnTo>
                  <a:lnTo>
                    <a:pt x="117889" y="66846"/>
                  </a:lnTo>
                  <a:cubicBezTo>
                    <a:pt x="138765" y="66846"/>
                    <a:pt x="161114" y="63248"/>
                    <a:pt x="177461" y="50220"/>
                  </a:cubicBezTo>
                  <a:lnTo>
                    <a:pt x="177461" y="50220"/>
                  </a:lnTo>
                  <a:cubicBezTo>
                    <a:pt x="165394" y="55022"/>
                    <a:pt x="152469" y="56792"/>
                    <a:pt x="139457" y="56792"/>
                  </a:cubicBezTo>
                  <a:cubicBezTo>
                    <a:pt x="131329" y="56792"/>
                    <a:pt x="123167" y="56101"/>
                    <a:pt x="115159" y="55028"/>
                  </a:cubicBezTo>
                  <a:cubicBezTo>
                    <a:pt x="88374" y="51430"/>
                    <a:pt x="61418" y="43365"/>
                    <a:pt x="40605" y="26180"/>
                  </a:cubicBezTo>
                  <a:cubicBezTo>
                    <a:pt x="34370" y="21031"/>
                    <a:pt x="28786" y="15137"/>
                    <a:pt x="22427" y="10128"/>
                  </a:cubicBezTo>
                  <a:cubicBezTo>
                    <a:pt x="16092" y="5109"/>
                    <a:pt x="8040" y="926"/>
                    <a:pt x="32" y="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6" name="Google Shape;1616;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617" name="Google Shape;1617;p26"/>
          <p:cNvGrpSpPr/>
          <p:nvPr/>
        </p:nvGrpSpPr>
        <p:grpSpPr>
          <a:xfrm rot="-5400000" flipH="1">
            <a:off x="7927934" y="-912244"/>
            <a:ext cx="1005688" cy="2436522"/>
            <a:chOff x="4683175" y="1971488"/>
            <a:chExt cx="1261525" cy="3056350"/>
          </a:xfrm>
        </p:grpSpPr>
        <p:sp>
          <p:nvSpPr>
            <p:cNvPr id="1618" name="Google Shape;1618;p26"/>
            <p:cNvSpPr/>
            <p:nvPr/>
          </p:nvSpPr>
          <p:spPr>
            <a:xfrm>
              <a:off x="5097050" y="4241038"/>
              <a:ext cx="87350" cy="87350"/>
            </a:xfrm>
            <a:custGeom>
              <a:avLst/>
              <a:gdLst/>
              <a:ahLst/>
              <a:cxnLst/>
              <a:rect l="l" t="t" r="r" b="b"/>
              <a:pathLst>
                <a:path w="3494" h="3494" extrusionOk="0">
                  <a:moveTo>
                    <a:pt x="1747" y="1"/>
                  </a:moveTo>
                  <a:cubicBezTo>
                    <a:pt x="787" y="1"/>
                    <a:pt x="1" y="787"/>
                    <a:pt x="1" y="1747"/>
                  </a:cubicBezTo>
                  <a:cubicBezTo>
                    <a:pt x="1" y="2716"/>
                    <a:pt x="787" y="3494"/>
                    <a:pt x="1747" y="3494"/>
                  </a:cubicBezTo>
                  <a:cubicBezTo>
                    <a:pt x="2707" y="3494"/>
                    <a:pt x="3493" y="2716"/>
                    <a:pt x="3493" y="1747"/>
                  </a:cubicBezTo>
                  <a:cubicBezTo>
                    <a:pt x="3493" y="787"/>
                    <a:pt x="2707" y="1"/>
                    <a:pt x="17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26"/>
            <p:cNvSpPr/>
            <p:nvPr/>
          </p:nvSpPr>
          <p:spPr>
            <a:xfrm>
              <a:off x="5207075" y="4446463"/>
              <a:ext cx="32100" cy="32325"/>
            </a:xfrm>
            <a:custGeom>
              <a:avLst/>
              <a:gdLst/>
              <a:ahLst/>
              <a:cxnLst/>
              <a:rect l="l" t="t" r="r" b="b"/>
              <a:pathLst>
                <a:path w="1284" h="1293" extrusionOk="0">
                  <a:moveTo>
                    <a:pt x="638" y="0"/>
                  </a:moveTo>
                  <a:cubicBezTo>
                    <a:pt x="280" y="0"/>
                    <a:pt x="0" y="289"/>
                    <a:pt x="0" y="647"/>
                  </a:cubicBezTo>
                  <a:cubicBezTo>
                    <a:pt x="0" y="996"/>
                    <a:pt x="280" y="1293"/>
                    <a:pt x="638" y="1293"/>
                  </a:cubicBezTo>
                  <a:cubicBezTo>
                    <a:pt x="1005" y="1293"/>
                    <a:pt x="1284" y="1013"/>
                    <a:pt x="1284" y="647"/>
                  </a:cubicBezTo>
                  <a:cubicBezTo>
                    <a:pt x="1284" y="297"/>
                    <a:pt x="1005" y="0"/>
                    <a:pt x="6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26"/>
            <p:cNvSpPr/>
            <p:nvPr/>
          </p:nvSpPr>
          <p:spPr>
            <a:xfrm>
              <a:off x="5021975" y="4535313"/>
              <a:ext cx="29050" cy="28850"/>
            </a:xfrm>
            <a:custGeom>
              <a:avLst/>
              <a:gdLst/>
              <a:ahLst/>
              <a:cxnLst/>
              <a:rect l="l" t="t" r="r" b="b"/>
              <a:pathLst>
                <a:path w="1162" h="1154" extrusionOk="0">
                  <a:moveTo>
                    <a:pt x="585" y="0"/>
                  </a:moveTo>
                  <a:cubicBezTo>
                    <a:pt x="262" y="0"/>
                    <a:pt x="0" y="262"/>
                    <a:pt x="0" y="576"/>
                  </a:cubicBezTo>
                  <a:cubicBezTo>
                    <a:pt x="0" y="891"/>
                    <a:pt x="262" y="1153"/>
                    <a:pt x="585" y="1153"/>
                  </a:cubicBezTo>
                  <a:cubicBezTo>
                    <a:pt x="595" y="1153"/>
                    <a:pt x="605" y="1154"/>
                    <a:pt x="615" y="1154"/>
                  </a:cubicBezTo>
                  <a:cubicBezTo>
                    <a:pt x="916" y="1154"/>
                    <a:pt x="1161" y="898"/>
                    <a:pt x="1161" y="576"/>
                  </a:cubicBezTo>
                  <a:cubicBezTo>
                    <a:pt x="1161" y="262"/>
                    <a:pt x="899" y="0"/>
                    <a:pt x="5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26"/>
            <p:cNvSpPr/>
            <p:nvPr/>
          </p:nvSpPr>
          <p:spPr>
            <a:xfrm>
              <a:off x="5079375" y="4668788"/>
              <a:ext cx="91050" cy="84725"/>
            </a:xfrm>
            <a:custGeom>
              <a:avLst/>
              <a:gdLst/>
              <a:ahLst/>
              <a:cxnLst/>
              <a:rect l="l" t="t" r="r" b="b"/>
              <a:pathLst>
                <a:path w="3642" h="3389" extrusionOk="0">
                  <a:moveTo>
                    <a:pt x="1817" y="1"/>
                  </a:moveTo>
                  <a:cubicBezTo>
                    <a:pt x="1728" y="1"/>
                    <a:pt x="1637" y="8"/>
                    <a:pt x="1546" y="22"/>
                  </a:cubicBezTo>
                  <a:cubicBezTo>
                    <a:pt x="620" y="180"/>
                    <a:pt x="0" y="1044"/>
                    <a:pt x="149" y="1969"/>
                  </a:cubicBezTo>
                  <a:cubicBezTo>
                    <a:pt x="283" y="2796"/>
                    <a:pt x="1005" y="3388"/>
                    <a:pt x="1818" y="3388"/>
                  </a:cubicBezTo>
                  <a:cubicBezTo>
                    <a:pt x="1907" y="3388"/>
                    <a:pt x="1997" y="3381"/>
                    <a:pt x="2087" y="3367"/>
                  </a:cubicBezTo>
                  <a:cubicBezTo>
                    <a:pt x="3013" y="3218"/>
                    <a:pt x="3642" y="2345"/>
                    <a:pt x="3493" y="1419"/>
                  </a:cubicBezTo>
                  <a:cubicBezTo>
                    <a:pt x="3351" y="593"/>
                    <a:pt x="2635" y="1"/>
                    <a:pt x="18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26"/>
            <p:cNvSpPr/>
            <p:nvPr/>
          </p:nvSpPr>
          <p:spPr>
            <a:xfrm>
              <a:off x="4921125" y="4404538"/>
              <a:ext cx="36475" cy="36700"/>
            </a:xfrm>
            <a:custGeom>
              <a:avLst/>
              <a:gdLst/>
              <a:ahLst/>
              <a:cxnLst/>
              <a:rect l="l" t="t" r="r" b="b"/>
              <a:pathLst>
                <a:path w="1459" h="1468" extrusionOk="0">
                  <a:moveTo>
                    <a:pt x="734" y="1"/>
                  </a:moveTo>
                  <a:cubicBezTo>
                    <a:pt x="323" y="1"/>
                    <a:pt x="0" y="333"/>
                    <a:pt x="0" y="734"/>
                  </a:cubicBezTo>
                  <a:cubicBezTo>
                    <a:pt x="0" y="1136"/>
                    <a:pt x="323" y="1468"/>
                    <a:pt x="734" y="1468"/>
                  </a:cubicBezTo>
                  <a:cubicBezTo>
                    <a:pt x="1135" y="1450"/>
                    <a:pt x="1458" y="1136"/>
                    <a:pt x="1458" y="734"/>
                  </a:cubicBezTo>
                  <a:cubicBezTo>
                    <a:pt x="1458" y="333"/>
                    <a:pt x="1135" y="1"/>
                    <a:pt x="7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26"/>
            <p:cNvSpPr/>
            <p:nvPr/>
          </p:nvSpPr>
          <p:spPr>
            <a:xfrm>
              <a:off x="5450900" y="4720413"/>
              <a:ext cx="65525" cy="65525"/>
            </a:xfrm>
            <a:custGeom>
              <a:avLst/>
              <a:gdLst/>
              <a:ahLst/>
              <a:cxnLst/>
              <a:rect l="l" t="t" r="r" b="b"/>
              <a:pathLst>
                <a:path w="2621" h="2621" extrusionOk="0">
                  <a:moveTo>
                    <a:pt x="1310" y="1"/>
                  </a:moveTo>
                  <a:cubicBezTo>
                    <a:pt x="586" y="1"/>
                    <a:pt x="1" y="594"/>
                    <a:pt x="1" y="1310"/>
                  </a:cubicBezTo>
                  <a:cubicBezTo>
                    <a:pt x="1" y="2035"/>
                    <a:pt x="586" y="2620"/>
                    <a:pt x="1310" y="2620"/>
                  </a:cubicBezTo>
                  <a:cubicBezTo>
                    <a:pt x="2035" y="2620"/>
                    <a:pt x="2620" y="2035"/>
                    <a:pt x="2620" y="1310"/>
                  </a:cubicBezTo>
                  <a:cubicBezTo>
                    <a:pt x="2620" y="594"/>
                    <a:pt x="2035" y="1"/>
                    <a:pt x="13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26"/>
            <p:cNvSpPr/>
            <p:nvPr/>
          </p:nvSpPr>
          <p:spPr>
            <a:xfrm>
              <a:off x="5002325" y="3956838"/>
              <a:ext cx="122250" cy="122275"/>
            </a:xfrm>
            <a:custGeom>
              <a:avLst/>
              <a:gdLst/>
              <a:ahLst/>
              <a:cxnLst/>
              <a:rect l="l" t="t" r="r" b="b"/>
              <a:pathLst>
                <a:path w="4890" h="4891" extrusionOk="0">
                  <a:moveTo>
                    <a:pt x="2445" y="0"/>
                  </a:moveTo>
                  <a:cubicBezTo>
                    <a:pt x="1100" y="0"/>
                    <a:pt x="0" y="1092"/>
                    <a:pt x="0" y="2445"/>
                  </a:cubicBezTo>
                  <a:cubicBezTo>
                    <a:pt x="0" y="3790"/>
                    <a:pt x="1100" y="4890"/>
                    <a:pt x="2445" y="4890"/>
                  </a:cubicBezTo>
                  <a:cubicBezTo>
                    <a:pt x="3798" y="4890"/>
                    <a:pt x="4890" y="3790"/>
                    <a:pt x="4890" y="2445"/>
                  </a:cubicBezTo>
                  <a:cubicBezTo>
                    <a:pt x="4890" y="1092"/>
                    <a:pt x="3798" y="0"/>
                    <a:pt x="24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26"/>
            <p:cNvSpPr/>
            <p:nvPr/>
          </p:nvSpPr>
          <p:spPr>
            <a:xfrm>
              <a:off x="5007550" y="3756213"/>
              <a:ext cx="29075" cy="29075"/>
            </a:xfrm>
            <a:custGeom>
              <a:avLst/>
              <a:gdLst/>
              <a:ahLst/>
              <a:cxnLst/>
              <a:rect l="l" t="t" r="r" b="b"/>
              <a:pathLst>
                <a:path w="1163" h="1163" extrusionOk="0">
                  <a:moveTo>
                    <a:pt x="577" y="1"/>
                  </a:moveTo>
                  <a:cubicBezTo>
                    <a:pt x="263" y="1"/>
                    <a:pt x="1" y="263"/>
                    <a:pt x="1" y="577"/>
                  </a:cubicBezTo>
                  <a:cubicBezTo>
                    <a:pt x="1" y="900"/>
                    <a:pt x="263" y="1162"/>
                    <a:pt x="577" y="1162"/>
                  </a:cubicBezTo>
                  <a:cubicBezTo>
                    <a:pt x="900" y="1162"/>
                    <a:pt x="1162" y="900"/>
                    <a:pt x="1162" y="577"/>
                  </a:cubicBezTo>
                  <a:cubicBezTo>
                    <a:pt x="1162" y="263"/>
                    <a:pt x="900" y="1"/>
                    <a:pt x="5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26"/>
            <p:cNvSpPr/>
            <p:nvPr/>
          </p:nvSpPr>
          <p:spPr>
            <a:xfrm>
              <a:off x="5022175" y="3590538"/>
              <a:ext cx="82550" cy="82550"/>
            </a:xfrm>
            <a:custGeom>
              <a:avLst/>
              <a:gdLst/>
              <a:ahLst/>
              <a:cxnLst/>
              <a:rect l="l" t="t" r="r" b="b"/>
              <a:pathLst>
                <a:path w="3302" h="3302" extrusionOk="0">
                  <a:moveTo>
                    <a:pt x="1651" y="1"/>
                  </a:moveTo>
                  <a:cubicBezTo>
                    <a:pt x="743" y="1"/>
                    <a:pt x="1" y="743"/>
                    <a:pt x="1" y="1651"/>
                  </a:cubicBezTo>
                  <a:cubicBezTo>
                    <a:pt x="1" y="2559"/>
                    <a:pt x="743" y="3301"/>
                    <a:pt x="1651" y="3301"/>
                  </a:cubicBezTo>
                  <a:cubicBezTo>
                    <a:pt x="2559" y="3301"/>
                    <a:pt x="3301" y="2559"/>
                    <a:pt x="3301" y="1651"/>
                  </a:cubicBezTo>
                  <a:cubicBezTo>
                    <a:pt x="3301" y="743"/>
                    <a:pt x="2559" y="1"/>
                    <a:pt x="16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26"/>
            <p:cNvSpPr/>
            <p:nvPr/>
          </p:nvSpPr>
          <p:spPr>
            <a:xfrm>
              <a:off x="4905175" y="4808588"/>
              <a:ext cx="69225" cy="62800"/>
            </a:xfrm>
            <a:custGeom>
              <a:avLst/>
              <a:gdLst/>
              <a:ahLst/>
              <a:cxnLst/>
              <a:rect l="l" t="t" r="r" b="b"/>
              <a:pathLst>
                <a:path w="2769" h="2512" extrusionOk="0">
                  <a:moveTo>
                    <a:pt x="1383" y="1"/>
                  </a:moveTo>
                  <a:cubicBezTo>
                    <a:pt x="1068" y="1"/>
                    <a:pt x="752" y="119"/>
                    <a:pt x="507" y="359"/>
                  </a:cubicBezTo>
                  <a:cubicBezTo>
                    <a:pt x="9" y="839"/>
                    <a:pt x="1" y="1634"/>
                    <a:pt x="490" y="2132"/>
                  </a:cubicBezTo>
                  <a:cubicBezTo>
                    <a:pt x="734" y="2385"/>
                    <a:pt x="1060" y="2512"/>
                    <a:pt x="1387" y="2512"/>
                  </a:cubicBezTo>
                  <a:cubicBezTo>
                    <a:pt x="1702" y="2512"/>
                    <a:pt x="2018" y="2394"/>
                    <a:pt x="2262" y="2158"/>
                  </a:cubicBezTo>
                  <a:cubicBezTo>
                    <a:pt x="2760" y="1669"/>
                    <a:pt x="2769" y="874"/>
                    <a:pt x="2280" y="377"/>
                  </a:cubicBezTo>
                  <a:cubicBezTo>
                    <a:pt x="2035" y="128"/>
                    <a:pt x="1709" y="1"/>
                    <a:pt x="13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26"/>
            <p:cNvSpPr/>
            <p:nvPr/>
          </p:nvSpPr>
          <p:spPr>
            <a:xfrm>
              <a:off x="5532550" y="4312638"/>
              <a:ext cx="27750" cy="27750"/>
            </a:xfrm>
            <a:custGeom>
              <a:avLst/>
              <a:gdLst/>
              <a:ahLst/>
              <a:cxnLst/>
              <a:rect l="l" t="t" r="r" b="b"/>
              <a:pathLst>
                <a:path w="1110" h="1110" extrusionOk="0">
                  <a:moveTo>
                    <a:pt x="559" y="1"/>
                  </a:moveTo>
                  <a:cubicBezTo>
                    <a:pt x="253" y="1"/>
                    <a:pt x="0" y="245"/>
                    <a:pt x="0" y="551"/>
                  </a:cubicBezTo>
                  <a:cubicBezTo>
                    <a:pt x="0" y="865"/>
                    <a:pt x="253" y="1110"/>
                    <a:pt x="559" y="1110"/>
                  </a:cubicBezTo>
                  <a:cubicBezTo>
                    <a:pt x="865" y="1110"/>
                    <a:pt x="1109" y="865"/>
                    <a:pt x="1109" y="551"/>
                  </a:cubicBezTo>
                  <a:cubicBezTo>
                    <a:pt x="1109" y="245"/>
                    <a:pt x="865" y="1"/>
                    <a:pt x="5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26"/>
            <p:cNvSpPr/>
            <p:nvPr/>
          </p:nvSpPr>
          <p:spPr>
            <a:xfrm>
              <a:off x="5700400" y="4814488"/>
              <a:ext cx="26650" cy="26675"/>
            </a:xfrm>
            <a:custGeom>
              <a:avLst/>
              <a:gdLst/>
              <a:ahLst/>
              <a:cxnLst/>
              <a:rect l="l" t="t" r="r" b="b"/>
              <a:pathLst>
                <a:path w="1066" h="1067" extrusionOk="0">
                  <a:moveTo>
                    <a:pt x="533" y="1"/>
                  </a:moveTo>
                  <a:cubicBezTo>
                    <a:pt x="236" y="1"/>
                    <a:pt x="1" y="237"/>
                    <a:pt x="1" y="533"/>
                  </a:cubicBezTo>
                  <a:cubicBezTo>
                    <a:pt x="1" y="830"/>
                    <a:pt x="236" y="1066"/>
                    <a:pt x="533" y="1066"/>
                  </a:cubicBezTo>
                  <a:cubicBezTo>
                    <a:pt x="830" y="1066"/>
                    <a:pt x="1066" y="830"/>
                    <a:pt x="1066" y="533"/>
                  </a:cubicBezTo>
                  <a:cubicBezTo>
                    <a:pt x="1066" y="237"/>
                    <a:pt x="830" y="1"/>
                    <a:pt x="5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26"/>
            <p:cNvSpPr/>
            <p:nvPr/>
          </p:nvSpPr>
          <p:spPr>
            <a:xfrm>
              <a:off x="4683175" y="2003563"/>
              <a:ext cx="1247775" cy="3024275"/>
            </a:xfrm>
            <a:custGeom>
              <a:avLst/>
              <a:gdLst/>
              <a:ahLst/>
              <a:cxnLst/>
              <a:rect l="l" t="t" r="r" b="b"/>
              <a:pathLst>
                <a:path w="49911" h="120971" extrusionOk="0">
                  <a:moveTo>
                    <a:pt x="13517" y="1"/>
                  </a:moveTo>
                  <a:cubicBezTo>
                    <a:pt x="13535" y="1258"/>
                    <a:pt x="13587" y="2516"/>
                    <a:pt x="13639" y="3755"/>
                  </a:cubicBezTo>
                  <a:cubicBezTo>
                    <a:pt x="13674" y="5004"/>
                    <a:pt x="13718" y="6244"/>
                    <a:pt x="13779" y="7493"/>
                  </a:cubicBezTo>
                  <a:cubicBezTo>
                    <a:pt x="13814" y="8732"/>
                    <a:pt x="13858" y="9972"/>
                    <a:pt x="13901" y="11204"/>
                  </a:cubicBezTo>
                  <a:cubicBezTo>
                    <a:pt x="13928" y="12435"/>
                    <a:pt x="13971" y="13666"/>
                    <a:pt x="14015" y="14906"/>
                  </a:cubicBezTo>
                  <a:cubicBezTo>
                    <a:pt x="14032" y="16137"/>
                    <a:pt x="14058" y="17368"/>
                    <a:pt x="14085" y="18590"/>
                  </a:cubicBezTo>
                  <a:lnTo>
                    <a:pt x="14111" y="20433"/>
                  </a:lnTo>
                  <a:cubicBezTo>
                    <a:pt x="14120" y="21044"/>
                    <a:pt x="14128" y="21673"/>
                    <a:pt x="14146" y="22284"/>
                  </a:cubicBezTo>
                  <a:cubicBezTo>
                    <a:pt x="14146" y="23515"/>
                    <a:pt x="14155" y="24738"/>
                    <a:pt x="14163" y="25960"/>
                  </a:cubicBezTo>
                  <a:cubicBezTo>
                    <a:pt x="14163" y="27182"/>
                    <a:pt x="14155" y="28405"/>
                    <a:pt x="14155" y="29627"/>
                  </a:cubicBezTo>
                  <a:cubicBezTo>
                    <a:pt x="14111" y="34517"/>
                    <a:pt x="13989" y="39398"/>
                    <a:pt x="13770" y="44261"/>
                  </a:cubicBezTo>
                  <a:cubicBezTo>
                    <a:pt x="13543" y="49134"/>
                    <a:pt x="13212" y="53988"/>
                    <a:pt x="12792" y="58834"/>
                  </a:cubicBezTo>
                  <a:cubicBezTo>
                    <a:pt x="12365" y="63681"/>
                    <a:pt x="11814" y="68527"/>
                    <a:pt x="11186" y="73346"/>
                  </a:cubicBezTo>
                  <a:cubicBezTo>
                    <a:pt x="10540" y="78184"/>
                    <a:pt x="9806" y="83012"/>
                    <a:pt x="8977" y="87823"/>
                  </a:cubicBezTo>
                  <a:cubicBezTo>
                    <a:pt x="8147" y="92643"/>
                    <a:pt x="7222" y="97463"/>
                    <a:pt x="6226" y="102292"/>
                  </a:cubicBezTo>
                  <a:cubicBezTo>
                    <a:pt x="5964" y="103497"/>
                    <a:pt x="5720" y="104710"/>
                    <a:pt x="5467" y="105915"/>
                  </a:cubicBezTo>
                  <a:cubicBezTo>
                    <a:pt x="5196" y="107120"/>
                    <a:pt x="4943" y="108334"/>
                    <a:pt x="4690" y="109556"/>
                  </a:cubicBezTo>
                  <a:cubicBezTo>
                    <a:pt x="4419" y="110761"/>
                    <a:pt x="4157" y="111975"/>
                    <a:pt x="3895" y="113198"/>
                  </a:cubicBezTo>
                  <a:cubicBezTo>
                    <a:pt x="3860" y="113363"/>
                    <a:pt x="3825" y="113512"/>
                    <a:pt x="3781" y="113678"/>
                  </a:cubicBezTo>
                  <a:cubicBezTo>
                    <a:pt x="2716" y="115494"/>
                    <a:pt x="1503" y="117223"/>
                    <a:pt x="27" y="118838"/>
                  </a:cubicBezTo>
                  <a:cubicBezTo>
                    <a:pt x="725" y="118515"/>
                    <a:pt x="1406" y="118122"/>
                    <a:pt x="2061" y="117694"/>
                  </a:cubicBezTo>
                  <a:lnTo>
                    <a:pt x="2061" y="117694"/>
                  </a:lnTo>
                  <a:lnTo>
                    <a:pt x="1834" y="117921"/>
                  </a:lnTo>
                  <a:cubicBezTo>
                    <a:pt x="1537" y="118244"/>
                    <a:pt x="1223" y="118515"/>
                    <a:pt x="918" y="118821"/>
                  </a:cubicBezTo>
                  <a:cubicBezTo>
                    <a:pt x="612" y="119118"/>
                    <a:pt x="289" y="119423"/>
                    <a:pt x="1" y="119737"/>
                  </a:cubicBezTo>
                  <a:cubicBezTo>
                    <a:pt x="411" y="119607"/>
                    <a:pt x="813" y="119467"/>
                    <a:pt x="1232" y="119318"/>
                  </a:cubicBezTo>
                  <a:cubicBezTo>
                    <a:pt x="1642" y="119179"/>
                    <a:pt x="2053" y="119030"/>
                    <a:pt x="2454" y="118864"/>
                  </a:cubicBezTo>
                  <a:cubicBezTo>
                    <a:pt x="2926" y="118664"/>
                    <a:pt x="3389" y="118471"/>
                    <a:pt x="3860" y="118262"/>
                  </a:cubicBezTo>
                  <a:cubicBezTo>
                    <a:pt x="4026" y="118253"/>
                    <a:pt x="4192" y="118244"/>
                    <a:pt x="4349" y="118244"/>
                  </a:cubicBezTo>
                  <a:lnTo>
                    <a:pt x="4375" y="118244"/>
                  </a:lnTo>
                  <a:cubicBezTo>
                    <a:pt x="4829" y="118445"/>
                    <a:pt x="5292" y="118637"/>
                    <a:pt x="5746" y="118821"/>
                  </a:cubicBezTo>
                  <a:cubicBezTo>
                    <a:pt x="6261" y="119013"/>
                    <a:pt x="6785" y="119205"/>
                    <a:pt x="7318" y="119379"/>
                  </a:cubicBezTo>
                  <a:cubicBezTo>
                    <a:pt x="7842" y="119537"/>
                    <a:pt x="8383" y="119694"/>
                    <a:pt x="8916" y="119842"/>
                  </a:cubicBezTo>
                  <a:cubicBezTo>
                    <a:pt x="11055" y="120401"/>
                    <a:pt x="13255" y="120750"/>
                    <a:pt x="15473" y="120890"/>
                  </a:cubicBezTo>
                  <a:cubicBezTo>
                    <a:pt x="16283" y="120944"/>
                    <a:pt x="17094" y="120971"/>
                    <a:pt x="17906" y="120971"/>
                  </a:cubicBezTo>
                  <a:cubicBezTo>
                    <a:pt x="19316" y="120971"/>
                    <a:pt x="20727" y="120891"/>
                    <a:pt x="22135" y="120742"/>
                  </a:cubicBezTo>
                  <a:cubicBezTo>
                    <a:pt x="24344" y="120497"/>
                    <a:pt x="26545" y="120087"/>
                    <a:pt x="28693" y="119493"/>
                  </a:cubicBezTo>
                  <a:cubicBezTo>
                    <a:pt x="30841" y="118908"/>
                    <a:pt x="32936" y="118140"/>
                    <a:pt x="34971" y="117214"/>
                  </a:cubicBezTo>
                  <a:cubicBezTo>
                    <a:pt x="36988" y="116289"/>
                    <a:pt x="38943" y="115197"/>
                    <a:pt x="40760" y="113931"/>
                  </a:cubicBezTo>
                  <a:cubicBezTo>
                    <a:pt x="41222" y="113608"/>
                    <a:pt x="41668" y="113285"/>
                    <a:pt x="42113" y="112953"/>
                  </a:cubicBezTo>
                  <a:cubicBezTo>
                    <a:pt x="42550" y="112604"/>
                    <a:pt x="42986" y="112272"/>
                    <a:pt x="43414" y="111923"/>
                  </a:cubicBezTo>
                  <a:cubicBezTo>
                    <a:pt x="43624" y="111748"/>
                    <a:pt x="43842" y="111556"/>
                    <a:pt x="44051" y="111373"/>
                  </a:cubicBezTo>
                  <a:cubicBezTo>
                    <a:pt x="44252" y="111189"/>
                    <a:pt x="44462" y="111015"/>
                    <a:pt x="44671" y="110831"/>
                  </a:cubicBezTo>
                  <a:cubicBezTo>
                    <a:pt x="45073" y="110447"/>
                    <a:pt x="45466" y="110063"/>
                    <a:pt x="45859" y="109670"/>
                  </a:cubicBezTo>
                  <a:cubicBezTo>
                    <a:pt x="46243" y="109268"/>
                    <a:pt x="46627" y="108867"/>
                    <a:pt x="46994" y="108448"/>
                  </a:cubicBezTo>
                  <a:cubicBezTo>
                    <a:pt x="47352" y="108020"/>
                    <a:pt x="47719" y="107601"/>
                    <a:pt x="48050" y="107173"/>
                  </a:cubicBezTo>
                  <a:cubicBezTo>
                    <a:pt x="48391" y="106727"/>
                    <a:pt x="48723" y="106273"/>
                    <a:pt x="49037" y="105828"/>
                  </a:cubicBezTo>
                  <a:cubicBezTo>
                    <a:pt x="49343" y="105357"/>
                    <a:pt x="49640" y="104894"/>
                    <a:pt x="49910" y="104405"/>
                  </a:cubicBezTo>
                  <a:lnTo>
                    <a:pt x="49910" y="104405"/>
                  </a:lnTo>
                  <a:cubicBezTo>
                    <a:pt x="49325" y="104536"/>
                    <a:pt x="48810" y="104719"/>
                    <a:pt x="48295" y="104911"/>
                  </a:cubicBezTo>
                  <a:cubicBezTo>
                    <a:pt x="47771" y="105103"/>
                    <a:pt x="47273" y="105287"/>
                    <a:pt x="46767" y="105479"/>
                  </a:cubicBezTo>
                  <a:cubicBezTo>
                    <a:pt x="46269" y="105671"/>
                    <a:pt x="45763" y="105854"/>
                    <a:pt x="45274" y="106046"/>
                  </a:cubicBezTo>
                  <a:cubicBezTo>
                    <a:pt x="44767" y="106238"/>
                    <a:pt x="44278" y="106422"/>
                    <a:pt x="43798" y="106605"/>
                  </a:cubicBezTo>
                  <a:cubicBezTo>
                    <a:pt x="43309" y="106780"/>
                    <a:pt x="42820" y="106963"/>
                    <a:pt x="42340" y="107155"/>
                  </a:cubicBezTo>
                  <a:cubicBezTo>
                    <a:pt x="42096" y="107243"/>
                    <a:pt x="41860" y="107321"/>
                    <a:pt x="41607" y="107417"/>
                  </a:cubicBezTo>
                  <a:cubicBezTo>
                    <a:pt x="41362" y="107505"/>
                    <a:pt x="41126" y="107592"/>
                    <a:pt x="40882" y="107688"/>
                  </a:cubicBezTo>
                  <a:cubicBezTo>
                    <a:pt x="40402" y="107854"/>
                    <a:pt x="39921" y="108037"/>
                    <a:pt x="39441" y="108212"/>
                  </a:cubicBezTo>
                  <a:cubicBezTo>
                    <a:pt x="38961" y="108386"/>
                    <a:pt x="38481" y="108552"/>
                    <a:pt x="38018" y="108727"/>
                  </a:cubicBezTo>
                  <a:cubicBezTo>
                    <a:pt x="36114" y="109391"/>
                    <a:pt x="34228" y="110037"/>
                    <a:pt x="32342" y="110630"/>
                  </a:cubicBezTo>
                  <a:cubicBezTo>
                    <a:pt x="30448" y="111233"/>
                    <a:pt x="28562" y="111792"/>
                    <a:pt x="26649" y="112324"/>
                  </a:cubicBezTo>
                  <a:cubicBezTo>
                    <a:pt x="24755" y="112848"/>
                    <a:pt x="22842" y="113337"/>
                    <a:pt x="20913" y="113791"/>
                  </a:cubicBezTo>
                  <a:cubicBezTo>
                    <a:pt x="19970" y="114010"/>
                    <a:pt x="19027" y="114228"/>
                    <a:pt x="18066" y="114429"/>
                  </a:cubicBezTo>
                  <a:cubicBezTo>
                    <a:pt x="20363" y="113363"/>
                    <a:pt x="22589" y="112097"/>
                    <a:pt x="24711" y="110674"/>
                  </a:cubicBezTo>
                  <a:cubicBezTo>
                    <a:pt x="26938" y="109181"/>
                    <a:pt x="29042" y="107513"/>
                    <a:pt x="31015" y="105688"/>
                  </a:cubicBezTo>
                  <a:cubicBezTo>
                    <a:pt x="32997" y="103863"/>
                    <a:pt x="34813" y="101890"/>
                    <a:pt x="36472" y="99786"/>
                  </a:cubicBezTo>
                  <a:cubicBezTo>
                    <a:pt x="38131" y="97681"/>
                    <a:pt x="39633" y="95455"/>
                    <a:pt x="40917" y="93106"/>
                  </a:cubicBezTo>
                  <a:cubicBezTo>
                    <a:pt x="41231" y="92512"/>
                    <a:pt x="41537" y="91927"/>
                    <a:pt x="41842" y="91325"/>
                  </a:cubicBezTo>
                  <a:cubicBezTo>
                    <a:pt x="42130" y="90722"/>
                    <a:pt x="42410" y="90111"/>
                    <a:pt x="42698" y="89517"/>
                  </a:cubicBezTo>
                  <a:cubicBezTo>
                    <a:pt x="42829" y="89212"/>
                    <a:pt x="42960" y="88906"/>
                    <a:pt x="43082" y="88583"/>
                  </a:cubicBezTo>
                  <a:cubicBezTo>
                    <a:pt x="43213" y="88277"/>
                    <a:pt x="43327" y="87972"/>
                    <a:pt x="43458" y="87658"/>
                  </a:cubicBezTo>
                  <a:cubicBezTo>
                    <a:pt x="43693" y="87038"/>
                    <a:pt x="43920" y="86400"/>
                    <a:pt x="44139" y="85780"/>
                  </a:cubicBezTo>
                  <a:cubicBezTo>
                    <a:pt x="44331" y="85152"/>
                    <a:pt x="44532" y="84514"/>
                    <a:pt x="44715" y="83868"/>
                  </a:cubicBezTo>
                  <a:cubicBezTo>
                    <a:pt x="44890" y="83231"/>
                    <a:pt x="45047" y="82584"/>
                    <a:pt x="45195" y="81938"/>
                  </a:cubicBezTo>
                  <a:cubicBezTo>
                    <a:pt x="45326" y="81283"/>
                    <a:pt x="45448" y="80629"/>
                    <a:pt x="45553" y="79974"/>
                  </a:cubicBezTo>
                  <a:cubicBezTo>
                    <a:pt x="45641" y="79310"/>
                    <a:pt x="45728" y="78655"/>
                    <a:pt x="45771" y="77992"/>
                  </a:cubicBezTo>
                  <a:lnTo>
                    <a:pt x="45771" y="77992"/>
                  </a:lnTo>
                  <a:cubicBezTo>
                    <a:pt x="45326" y="78498"/>
                    <a:pt x="44925" y="79013"/>
                    <a:pt x="44523" y="79528"/>
                  </a:cubicBezTo>
                  <a:cubicBezTo>
                    <a:pt x="44104" y="80044"/>
                    <a:pt x="43702" y="80541"/>
                    <a:pt x="43309" y="81056"/>
                  </a:cubicBezTo>
                  <a:cubicBezTo>
                    <a:pt x="42908" y="81554"/>
                    <a:pt x="42497" y="82061"/>
                    <a:pt x="42104" y="82558"/>
                  </a:cubicBezTo>
                  <a:cubicBezTo>
                    <a:pt x="41703" y="83056"/>
                    <a:pt x="41301" y="83554"/>
                    <a:pt x="40917" y="84043"/>
                  </a:cubicBezTo>
                  <a:cubicBezTo>
                    <a:pt x="40515" y="84540"/>
                    <a:pt x="40113" y="85021"/>
                    <a:pt x="39729" y="85510"/>
                  </a:cubicBezTo>
                  <a:cubicBezTo>
                    <a:pt x="39520" y="85745"/>
                    <a:pt x="39328" y="85990"/>
                    <a:pt x="39127" y="86226"/>
                  </a:cubicBezTo>
                  <a:lnTo>
                    <a:pt x="38542" y="86950"/>
                  </a:lnTo>
                  <a:cubicBezTo>
                    <a:pt x="38123" y="87413"/>
                    <a:pt x="37730" y="87893"/>
                    <a:pt x="37337" y="88365"/>
                  </a:cubicBezTo>
                  <a:cubicBezTo>
                    <a:pt x="36935" y="88836"/>
                    <a:pt x="36516" y="89290"/>
                    <a:pt x="36123" y="89762"/>
                  </a:cubicBezTo>
                  <a:cubicBezTo>
                    <a:pt x="34499" y="91604"/>
                    <a:pt x="32849" y="93412"/>
                    <a:pt x="31164" y="95158"/>
                  </a:cubicBezTo>
                  <a:cubicBezTo>
                    <a:pt x="29470" y="96904"/>
                    <a:pt x="27741" y="98590"/>
                    <a:pt x="25977" y="100240"/>
                  </a:cubicBezTo>
                  <a:cubicBezTo>
                    <a:pt x="24466" y="101637"/>
                    <a:pt x="22930" y="102999"/>
                    <a:pt x="21349" y="104335"/>
                  </a:cubicBezTo>
                  <a:cubicBezTo>
                    <a:pt x="21533" y="104108"/>
                    <a:pt x="21716" y="103872"/>
                    <a:pt x="21908" y="103654"/>
                  </a:cubicBezTo>
                  <a:cubicBezTo>
                    <a:pt x="22179" y="103322"/>
                    <a:pt x="22458" y="102982"/>
                    <a:pt x="22738" y="102632"/>
                  </a:cubicBezTo>
                  <a:cubicBezTo>
                    <a:pt x="23270" y="101934"/>
                    <a:pt x="23812" y="101244"/>
                    <a:pt x="24318" y="100528"/>
                  </a:cubicBezTo>
                  <a:cubicBezTo>
                    <a:pt x="26370" y="97673"/>
                    <a:pt x="28212" y="94695"/>
                    <a:pt x="29863" y="91630"/>
                  </a:cubicBezTo>
                  <a:cubicBezTo>
                    <a:pt x="31513" y="88566"/>
                    <a:pt x="32962" y="85422"/>
                    <a:pt x="34263" y="82218"/>
                  </a:cubicBezTo>
                  <a:cubicBezTo>
                    <a:pt x="35556" y="79031"/>
                    <a:pt x="36691" y="75791"/>
                    <a:pt x="37712" y="72526"/>
                  </a:cubicBezTo>
                  <a:cubicBezTo>
                    <a:pt x="38219" y="70902"/>
                    <a:pt x="38690" y="69251"/>
                    <a:pt x="39127" y="67618"/>
                  </a:cubicBezTo>
                  <a:cubicBezTo>
                    <a:pt x="39563" y="65968"/>
                    <a:pt x="40000" y="64335"/>
                    <a:pt x="40375" y="62615"/>
                  </a:cubicBezTo>
                  <a:cubicBezTo>
                    <a:pt x="40559" y="61768"/>
                    <a:pt x="40733" y="60904"/>
                    <a:pt x="40864" y="60039"/>
                  </a:cubicBezTo>
                  <a:cubicBezTo>
                    <a:pt x="41004" y="59166"/>
                    <a:pt x="41118" y="58293"/>
                    <a:pt x="41179" y="57411"/>
                  </a:cubicBezTo>
                  <a:cubicBezTo>
                    <a:pt x="41249" y="56529"/>
                    <a:pt x="41266" y="55647"/>
                    <a:pt x="41222" y="54774"/>
                  </a:cubicBezTo>
                  <a:cubicBezTo>
                    <a:pt x="41179" y="53892"/>
                    <a:pt x="41083" y="53019"/>
                    <a:pt x="40908" y="52164"/>
                  </a:cubicBezTo>
                  <a:cubicBezTo>
                    <a:pt x="39965" y="55516"/>
                    <a:pt x="38516" y="58424"/>
                    <a:pt x="36944" y="61375"/>
                  </a:cubicBezTo>
                  <a:cubicBezTo>
                    <a:pt x="36158" y="62851"/>
                    <a:pt x="35355" y="64344"/>
                    <a:pt x="34578" y="65846"/>
                  </a:cubicBezTo>
                  <a:cubicBezTo>
                    <a:pt x="33792" y="67348"/>
                    <a:pt x="33041" y="68858"/>
                    <a:pt x="32281" y="70360"/>
                  </a:cubicBezTo>
                  <a:cubicBezTo>
                    <a:pt x="30779" y="73355"/>
                    <a:pt x="29330" y="76359"/>
                    <a:pt x="27846" y="79328"/>
                  </a:cubicBezTo>
                  <a:cubicBezTo>
                    <a:pt x="26361" y="82296"/>
                    <a:pt x="24877" y="85230"/>
                    <a:pt x="23331" y="88112"/>
                  </a:cubicBezTo>
                  <a:cubicBezTo>
                    <a:pt x="21786" y="91002"/>
                    <a:pt x="20179" y="93840"/>
                    <a:pt x="18485" y="96607"/>
                  </a:cubicBezTo>
                  <a:cubicBezTo>
                    <a:pt x="18040" y="97341"/>
                    <a:pt x="17595" y="98057"/>
                    <a:pt x="17132" y="98782"/>
                  </a:cubicBezTo>
                  <a:cubicBezTo>
                    <a:pt x="19088" y="95237"/>
                    <a:pt x="20799" y="91569"/>
                    <a:pt x="22284" y="87815"/>
                  </a:cubicBezTo>
                  <a:cubicBezTo>
                    <a:pt x="23881" y="83807"/>
                    <a:pt x="25226" y="79712"/>
                    <a:pt x="26344" y="75564"/>
                  </a:cubicBezTo>
                  <a:cubicBezTo>
                    <a:pt x="27470" y="71417"/>
                    <a:pt x="28352" y="67217"/>
                    <a:pt x="29042" y="62991"/>
                  </a:cubicBezTo>
                  <a:cubicBezTo>
                    <a:pt x="29714" y="58765"/>
                    <a:pt x="30212" y="54521"/>
                    <a:pt x="30483" y="50260"/>
                  </a:cubicBezTo>
                  <a:cubicBezTo>
                    <a:pt x="30561" y="49204"/>
                    <a:pt x="30605" y="48138"/>
                    <a:pt x="30657" y="47073"/>
                  </a:cubicBezTo>
                  <a:cubicBezTo>
                    <a:pt x="30692" y="46008"/>
                    <a:pt x="30736" y="44951"/>
                    <a:pt x="30753" y="43886"/>
                  </a:cubicBezTo>
                  <a:cubicBezTo>
                    <a:pt x="30788" y="41764"/>
                    <a:pt x="30788" y="39634"/>
                    <a:pt x="30718" y="37512"/>
                  </a:cubicBezTo>
                  <a:lnTo>
                    <a:pt x="30666" y="35923"/>
                  </a:lnTo>
                  <a:cubicBezTo>
                    <a:pt x="30648" y="35390"/>
                    <a:pt x="30622" y="34866"/>
                    <a:pt x="30587" y="34325"/>
                  </a:cubicBezTo>
                  <a:cubicBezTo>
                    <a:pt x="30535" y="33268"/>
                    <a:pt x="30456" y="32212"/>
                    <a:pt x="30386" y="31138"/>
                  </a:cubicBezTo>
                  <a:cubicBezTo>
                    <a:pt x="30308" y="30081"/>
                    <a:pt x="30186" y="29025"/>
                    <a:pt x="30081" y="27968"/>
                  </a:cubicBezTo>
                  <a:cubicBezTo>
                    <a:pt x="29959" y="26903"/>
                    <a:pt x="29828" y="25846"/>
                    <a:pt x="29662" y="24790"/>
                  </a:cubicBezTo>
                  <a:cubicBezTo>
                    <a:pt x="29400" y="25829"/>
                    <a:pt x="29182" y="26877"/>
                    <a:pt x="28955" y="27907"/>
                  </a:cubicBezTo>
                  <a:lnTo>
                    <a:pt x="28623" y="29470"/>
                  </a:lnTo>
                  <a:lnTo>
                    <a:pt x="28308" y="31024"/>
                  </a:lnTo>
                  <a:lnTo>
                    <a:pt x="27688" y="34124"/>
                  </a:lnTo>
                  <a:lnTo>
                    <a:pt x="27086" y="37224"/>
                  </a:lnTo>
                  <a:cubicBezTo>
                    <a:pt x="26291" y="41345"/>
                    <a:pt x="25514" y="45440"/>
                    <a:pt x="24694" y="49527"/>
                  </a:cubicBezTo>
                  <a:cubicBezTo>
                    <a:pt x="23061" y="57673"/>
                    <a:pt x="21323" y="65732"/>
                    <a:pt x="19193" y="73652"/>
                  </a:cubicBezTo>
                  <a:cubicBezTo>
                    <a:pt x="18127" y="77616"/>
                    <a:pt x="16966" y="81545"/>
                    <a:pt x="15691" y="85431"/>
                  </a:cubicBezTo>
                  <a:lnTo>
                    <a:pt x="15525" y="85920"/>
                  </a:lnTo>
                  <a:cubicBezTo>
                    <a:pt x="16530" y="82148"/>
                    <a:pt x="17394" y="78323"/>
                    <a:pt x="18101" y="74473"/>
                  </a:cubicBezTo>
                  <a:cubicBezTo>
                    <a:pt x="19018" y="69522"/>
                    <a:pt x="19708" y="64527"/>
                    <a:pt x="20153" y="59507"/>
                  </a:cubicBezTo>
                  <a:cubicBezTo>
                    <a:pt x="20607" y="54486"/>
                    <a:pt x="20825" y="49457"/>
                    <a:pt x="20791" y="44419"/>
                  </a:cubicBezTo>
                  <a:cubicBezTo>
                    <a:pt x="20756" y="39380"/>
                    <a:pt x="20494" y="34351"/>
                    <a:pt x="19970" y="29339"/>
                  </a:cubicBezTo>
                  <a:cubicBezTo>
                    <a:pt x="19830" y="28090"/>
                    <a:pt x="19673" y="26842"/>
                    <a:pt x="19533" y="25602"/>
                  </a:cubicBezTo>
                  <a:cubicBezTo>
                    <a:pt x="19359" y="24353"/>
                    <a:pt x="19184" y="23113"/>
                    <a:pt x="19001" y="21865"/>
                  </a:cubicBezTo>
                  <a:cubicBezTo>
                    <a:pt x="18904" y="21245"/>
                    <a:pt x="18791" y="20625"/>
                    <a:pt x="18686" y="20014"/>
                  </a:cubicBezTo>
                  <a:lnTo>
                    <a:pt x="18354" y="18154"/>
                  </a:lnTo>
                  <a:cubicBezTo>
                    <a:pt x="18119" y="16923"/>
                    <a:pt x="17865" y="15692"/>
                    <a:pt x="17612" y="14469"/>
                  </a:cubicBezTo>
                  <a:cubicBezTo>
                    <a:pt x="17342" y="13247"/>
                    <a:pt x="17053" y="12024"/>
                    <a:pt x="16774" y="10802"/>
                  </a:cubicBezTo>
                  <a:cubicBezTo>
                    <a:pt x="16468" y="9588"/>
                    <a:pt x="16137" y="8374"/>
                    <a:pt x="15814" y="7161"/>
                  </a:cubicBezTo>
                  <a:cubicBezTo>
                    <a:pt x="15464" y="5965"/>
                    <a:pt x="15106" y="4760"/>
                    <a:pt x="14740" y="3563"/>
                  </a:cubicBezTo>
                  <a:cubicBezTo>
                    <a:pt x="14347" y="2376"/>
                    <a:pt x="13954" y="1180"/>
                    <a:pt x="13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26"/>
            <p:cNvSpPr/>
            <p:nvPr/>
          </p:nvSpPr>
          <p:spPr>
            <a:xfrm>
              <a:off x="4735125" y="2552788"/>
              <a:ext cx="607525" cy="2408425"/>
            </a:xfrm>
            <a:custGeom>
              <a:avLst/>
              <a:gdLst/>
              <a:ahLst/>
              <a:cxnLst/>
              <a:rect l="l" t="t" r="r" b="b"/>
              <a:pathLst>
                <a:path w="24301" h="96337" extrusionOk="0">
                  <a:moveTo>
                    <a:pt x="21087" y="1"/>
                  </a:moveTo>
                  <a:cubicBezTo>
                    <a:pt x="20913" y="1066"/>
                    <a:pt x="20799" y="2114"/>
                    <a:pt x="20668" y="3170"/>
                  </a:cubicBezTo>
                  <a:lnTo>
                    <a:pt x="20476" y="4751"/>
                  </a:lnTo>
                  <a:lnTo>
                    <a:pt x="20302" y="6322"/>
                  </a:lnTo>
                  <a:lnTo>
                    <a:pt x="19970" y="9466"/>
                  </a:lnTo>
                  <a:lnTo>
                    <a:pt x="19638" y="12600"/>
                  </a:lnTo>
                  <a:cubicBezTo>
                    <a:pt x="19219" y="16783"/>
                    <a:pt x="18809" y="20930"/>
                    <a:pt x="18363" y="25060"/>
                  </a:cubicBezTo>
                  <a:cubicBezTo>
                    <a:pt x="17473" y="33329"/>
                    <a:pt x="16469" y="41511"/>
                    <a:pt x="15045" y="49587"/>
                  </a:cubicBezTo>
                  <a:cubicBezTo>
                    <a:pt x="14347" y="53630"/>
                    <a:pt x="13543" y="57647"/>
                    <a:pt x="12627" y="61637"/>
                  </a:cubicBezTo>
                  <a:cubicBezTo>
                    <a:pt x="11719" y="65636"/>
                    <a:pt x="10662" y="69583"/>
                    <a:pt x="9492" y="73530"/>
                  </a:cubicBezTo>
                  <a:cubicBezTo>
                    <a:pt x="8313" y="77459"/>
                    <a:pt x="7012" y="81371"/>
                    <a:pt x="5572" y="85274"/>
                  </a:cubicBezTo>
                  <a:cubicBezTo>
                    <a:pt x="4131" y="89159"/>
                    <a:pt x="2603" y="92931"/>
                    <a:pt x="1" y="96337"/>
                  </a:cubicBezTo>
                  <a:cubicBezTo>
                    <a:pt x="935" y="95795"/>
                    <a:pt x="1791" y="95149"/>
                    <a:pt x="2594" y="94468"/>
                  </a:cubicBezTo>
                  <a:cubicBezTo>
                    <a:pt x="3406" y="93761"/>
                    <a:pt x="4183" y="92984"/>
                    <a:pt x="4908" y="92163"/>
                  </a:cubicBezTo>
                  <a:cubicBezTo>
                    <a:pt x="6357" y="90530"/>
                    <a:pt x="7623" y="88740"/>
                    <a:pt x="8793" y="86941"/>
                  </a:cubicBezTo>
                  <a:cubicBezTo>
                    <a:pt x="11125" y="83326"/>
                    <a:pt x="13168" y="79519"/>
                    <a:pt x="14923" y="75590"/>
                  </a:cubicBezTo>
                  <a:cubicBezTo>
                    <a:pt x="16696" y="71644"/>
                    <a:pt x="18180" y="67601"/>
                    <a:pt x="19402" y="63462"/>
                  </a:cubicBezTo>
                  <a:cubicBezTo>
                    <a:pt x="20625" y="59332"/>
                    <a:pt x="21594" y="55132"/>
                    <a:pt x="22336" y="50897"/>
                  </a:cubicBezTo>
                  <a:cubicBezTo>
                    <a:pt x="23087" y="46662"/>
                    <a:pt x="23593" y="42393"/>
                    <a:pt x="23899" y="38132"/>
                  </a:cubicBezTo>
                  <a:cubicBezTo>
                    <a:pt x="24205" y="33862"/>
                    <a:pt x="24301" y="29583"/>
                    <a:pt x="24196" y="25322"/>
                  </a:cubicBezTo>
                  <a:cubicBezTo>
                    <a:pt x="24170" y="24257"/>
                    <a:pt x="24126" y="23183"/>
                    <a:pt x="24082" y="22127"/>
                  </a:cubicBezTo>
                  <a:cubicBezTo>
                    <a:pt x="24013" y="21070"/>
                    <a:pt x="23960" y="19996"/>
                    <a:pt x="23890" y="18939"/>
                  </a:cubicBezTo>
                  <a:cubicBezTo>
                    <a:pt x="23733" y="16809"/>
                    <a:pt x="23541" y="14696"/>
                    <a:pt x="23288" y="12592"/>
                  </a:cubicBezTo>
                  <a:lnTo>
                    <a:pt x="23087" y="11002"/>
                  </a:lnTo>
                  <a:cubicBezTo>
                    <a:pt x="23026" y="10470"/>
                    <a:pt x="22947" y="9946"/>
                    <a:pt x="22869" y="9422"/>
                  </a:cubicBezTo>
                  <a:cubicBezTo>
                    <a:pt x="22729" y="8365"/>
                    <a:pt x="22554" y="7318"/>
                    <a:pt x="22380" y="6270"/>
                  </a:cubicBezTo>
                  <a:cubicBezTo>
                    <a:pt x="22205" y="5213"/>
                    <a:pt x="21987" y="4174"/>
                    <a:pt x="21786" y="3127"/>
                  </a:cubicBezTo>
                  <a:cubicBezTo>
                    <a:pt x="21568" y="2087"/>
                    <a:pt x="21349" y="1040"/>
                    <a:pt x="210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26"/>
            <p:cNvSpPr/>
            <p:nvPr/>
          </p:nvSpPr>
          <p:spPr>
            <a:xfrm>
              <a:off x="4735125" y="2552563"/>
              <a:ext cx="548800" cy="2408650"/>
            </a:xfrm>
            <a:custGeom>
              <a:avLst/>
              <a:gdLst/>
              <a:ahLst/>
              <a:cxnLst/>
              <a:rect l="l" t="t" r="r" b="b"/>
              <a:pathLst>
                <a:path w="21952" h="96346" extrusionOk="0">
                  <a:moveTo>
                    <a:pt x="21079" y="1"/>
                  </a:moveTo>
                  <a:lnTo>
                    <a:pt x="21079" y="1"/>
                  </a:lnTo>
                  <a:cubicBezTo>
                    <a:pt x="21271" y="8392"/>
                    <a:pt x="21271" y="16801"/>
                    <a:pt x="20852" y="25174"/>
                  </a:cubicBezTo>
                  <a:lnTo>
                    <a:pt x="20764" y="26746"/>
                  </a:lnTo>
                  <a:lnTo>
                    <a:pt x="20668" y="28318"/>
                  </a:lnTo>
                  <a:cubicBezTo>
                    <a:pt x="20590" y="29365"/>
                    <a:pt x="20537" y="30404"/>
                    <a:pt x="20450" y="31443"/>
                  </a:cubicBezTo>
                  <a:lnTo>
                    <a:pt x="20328" y="33024"/>
                  </a:lnTo>
                  <a:lnTo>
                    <a:pt x="20188" y="34578"/>
                  </a:lnTo>
                  <a:cubicBezTo>
                    <a:pt x="20144" y="35093"/>
                    <a:pt x="20101" y="35617"/>
                    <a:pt x="20048" y="36141"/>
                  </a:cubicBezTo>
                  <a:lnTo>
                    <a:pt x="19883" y="37704"/>
                  </a:lnTo>
                  <a:cubicBezTo>
                    <a:pt x="19786" y="38752"/>
                    <a:pt x="19656" y="39782"/>
                    <a:pt x="19533" y="40821"/>
                  </a:cubicBezTo>
                  <a:cubicBezTo>
                    <a:pt x="19481" y="41345"/>
                    <a:pt x="19402" y="41860"/>
                    <a:pt x="19332" y="42384"/>
                  </a:cubicBezTo>
                  <a:lnTo>
                    <a:pt x="19132" y="43947"/>
                  </a:lnTo>
                  <a:cubicBezTo>
                    <a:pt x="18974" y="44977"/>
                    <a:pt x="18835" y="46016"/>
                    <a:pt x="18669" y="47056"/>
                  </a:cubicBezTo>
                  <a:lnTo>
                    <a:pt x="18416" y="48601"/>
                  </a:lnTo>
                  <a:cubicBezTo>
                    <a:pt x="18328" y="49125"/>
                    <a:pt x="18258" y="49640"/>
                    <a:pt x="18154" y="50155"/>
                  </a:cubicBezTo>
                  <a:cubicBezTo>
                    <a:pt x="17446" y="54285"/>
                    <a:pt x="16565" y="58372"/>
                    <a:pt x="15517" y="62423"/>
                  </a:cubicBezTo>
                  <a:cubicBezTo>
                    <a:pt x="14486" y="66475"/>
                    <a:pt x="13229" y="70465"/>
                    <a:pt x="11815" y="74403"/>
                  </a:cubicBezTo>
                  <a:lnTo>
                    <a:pt x="11282" y="75879"/>
                  </a:lnTo>
                  <a:lnTo>
                    <a:pt x="10714" y="77346"/>
                  </a:lnTo>
                  <a:cubicBezTo>
                    <a:pt x="10339" y="78323"/>
                    <a:pt x="9929" y="79284"/>
                    <a:pt x="9536" y="80262"/>
                  </a:cubicBezTo>
                  <a:lnTo>
                    <a:pt x="9239" y="80978"/>
                  </a:lnTo>
                  <a:lnTo>
                    <a:pt x="8924" y="81694"/>
                  </a:lnTo>
                  <a:lnTo>
                    <a:pt x="8287" y="83135"/>
                  </a:lnTo>
                  <a:cubicBezTo>
                    <a:pt x="8182" y="83379"/>
                    <a:pt x="8069" y="83606"/>
                    <a:pt x="7964" y="83851"/>
                  </a:cubicBezTo>
                  <a:lnTo>
                    <a:pt x="7623" y="84558"/>
                  </a:lnTo>
                  <a:lnTo>
                    <a:pt x="6960" y="85972"/>
                  </a:lnTo>
                  <a:cubicBezTo>
                    <a:pt x="6052" y="87850"/>
                    <a:pt x="5083" y="89709"/>
                    <a:pt x="3956" y="91473"/>
                  </a:cubicBezTo>
                  <a:cubicBezTo>
                    <a:pt x="3397" y="92364"/>
                    <a:pt x="2786" y="93211"/>
                    <a:pt x="2131" y="94032"/>
                  </a:cubicBezTo>
                  <a:cubicBezTo>
                    <a:pt x="1476" y="94852"/>
                    <a:pt x="769" y="95630"/>
                    <a:pt x="1" y="96346"/>
                  </a:cubicBezTo>
                  <a:cubicBezTo>
                    <a:pt x="813" y="95673"/>
                    <a:pt x="1555" y="94931"/>
                    <a:pt x="2236" y="94110"/>
                  </a:cubicBezTo>
                  <a:cubicBezTo>
                    <a:pt x="2917" y="93324"/>
                    <a:pt x="3572" y="92486"/>
                    <a:pt x="4174" y="91622"/>
                  </a:cubicBezTo>
                  <a:cubicBezTo>
                    <a:pt x="5388" y="89884"/>
                    <a:pt x="6427" y="88050"/>
                    <a:pt x="7405" y="86182"/>
                  </a:cubicBezTo>
                  <a:lnTo>
                    <a:pt x="8112" y="84776"/>
                  </a:lnTo>
                  <a:lnTo>
                    <a:pt x="8479" y="84069"/>
                  </a:lnTo>
                  <a:cubicBezTo>
                    <a:pt x="8593" y="83824"/>
                    <a:pt x="8715" y="83597"/>
                    <a:pt x="8828" y="83362"/>
                  </a:cubicBezTo>
                  <a:lnTo>
                    <a:pt x="9501" y="81930"/>
                  </a:lnTo>
                  <a:lnTo>
                    <a:pt x="9841" y="81222"/>
                  </a:lnTo>
                  <a:lnTo>
                    <a:pt x="10164" y="80498"/>
                  </a:lnTo>
                  <a:lnTo>
                    <a:pt x="10810" y="79057"/>
                  </a:lnTo>
                  <a:lnTo>
                    <a:pt x="10976" y="78699"/>
                  </a:lnTo>
                  <a:lnTo>
                    <a:pt x="11125" y="78341"/>
                  </a:lnTo>
                  <a:lnTo>
                    <a:pt x="11430" y="77607"/>
                  </a:lnTo>
                  <a:lnTo>
                    <a:pt x="12033" y="76141"/>
                  </a:lnTo>
                  <a:lnTo>
                    <a:pt x="12600" y="74674"/>
                  </a:lnTo>
                  <a:cubicBezTo>
                    <a:pt x="13369" y="72709"/>
                    <a:pt x="14050" y="70718"/>
                    <a:pt x="14705" y="68710"/>
                  </a:cubicBezTo>
                  <a:cubicBezTo>
                    <a:pt x="14792" y="68457"/>
                    <a:pt x="14871" y="68212"/>
                    <a:pt x="14949" y="67959"/>
                  </a:cubicBezTo>
                  <a:lnTo>
                    <a:pt x="15176" y="67208"/>
                  </a:lnTo>
                  <a:lnTo>
                    <a:pt x="15648" y="65698"/>
                  </a:lnTo>
                  <a:lnTo>
                    <a:pt x="16084" y="64178"/>
                  </a:lnTo>
                  <a:cubicBezTo>
                    <a:pt x="16224" y="63672"/>
                    <a:pt x="16381" y="63165"/>
                    <a:pt x="16512" y="62650"/>
                  </a:cubicBezTo>
                  <a:cubicBezTo>
                    <a:pt x="17612" y="58581"/>
                    <a:pt x="18494" y="54460"/>
                    <a:pt x="19236" y="50312"/>
                  </a:cubicBezTo>
                  <a:cubicBezTo>
                    <a:pt x="19961" y="46165"/>
                    <a:pt x="20511" y="41982"/>
                    <a:pt x="20922" y="37791"/>
                  </a:cubicBezTo>
                  <a:lnTo>
                    <a:pt x="21061" y="36220"/>
                  </a:lnTo>
                  <a:cubicBezTo>
                    <a:pt x="21114" y="35696"/>
                    <a:pt x="21149" y="35172"/>
                    <a:pt x="21192" y="34648"/>
                  </a:cubicBezTo>
                  <a:lnTo>
                    <a:pt x="21315" y="33076"/>
                  </a:lnTo>
                  <a:lnTo>
                    <a:pt x="21411" y="31505"/>
                  </a:lnTo>
                  <a:cubicBezTo>
                    <a:pt x="21489" y="30457"/>
                    <a:pt x="21533" y="29400"/>
                    <a:pt x="21585" y="28352"/>
                  </a:cubicBezTo>
                  <a:cubicBezTo>
                    <a:pt x="21620" y="27820"/>
                    <a:pt x="21629" y="27296"/>
                    <a:pt x="21646" y="26772"/>
                  </a:cubicBezTo>
                  <a:lnTo>
                    <a:pt x="21707" y="25200"/>
                  </a:lnTo>
                  <a:cubicBezTo>
                    <a:pt x="21952" y="16801"/>
                    <a:pt x="21716" y="8383"/>
                    <a:pt x="210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26"/>
            <p:cNvSpPr/>
            <p:nvPr/>
          </p:nvSpPr>
          <p:spPr>
            <a:xfrm>
              <a:off x="4805425" y="1971913"/>
              <a:ext cx="299075" cy="2933425"/>
            </a:xfrm>
            <a:custGeom>
              <a:avLst/>
              <a:gdLst/>
              <a:ahLst/>
              <a:cxnLst/>
              <a:rect l="l" t="t" r="r" b="b"/>
              <a:pathLst>
                <a:path w="11963" h="117337" extrusionOk="0">
                  <a:moveTo>
                    <a:pt x="0" y="1"/>
                  </a:moveTo>
                  <a:cubicBezTo>
                    <a:pt x="114" y="1249"/>
                    <a:pt x="280" y="2489"/>
                    <a:pt x="446" y="3729"/>
                  </a:cubicBezTo>
                  <a:cubicBezTo>
                    <a:pt x="594" y="4960"/>
                    <a:pt x="743" y="6200"/>
                    <a:pt x="917" y="7423"/>
                  </a:cubicBezTo>
                  <a:cubicBezTo>
                    <a:pt x="1057" y="8663"/>
                    <a:pt x="1205" y="9894"/>
                    <a:pt x="1371" y="11116"/>
                  </a:cubicBezTo>
                  <a:cubicBezTo>
                    <a:pt x="1511" y="12347"/>
                    <a:pt x="1659" y="13570"/>
                    <a:pt x="1808" y="14792"/>
                  </a:cubicBezTo>
                  <a:cubicBezTo>
                    <a:pt x="1939" y="16015"/>
                    <a:pt x="2078" y="17237"/>
                    <a:pt x="2227" y="18459"/>
                  </a:cubicBezTo>
                  <a:lnTo>
                    <a:pt x="2410" y="20293"/>
                  </a:lnTo>
                  <a:lnTo>
                    <a:pt x="2602" y="22127"/>
                  </a:lnTo>
                  <a:cubicBezTo>
                    <a:pt x="2716" y="23358"/>
                    <a:pt x="2838" y="24572"/>
                    <a:pt x="2952" y="25794"/>
                  </a:cubicBezTo>
                  <a:cubicBezTo>
                    <a:pt x="3056" y="27016"/>
                    <a:pt x="3161" y="28230"/>
                    <a:pt x="3275" y="29453"/>
                  </a:cubicBezTo>
                  <a:cubicBezTo>
                    <a:pt x="3676" y="34333"/>
                    <a:pt x="3991" y="39197"/>
                    <a:pt x="4200" y="44069"/>
                  </a:cubicBezTo>
                  <a:cubicBezTo>
                    <a:pt x="4410" y="48933"/>
                    <a:pt x="4515" y="53805"/>
                    <a:pt x="4532" y="58669"/>
                  </a:cubicBezTo>
                  <a:cubicBezTo>
                    <a:pt x="4541" y="63541"/>
                    <a:pt x="4436" y="68404"/>
                    <a:pt x="4235" y="73276"/>
                  </a:cubicBezTo>
                  <a:cubicBezTo>
                    <a:pt x="4026" y="78140"/>
                    <a:pt x="3720" y="83012"/>
                    <a:pt x="3327" y="87884"/>
                  </a:cubicBezTo>
                  <a:cubicBezTo>
                    <a:pt x="2934" y="92765"/>
                    <a:pt x="2454" y="97646"/>
                    <a:pt x="1886" y="102545"/>
                  </a:cubicBezTo>
                  <a:cubicBezTo>
                    <a:pt x="1729" y="103767"/>
                    <a:pt x="1581" y="104990"/>
                    <a:pt x="1450" y="106221"/>
                  </a:cubicBezTo>
                  <a:cubicBezTo>
                    <a:pt x="1293" y="107443"/>
                    <a:pt x="1144" y="108683"/>
                    <a:pt x="1004" y="109914"/>
                  </a:cubicBezTo>
                  <a:cubicBezTo>
                    <a:pt x="830" y="111137"/>
                    <a:pt x="681" y="112377"/>
                    <a:pt x="533" y="113617"/>
                  </a:cubicBezTo>
                  <a:cubicBezTo>
                    <a:pt x="376" y="114848"/>
                    <a:pt x="219" y="116079"/>
                    <a:pt x="88" y="117336"/>
                  </a:cubicBezTo>
                  <a:cubicBezTo>
                    <a:pt x="620" y="116201"/>
                    <a:pt x="1109" y="115040"/>
                    <a:pt x="1616" y="113940"/>
                  </a:cubicBezTo>
                  <a:cubicBezTo>
                    <a:pt x="2078" y="112787"/>
                    <a:pt x="2550" y="111617"/>
                    <a:pt x="2995" y="110447"/>
                  </a:cubicBezTo>
                  <a:cubicBezTo>
                    <a:pt x="3432" y="109277"/>
                    <a:pt x="3860" y="108089"/>
                    <a:pt x="4279" y="106911"/>
                  </a:cubicBezTo>
                  <a:cubicBezTo>
                    <a:pt x="4680" y="105723"/>
                    <a:pt x="5065" y="104536"/>
                    <a:pt x="5440" y="103331"/>
                  </a:cubicBezTo>
                  <a:cubicBezTo>
                    <a:pt x="6916" y="98528"/>
                    <a:pt x="8138" y="93647"/>
                    <a:pt x="9099" y="88714"/>
                  </a:cubicBezTo>
                  <a:cubicBezTo>
                    <a:pt x="10068" y="83772"/>
                    <a:pt x="10784" y="78786"/>
                    <a:pt x="11247" y="73774"/>
                  </a:cubicBezTo>
                  <a:cubicBezTo>
                    <a:pt x="11736" y="68754"/>
                    <a:pt x="11963" y="63724"/>
                    <a:pt x="11963" y="58677"/>
                  </a:cubicBezTo>
                  <a:cubicBezTo>
                    <a:pt x="11963" y="53648"/>
                    <a:pt x="11718" y="48601"/>
                    <a:pt x="11238" y="43598"/>
                  </a:cubicBezTo>
                  <a:cubicBezTo>
                    <a:pt x="10758" y="38586"/>
                    <a:pt x="10042" y="33600"/>
                    <a:pt x="9064" y="28667"/>
                  </a:cubicBezTo>
                  <a:cubicBezTo>
                    <a:pt x="8819" y="27427"/>
                    <a:pt x="8557" y="26204"/>
                    <a:pt x="8295" y="24973"/>
                  </a:cubicBezTo>
                  <a:cubicBezTo>
                    <a:pt x="7998" y="23751"/>
                    <a:pt x="7719" y="22528"/>
                    <a:pt x="7422" y="21306"/>
                  </a:cubicBezTo>
                  <a:cubicBezTo>
                    <a:pt x="7265" y="20695"/>
                    <a:pt x="7108" y="20101"/>
                    <a:pt x="6942" y="19490"/>
                  </a:cubicBezTo>
                  <a:lnTo>
                    <a:pt x="6444" y="17665"/>
                  </a:lnTo>
                  <a:cubicBezTo>
                    <a:pt x="6095" y="16451"/>
                    <a:pt x="5737" y="15255"/>
                    <a:pt x="5379" y="14050"/>
                  </a:cubicBezTo>
                  <a:cubicBezTo>
                    <a:pt x="4995" y="12854"/>
                    <a:pt x="4602" y="11657"/>
                    <a:pt x="4209" y="10470"/>
                  </a:cubicBezTo>
                  <a:cubicBezTo>
                    <a:pt x="3799" y="9291"/>
                    <a:pt x="3371" y="8104"/>
                    <a:pt x="2934" y="6934"/>
                  </a:cubicBezTo>
                  <a:cubicBezTo>
                    <a:pt x="2471" y="5764"/>
                    <a:pt x="2009" y="4602"/>
                    <a:pt x="1537" y="3441"/>
                  </a:cubicBezTo>
                  <a:cubicBezTo>
                    <a:pt x="1031" y="2288"/>
                    <a:pt x="533" y="1136"/>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26"/>
            <p:cNvSpPr/>
            <p:nvPr/>
          </p:nvSpPr>
          <p:spPr>
            <a:xfrm>
              <a:off x="4805425" y="1971488"/>
              <a:ext cx="219400" cy="2933850"/>
            </a:xfrm>
            <a:custGeom>
              <a:avLst/>
              <a:gdLst/>
              <a:ahLst/>
              <a:cxnLst/>
              <a:rect l="l" t="t" r="r" b="b"/>
              <a:pathLst>
                <a:path w="8776" h="117354" extrusionOk="0">
                  <a:moveTo>
                    <a:pt x="0" y="0"/>
                  </a:moveTo>
                  <a:lnTo>
                    <a:pt x="0" y="0"/>
                  </a:lnTo>
                  <a:cubicBezTo>
                    <a:pt x="2524" y="9579"/>
                    <a:pt x="4453" y="19306"/>
                    <a:pt x="5746" y="29103"/>
                  </a:cubicBezTo>
                  <a:lnTo>
                    <a:pt x="6200" y="32788"/>
                  </a:lnTo>
                  <a:lnTo>
                    <a:pt x="6593" y="36472"/>
                  </a:lnTo>
                  <a:lnTo>
                    <a:pt x="6924" y="40166"/>
                  </a:lnTo>
                  <a:lnTo>
                    <a:pt x="7204" y="43859"/>
                  </a:lnTo>
                  <a:cubicBezTo>
                    <a:pt x="7527" y="48793"/>
                    <a:pt x="7693" y="53735"/>
                    <a:pt x="7693" y="58677"/>
                  </a:cubicBezTo>
                  <a:cubicBezTo>
                    <a:pt x="7702" y="63619"/>
                    <a:pt x="7544" y="68552"/>
                    <a:pt x="7221" y="73486"/>
                  </a:cubicBezTo>
                  <a:lnTo>
                    <a:pt x="6959" y="77188"/>
                  </a:lnTo>
                  <a:lnTo>
                    <a:pt x="6636" y="80873"/>
                  </a:lnTo>
                  <a:lnTo>
                    <a:pt x="6243" y="84566"/>
                  </a:lnTo>
                  <a:lnTo>
                    <a:pt x="5789" y="88242"/>
                  </a:lnTo>
                  <a:cubicBezTo>
                    <a:pt x="4515" y="98048"/>
                    <a:pt x="2594" y="107766"/>
                    <a:pt x="88" y="117353"/>
                  </a:cubicBezTo>
                  <a:cubicBezTo>
                    <a:pt x="3030" y="107888"/>
                    <a:pt x="5196" y="98179"/>
                    <a:pt x="6610" y="88364"/>
                  </a:cubicBezTo>
                  <a:lnTo>
                    <a:pt x="7125" y="84671"/>
                  </a:lnTo>
                  <a:lnTo>
                    <a:pt x="7562" y="80977"/>
                  </a:lnTo>
                  <a:lnTo>
                    <a:pt x="7937" y="77275"/>
                  </a:lnTo>
                  <a:lnTo>
                    <a:pt x="8243" y="73564"/>
                  </a:lnTo>
                  <a:cubicBezTo>
                    <a:pt x="8601" y="68605"/>
                    <a:pt x="8767" y="63645"/>
                    <a:pt x="8776" y="58677"/>
                  </a:cubicBezTo>
                  <a:cubicBezTo>
                    <a:pt x="8767" y="53708"/>
                    <a:pt x="8575" y="48740"/>
                    <a:pt x="8217" y="43789"/>
                  </a:cubicBezTo>
                  <a:lnTo>
                    <a:pt x="7911" y="40078"/>
                  </a:lnTo>
                  <a:lnTo>
                    <a:pt x="7544" y="36376"/>
                  </a:lnTo>
                  <a:lnTo>
                    <a:pt x="7108" y="32674"/>
                  </a:lnTo>
                  <a:lnTo>
                    <a:pt x="6593" y="28989"/>
                  </a:lnTo>
                  <a:cubicBezTo>
                    <a:pt x="5143" y="19166"/>
                    <a:pt x="2960" y="9465"/>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26"/>
            <p:cNvSpPr/>
            <p:nvPr/>
          </p:nvSpPr>
          <p:spPr>
            <a:xfrm>
              <a:off x="4736225" y="3209188"/>
              <a:ext cx="887575" cy="1774500"/>
            </a:xfrm>
            <a:custGeom>
              <a:avLst/>
              <a:gdLst/>
              <a:ahLst/>
              <a:cxnLst/>
              <a:rect l="l" t="t" r="r" b="b"/>
              <a:pathLst>
                <a:path w="35503" h="70980" extrusionOk="0">
                  <a:moveTo>
                    <a:pt x="34735" y="1"/>
                  </a:moveTo>
                  <a:cubicBezTo>
                    <a:pt x="34106" y="3415"/>
                    <a:pt x="32910" y="6453"/>
                    <a:pt x="31617" y="9527"/>
                  </a:cubicBezTo>
                  <a:cubicBezTo>
                    <a:pt x="30971" y="11064"/>
                    <a:pt x="30290" y="12626"/>
                    <a:pt x="29662" y="14198"/>
                  </a:cubicBezTo>
                  <a:cubicBezTo>
                    <a:pt x="29015" y="15761"/>
                    <a:pt x="28395" y="17333"/>
                    <a:pt x="27784" y="18896"/>
                  </a:cubicBezTo>
                  <a:cubicBezTo>
                    <a:pt x="26553" y="22013"/>
                    <a:pt x="25374" y="25139"/>
                    <a:pt x="24161" y="28221"/>
                  </a:cubicBezTo>
                  <a:cubicBezTo>
                    <a:pt x="22947" y="31312"/>
                    <a:pt x="21725" y="34368"/>
                    <a:pt x="20450" y="37381"/>
                  </a:cubicBezTo>
                  <a:cubicBezTo>
                    <a:pt x="19175" y="40393"/>
                    <a:pt x="17830" y="43362"/>
                    <a:pt x="16390" y="46278"/>
                  </a:cubicBezTo>
                  <a:cubicBezTo>
                    <a:pt x="14949" y="49203"/>
                    <a:pt x="13395" y="52050"/>
                    <a:pt x="11736" y="54853"/>
                  </a:cubicBezTo>
                  <a:cubicBezTo>
                    <a:pt x="10068" y="57647"/>
                    <a:pt x="8304" y="60415"/>
                    <a:pt x="6340" y="63078"/>
                  </a:cubicBezTo>
                  <a:cubicBezTo>
                    <a:pt x="5842" y="63741"/>
                    <a:pt x="5353" y="64414"/>
                    <a:pt x="4838" y="65069"/>
                  </a:cubicBezTo>
                  <a:lnTo>
                    <a:pt x="4078" y="66064"/>
                  </a:lnTo>
                  <a:lnTo>
                    <a:pt x="3292" y="67051"/>
                  </a:lnTo>
                  <a:cubicBezTo>
                    <a:pt x="2777" y="67714"/>
                    <a:pt x="2218" y="68360"/>
                    <a:pt x="1677" y="69015"/>
                  </a:cubicBezTo>
                  <a:cubicBezTo>
                    <a:pt x="1415" y="69347"/>
                    <a:pt x="1118" y="69653"/>
                    <a:pt x="847" y="69984"/>
                  </a:cubicBezTo>
                  <a:cubicBezTo>
                    <a:pt x="559" y="70308"/>
                    <a:pt x="280" y="70639"/>
                    <a:pt x="0" y="70980"/>
                  </a:cubicBezTo>
                  <a:cubicBezTo>
                    <a:pt x="411" y="70814"/>
                    <a:pt x="804" y="70631"/>
                    <a:pt x="1197" y="70421"/>
                  </a:cubicBezTo>
                  <a:cubicBezTo>
                    <a:pt x="1598" y="70238"/>
                    <a:pt x="1991" y="70063"/>
                    <a:pt x="2375" y="69853"/>
                  </a:cubicBezTo>
                  <a:cubicBezTo>
                    <a:pt x="3135" y="69434"/>
                    <a:pt x="3921" y="69041"/>
                    <a:pt x="4654" y="68579"/>
                  </a:cubicBezTo>
                  <a:cubicBezTo>
                    <a:pt x="5030" y="68343"/>
                    <a:pt x="5397" y="68125"/>
                    <a:pt x="5772" y="67889"/>
                  </a:cubicBezTo>
                  <a:cubicBezTo>
                    <a:pt x="6130" y="67644"/>
                    <a:pt x="6488" y="67400"/>
                    <a:pt x="6846" y="67147"/>
                  </a:cubicBezTo>
                  <a:cubicBezTo>
                    <a:pt x="7571" y="66666"/>
                    <a:pt x="8261" y="66116"/>
                    <a:pt x="8959" y="65584"/>
                  </a:cubicBezTo>
                  <a:cubicBezTo>
                    <a:pt x="9308" y="65322"/>
                    <a:pt x="9631" y="65042"/>
                    <a:pt x="9972" y="64754"/>
                  </a:cubicBezTo>
                  <a:cubicBezTo>
                    <a:pt x="10312" y="64484"/>
                    <a:pt x="10635" y="64187"/>
                    <a:pt x="10976" y="63907"/>
                  </a:cubicBezTo>
                  <a:cubicBezTo>
                    <a:pt x="11299" y="63610"/>
                    <a:pt x="11622" y="63305"/>
                    <a:pt x="11945" y="63008"/>
                  </a:cubicBezTo>
                  <a:cubicBezTo>
                    <a:pt x="12277" y="62711"/>
                    <a:pt x="12600" y="62423"/>
                    <a:pt x="12906" y="62100"/>
                  </a:cubicBezTo>
                  <a:cubicBezTo>
                    <a:pt x="13517" y="61480"/>
                    <a:pt x="14154" y="60869"/>
                    <a:pt x="14739" y="60214"/>
                  </a:cubicBezTo>
                  <a:lnTo>
                    <a:pt x="15621" y="59245"/>
                  </a:lnTo>
                  <a:cubicBezTo>
                    <a:pt x="15909" y="58913"/>
                    <a:pt x="16189" y="58581"/>
                    <a:pt x="16477" y="58240"/>
                  </a:cubicBezTo>
                  <a:cubicBezTo>
                    <a:pt x="17612" y="56905"/>
                    <a:pt x="18669" y="55499"/>
                    <a:pt x="19699" y="54067"/>
                  </a:cubicBezTo>
                  <a:cubicBezTo>
                    <a:pt x="19943" y="53709"/>
                    <a:pt x="20188" y="53342"/>
                    <a:pt x="20441" y="52975"/>
                  </a:cubicBezTo>
                  <a:cubicBezTo>
                    <a:pt x="20686" y="52609"/>
                    <a:pt x="20939" y="52251"/>
                    <a:pt x="21166" y="51875"/>
                  </a:cubicBezTo>
                  <a:cubicBezTo>
                    <a:pt x="21637" y="51133"/>
                    <a:pt x="22117" y="50399"/>
                    <a:pt x="22554" y="49640"/>
                  </a:cubicBezTo>
                  <a:cubicBezTo>
                    <a:pt x="24353" y="46619"/>
                    <a:pt x="25916" y="43484"/>
                    <a:pt x="27278" y="40288"/>
                  </a:cubicBezTo>
                  <a:cubicBezTo>
                    <a:pt x="28649" y="37084"/>
                    <a:pt x="29810" y="33827"/>
                    <a:pt x="30814" y="30526"/>
                  </a:cubicBezTo>
                  <a:cubicBezTo>
                    <a:pt x="31836" y="27234"/>
                    <a:pt x="32674" y="23899"/>
                    <a:pt x="33381" y="20564"/>
                  </a:cubicBezTo>
                  <a:cubicBezTo>
                    <a:pt x="33739" y="18896"/>
                    <a:pt x="34062" y="17219"/>
                    <a:pt x="34350" y="15543"/>
                  </a:cubicBezTo>
                  <a:cubicBezTo>
                    <a:pt x="34639" y="13858"/>
                    <a:pt x="34918" y="12190"/>
                    <a:pt x="35136" y="10452"/>
                  </a:cubicBezTo>
                  <a:cubicBezTo>
                    <a:pt x="35250" y="9597"/>
                    <a:pt x="35346" y="8732"/>
                    <a:pt x="35398" y="7850"/>
                  </a:cubicBezTo>
                  <a:cubicBezTo>
                    <a:pt x="35468" y="6977"/>
                    <a:pt x="35503" y="6087"/>
                    <a:pt x="35477" y="5205"/>
                  </a:cubicBezTo>
                  <a:cubicBezTo>
                    <a:pt x="35459" y="4323"/>
                    <a:pt x="35398" y="3441"/>
                    <a:pt x="35285" y="2568"/>
                  </a:cubicBezTo>
                  <a:cubicBezTo>
                    <a:pt x="35162" y="1695"/>
                    <a:pt x="34997" y="830"/>
                    <a:pt x="347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26"/>
            <p:cNvSpPr/>
            <p:nvPr/>
          </p:nvSpPr>
          <p:spPr>
            <a:xfrm>
              <a:off x="4736225" y="3209638"/>
              <a:ext cx="869675" cy="1774050"/>
            </a:xfrm>
            <a:custGeom>
              <a:avLst/>
              <a:gdLst/>
              <a:ahLst/>
              <a:cxnLst/>
              <a:rect l="l" t="t" r="r" b="b"/>
              <a:pathLst>
                <a:path w="34787" h="70962" extrusionOk="0">
                  <a:moveTo>
                    <a:pt x="34700" y="0"/>
                  </a:moveTo>
                  <a:lnTo>
                    <a:pt x="34700" y="0"/>
                  </a:lnTo>
                  <a:cubicBezTo>
                    <a:pt x="34735" y="1685"/>
                    <a:pt x="34560" y="3362"/>
                    <a:pt x="34263" y="5021"/>
                  </a:cubicBezTo>
                  <a:cubicBezTo>
                    <a:pt x="33975" y="6671"/>
                    <a:pt x="33556" y="8313"/>
                    <a:pt x="33084" y="9928"/>
                  </a:cubicBezTo>
                  <a:cubicBezTo>
                    <a:pt x="32630" y="11543"/>
                    <a:pt x="32124" y="13159"/>
                    <a:pt x="31635" y="14774"/>
                  </a:cubicBezTo>
                  <a:cubicBezTo>
                    <a:pt x="31137" y="16389"/>
                    <a:pt x="30657" y="18005"/>
                    <a:pt x="30142" y="19603"/>
                  </a:cubicBezTo>
                  <a:cubicBezTo>
                    <a:pt x="29111" y="22824"/>
                    <a:pt x="28099" y="26038"/>
                    <a:pt x="26963" y="29207"/>
                  </a:cubicBezTo>
                  <a:cubicBezTo>
                    <a:pt x="25837" y="32386"/>
                    <a:pt x="24650" y="35538"/>
                    <a:pt x="23331" y="38629"/>
                  </a:cubicBezTo>
                  <a:cubicBezTo>
                    <a:pt x="22021" y="41728"/>
                    <a:pt x="20581" y="44767"/>
                    <a:pt x="18983" y="47718"/>
                  </a:cubicBezTo>
                  <a:lnTo>
                    <a:pt x="18686" y="48277"/>
                  </a:lnTo>
                  <a:lnTo>
                    <a:pt x="18380" y="48827"/>
                  </a:lnTo>
                  <a:lnTo>
                    <a:pt x="17778" y="49927"/>
                  </a:lnTo>
                  <a:cubicBezTo>
                    <a:pt x="17577" y="50285"/>
                    <a:pt x="17350" y="50643"/>
                    <a:pt x="17140" y="51010"/>
                  </a:cubicBezTo>
                  <a:cubicBezTo>
                    <a:pt x="16922" y="51368"/>
                    <a:pt x="16713" y="51726"/>
                    <a:pt x="16494" y="52084"/>
                  </a:cubicBezTo>
                  <a:lnTo>
                    <a:pt x="15831" y="53158"/>
                  </a:lnTo>
                  <a:lnTo>
                    <a:pt x="15490" y="53691"/>
                  </a:lnTo>
                  <a:lnTo>
                    <a:pt x="15141" y="54215"/>
                  </a:lnTo>
                  <a:lnTo>
                    <a:pt x="14460" y="55262"/>
                  </a:lnTo>
                  <a:cubicBezTo>
                    <a:pt x="14346" y="55437"/>
                    <a:pt x="14224" y="55612"/>
                    <a:pt x="14111" y="55786"/>
                  </a:cubicBezTo>
                  <a:lnTo>
                    <a:pt x="13744" y="56301"/>
                  </a:lnTo>
                  <a:cubicBezTo>
                    <a:pt x="13508" y="56642"/>
                    <a:pt x="13281" y="56991"/>
                    <a:pt x="13028" y="57323"/>
                  </a:cubicBezTo>
                  <a:lnTo>
                    <a:pt x="12277" y="58345"/>
                  </a:lnTo>
                  <a:lnTo>
                    <a:pt x="11902" y="58842"/>
                  </a:lnTo>
                  <a:lnTo>
                    <a:pt x="11509" y="59331"/>
                  </a:lnTo>
                  <a:lnTo>
                    <a:pt x="10732" y="60327"/>
                  </a:lnTo>
                  <a:lnTo>
                    <a:pt x="10539" y="60580"/>
                  </a:lnTo>
                  <a:lnTo>
                    <a:pt x="10339" y="60816"/>
                  </a:lnTo>
                  <a:lnTo>
                    <a:pt x="9937" y="61296"/>
                  </a:lnTo>
                  <a:cubicBezTo>
                    <a:pt x="9666" y="61628"/>
                    <a:pt x="9404" y="61951"/>
                    <a:pt x="9134" y="62274"/>
                  </a:cubicBezTo>
                  <a:lnTo>
                    <a:pt x="8287" y="63208"/>
                  </a:lnTo>
                  <a:lnTo>
                    <a:pt x="7876" y="63680"/>
                  </a:lnTo>
                  <a:cubicBezTo>
                    <a:pt x="7745" y="63828"/>
                    <a:pt x="7588" y="63985"/>
                    <a:pt x="7448" y="64134"/>
                  </a:cubicBezTo>
                  <a:cubicBezTo>
                    <a:pt x="5161" y="66605"/>
                    <a:pt x="2664" y="68884"/>
                    <a:pt x="0" y="70962"/>
                  </a:cubicBezTo>
                  <a:cubicBezTo>
                    <a:pt x="2812" y="69067"/>
                    <a:pt x="5423" y="66884"/>
                    <a:pt x="7806" y="64527"/>
                  </a:cubicBezTo>
                  <a:cubicBezTo>
                    <a:pt x="10216" y="62152"/>
                    <a:pt x="12417" y="59541"/>
                    <a:pt x="14425" y="56799"/>
                  </a:cubicBezTo>
                  <a:cubicBezTo>
                    <a:pt x="16442" y="54066"/>
                    <a:pt x="18241" y="51185"/>
                    <a:pt x="19891" y="48216"/>
                  </a:cubicBezTo>
                  <a:lnTo>
                    <a:pt x="20502" y="47098"/>
                  </a:lnTo>
                  <a:cubicBezTo>
                    <a:pt x="20712" y="46714"/>
                    <a:pt x="20895" y="46339"/>
                    <a:pt x="21087" y="45963"/>
                  </a:cubicBezTo>
                  <a:cubicBezTo>
                    <a:pt x="21288" y="45579"/>
                    <a:pt x="21489" y="45212"/>
                    <a:pt x="21672" y="44828"/>
                  </a:cubicBezTo>
                  <a:lnTo>
                    <a:pt x="22222" y="43684"/>
                  </a:lnTo>
                  <a:lnTo>
                    <a:pt x="22510" y="43117"/>
                  </a:lnTo>
                  <a:cubicBezTo>
                    <a:pt x="22606" y="42916"/>
                    <a:pt x="22694" y="42733"/>
                    <a:pt x="22781" y="42540"/>
                  </a:cubicBezTo>
                  <a:lnTo>
                    <a:pt x="23314" y="41379"/>
                  </a:lnTo>
                  <a:cubicBezTo>
                    <a:pt x="23488" y="40995"/>
                    <a:pt x="23654" y="40602"/>
                    <a:pt x="23829" y="40227"/>
                  </a:cubicBezTo>
                  <a:lnTo>
                    <a:pt x="24344" y="39057"/>
                  </a:lnTo>
                  <a:cubicBezTo>
                    <a:pt x="25654" y="35922"/>
                    <a:pt x="26850" y="32761"/>
                    <a:pt x="27941" y="29548"/>
                  </a:cubicBezTo>
                  <a:cubicBezTo>
                    <a:pt x="28221" y="28745"/>
                    <a:pt x="28483" y="27941"/>
                    <a:pt x="28745" y="27138"/>
                  </a:cubicBezTo>
                  <a:cubicBezTo>
                    <a:pt x="28989" y="26326"/>
                    <a:pt x="29251" y="25523"/>
                    <a:pt x="29504" y="24711"/>
                  </a:cubicBezTo>
                  <a:cubicBezTo>
                    <a:pt x="30011" y="23095"/>
                    <a:pt x="30500" y="21471"/>
                    <a:pt x="30954" y="19847"/>
                  </a:cubicBezTo>
                  <a:cubicBezTo>
                    <a:pt x="31888" y="16590"/>
                    <a:pt x="32779" y="13342"/>
                    <a:pt x="33608" y="10059"/>
                  </a:cubicBezTo>
                  <a:cubicBezTo>
                    <a:pt x="33809" y="9238"/>
                    <a:pt x="33992" y="8409"/>
                    <a:pt x="34158" y="7579"/>
                  </a:cubicBezTo>
                  <a:cubicBezTo>
                    <a:pt x="34324" y="6750"/>
                    <a:pt x="34473" y="5911"/>
                    <a:pt x="34569" y="5064"/>
                  </a:cubicBezTo>
                  <a:cubicBezTo>
                    <a:pt x="34682" y="4226"/>
                    <a:pt x="34761" y="3388"/>
                    <a:pt x="34778" y="2532"/>
                  </a:cubicBezTo>
                  <a:cubicBezTo>
                    <a:pt x="34787" y="1694"/>
                    <a:pt x="34769" y="847"/>
                    <a:pt x="34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26"/>
            <p:cNvSpPr/>
            <p:nvPr/>
          </p:nvSpPr>
          <p:spPr>
            <a:xfrm>
              <a:off x="4791675" y="3842238"/>
              <a:ext cx="993025" cy="1100200"/>
            </a:xfrm>
            <a:custGeom>
              <a:avLst/>
              <a:gdLst/>
              <a:ahLst/>
              <a:cxnLst/>
              <a:rect l="l" t="t" r="r" b="b"/>
              <a:pathLst>
                <a:path w="39721" h="44008" extrusionOk="0">
                  <a:moveTo>
                    <a:pt x="39711" y="0"/>
                  </a:moveTo>
                  <a:lnTo>
                    <a:pt x="39711" y="0"/>
                  </a:lnTo>
                  <a:cubicBezTo>
                    <a:pt x="39310" y="542"/>
                    <a:pt x="38960" y="1100"/>
                    <a:pt x="38594" y="1651"/>
                  </a:cubicBezTo>
                  <a:cubicBezTo>
                    <a:pt x="38227" y="2192"/>
                    <a:pt x="37878" y="2725"/>
                    <a:pt x="37528" y="3275"/>
                  </a:cubicBezTo>
                  <a:cubicBezTo>
                    <a:pt x="37162" y="3807"/>
                    <a:pt x="36804" y="4340"/>
                    <a:pt x="36472" y="4881"/>
                  </a:cubicBezTo>
                  <a:cubicBezTo>
                    <a:pt x="36105" y="5405"/>
                    <a:pt x="35756" y="5938"/>
                    <a:pt x="35407" y="6462"/>
                  </a:cubicBezTo>
                  <a:cubicBezTo>
                    <a:pt x="35049" y="6986"/>
                    <a:pt x="34699" y="7501"/>
                    <a:pt x="34350" y="8025"/>
                  </a:cubicBezTo>
                  <a:cubicBezTo>
                    <a:pt x="34167" y="8287"/>
                    <a:pt x="33992" y="8549"/>
                    <a:pt x="33818" y="8793"/>
                  </a:cubicBezTo>
                  <a:cubicBezTo>
                    <a:pt x="33643" y="9055"/>
                    <a:pt x="33468" y="9308"/>
                    <a:pt x="33294" y="9570"/>
                  </a:cubicBezTo>
                  <a:cubicBezTo>
                    <a:pt x="32936" y="10077"/>
                    <a:pt x="32569" y="10583"/>
                    <a:pt x="32220" y="11089"/>
                  </a:cubicBezTo>
                  <a:cubicBezTo>
                    <a:pt x="31862" y="11578"/>
                    <a:pt x="31495" y="12085"/>
                    <a:pt x="31146" y="12583"/>
                  </a:cubicBezTo>
                  <a:cubicBezTo>
                    <a:pt x="29688" y="14556"/>
                    <a:pt x="28221" y="16503"/>
                    <a:pt x="26693" y="18389"/>
                  </a:cubicBezTo>
                  <a:cubicBezTo>
                    <a:pt x="25165" y="20275"/>
                    <a:pt x="23593" y="22109"/>
                    <a:pt x="21978" y="23916"/>
                  </a:cubicBezTo>
                  <a:cubicBezTo>
                    <a:pt x="20362" y="25706"/>
                    <a:pt x="18686" y="27461"/>
                    <a:pt x="16966" y="29173"/>
                  </a:cubicBezTo>
                  <a:cubicBezTo>
                    <a:pt x="15254" y="30884"/>
                    <a:pt x="13473" y="32560"/>
                    <a:pt x="11648" y="34202"/>
                  </a:cubicBezTo>
                  <a:cubicBezTo>
                    <a:pt x="9815" y="35844"/>
                    <a:pt x="7937" y="37468"/>
                    <a:pt x="5999" y="39083"/>
                  </a:cubicBezTo>
                  <a:cubicBezTo>
                    <a:pt x="5519" y="39476"/>
                    <a:pt x="5021" y="39878"/>
                    <a:pt x="4532" y="40297"/>
                  </a:cubicBezTo>
                  <a:cubicBezTo>
                    <a:pt x="4034" y="40690"/>
                    <a:pt x="3537" y="41091"/>
                    <a:pt x="3039" y="41510"/>
                  </a:cubicBezTo>
                  <a:cubicBezTo>
                    <a:pt x="2532" y="41912"/>
                    <a:pt x="2035" y="42314"/>
                    <a:pt x="1528" y="42742"/>
                  </a:cubicBezTo>
                  <a:cubicBezTo>
                    <a:pt x="1022" y="43143"/>
                    <a:pt x="507" y="43562"/>
                    <a:pt x="0" y="44008"/>
                  </a:cubicBezTo>
                  <a:cubicBezTo>
                    <a:pt x="664" y="43955"/>
                    <a:pt x="1319" y="43850"/>
                    <a:pt x="1991" y="43763"/>
                  </a:cubicBezTo>
                  <a:cubicBezTo>
                    <a:pt x="2646" y="43650"/>
                    <a:pt x="3283" y="43519"/>
                    <a:pt x="3938" y="43370"/>
                  </a:cubicBezTo>
                  <a:cubicBezTo>
                    <a:pt x="4584" y="43222"/>
                    <a:pt x="5230" y="43047"/>
                    <a:pt x="5877" y="42872"/>
                  </a:cubicBezTo>
                  <a:cubicBezTo>
                    <a:pt x="6505" y="42672"/>
                    <a:pt x="7143" y="42471"/>
                    <a:pt x="7771" y="42261"/>
                  </a:cubicBezTo>
                  <a:cubicBezTo>
                    <a:pt x="10286" y="41388"/>
                    <a:pt x="12713" y="40262"/>
                    <a:pt x="15045" y="38943"/>
                  </a:cubicBezTo>
                  <a:cubicBezTo>
                    <a:pt x="17367" y="37625"/>
                    <a:pt x="19568" y="36105"/>
                    <a:pt x="21655" y="34412"/>
                  </a:cubicBezTo>
                  <a:cubicBezTo>
                    <a:pt x="23733" y="32718"/>
                    <a:pt x="25680" y="30867"/>
                    <a:pt x="27487" y="28876"/>
                  </a:cubicBezTo>
                  <a:cubicBezTo>
                    <a:pt x="29286" y="26894"/>
                    <a:pt x="30936" y="24763"/>
                    <a:pt x="32394" y="22519"/>
                  </a:cubicBezTo>
                  <a:cubicBezTo>
                    <a:pt x="33870" y="20266"/>
                    <a:pt x="35162" y="17909"/>
                    <a:pt x="36227" y="15464"/>
                  </a:cubicBezTo>
                  <a:cubicBezTo>
                    <a:pt x="36489" y="14844"/>
                    <a:pt x="36743" y="14224"/>
                    <a:pt x="36996" y="13613"/>
                  </a:cubicBezTo>
                  <a:cubicBezTo>
                    <a:pt x="37223" y="12984"/>
                    <a:pt x="37450" y="12364"/>
                    <a:pt x="37668" y="11736"/>
                  </a:cubicBezTo>
                  <a:cubicBezTo>
                    <a:pt x="37782" y="11412"/>
                    <a:pt x="37878" y="11098"/>
                    <a:pt x="37974" y="10784"/>
                  </a:cubicBezTo>
                  <a:lnTo>
                    <a:pt x="38271" y="9832"/>
                  </a:lnTo>
                  <a:cubicBezTo>
                    <a:pt x="38445" y="9186"/>
                    <a:pt x="38611" y="8549"/>
                    <a:pt x="38768" y="7902"/>
                  </a:cubicBezTo>
                  <a:cubicBezTo>
                    <a:pt x="38917" y="7247"/>
                    <a:pt x="39048" y="6601"/>
                    <a:pt x="39179" y="5946"/>
                  </a:cubicBezTo>
                  <a:cubicBezTo>
                    <a:pt x="39284" y="5292"/>
                    <a:pt x="39397" y="4637"/>
                    <a:pt x="39484" y="3982"/>
                  </a:cubicBezTo>
                  <a:cubicBezTo>
                    <a:pt x="39554" y="3318"/>
                    <a:pt x="39615" y="2663"/>
                    <a:pt x="39668" y="2000"/>
                  </a:cubicBezTo>
                  <a:cubicBezTo>
                    <a:pt x="39694" y="1327"/>
                    <a:pt x="39720" y="664"/>
                    <a:pt x="397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26"/>
            <p:cNvSpPr/>
            <p:nvPr/>
          </p:nvSpPr>
          <p:spPr>
            <a:xfrm>
              <a:off x="4791675" y="3841363"/>
              <a:ext cx="993025" cy="1101075"/>
            </a:xfrm>
            <a:custGeom>
              <a:avLst/>
              <a:gdLst/>
              <a:ahLst/>
              <a:cxnLst/>
              <a:rect l="l" t="t" r="r" b="b"/>
              <a:pathLst>
                <a:path w="39721" h="44043" extrusionOk="0">
                  <a:moveTo>
                    <a:pt x="39720" y="0"/>
                  </a:moveTo>
                  <a:lnTo>
                    <a:pt x="39720" y="0"/>
                  </a:lnTo>
                  <a:cubicBezTo>
                    <a:pt x="38035" y="4811"/>
                    <a:pt x="35904" y="9457"/>
                    <a:pt x="33320" y="13822"/>
                  </a:cubicBezTo>
                  <a:lnTo>
                    <a:pt x="32333" y="15447"/>
                  </a:lnTo>
                  <a:lnTo>
                    <a:pt x="31303" y="17053"/>
                  </a:lnTo>
                  <a:lnTo>
                    <a:pt x="30238" y="18625"/>
                  </a:lnTo>
                  <a:lnTo>
                    <a:pt x="29120" y="20162"/>
                  </a:lnTo>
                  <a:cubicBezTo>
                    <a:pt x="27618" y="22205"/>
                    <a:pt x="26020" y="24169"/>
                    <a:pt x="24318" y="26047"/>
                  </a:cubicBezTo>
                  <a:cubicBezTo>
                    <a:pt x="22632" y="27933"/>
                    <a:pt x="20842" y="29723"/>
                    <a:pt x="18965" y="31425"/>
                  </a:cubicBezTo>
                  <a:lnTo>
                    <a:pt x="17542" y="32691"/>
                  </a:lnTo>
                  <a:lnTo>
                    <a:pt x="16093" y="33914"/>
                  </a:lnTo>
                  <a:lnTo>
                    <a:pt x="14608" y="35101"/>
                  </a:lnTo>
                  <a:lnTo>
                    <a:pt x="13089" y="36263"/>
                  </a:lnTo>
                  <a:cubicBezTo>
                    <a:pt x="9020" y="39275"/>
                    <a:pt x="4628" y="41868"/>
                    <a:pt x="0" y="44043"/>
                  </a:cubicBezTo>
                  <a:cubicBezTo>
                    <a:pt x="4794" y="42296"/>
                    <a:pt x="9369" y="39869"/>
                    <a:pt x="13613" y="36944"/>
                  </a:cubicBezTo>
                  <a:lnTo>
                    <a:pt x="15184" y="35835"/>
                  </a:lnTo>
                  <a:lnTo>
                    <a:pt x="16712" y="34665"/>
                  </a:lnTo>
                  <a:lnTo>
                    <a:pt x="18206" y="33451"/>
                  </a:lnTo>
                  <a:lnTo>
                    <a:pt x="19672" y="32203"/>
                  </a:lnTo>
                  <a:cubicBezTo>
                    <a:pt x="21593" y="30509"/>
                    <a:pt x="23427" y="28684"/>
                    <a:pt x="25147" y="26789"/>
                  </a:cubicBezTo>
                  <a:cubicBezTo>
                    <a:pt x="26867" y="24868"/>
                    <a:pt x="28483" y="22868"/>
                    <a:pt x="29976" y="20773"/>
                  </a:cubicBezTo>
                  <a:lnTo>
                    <a:pt x="31067" y="19192"/>
                  </a:lnTo>
                  <a:lnTo>
                    <a:pt x="32115" y="17577"/>
                  </a:lnTo>
                  <a:lnTo>
                    <a:pt x="33119" y="15927"/>
                  </a:lnTo>
                  <a:lnTo>
                    <a:pt x="34071" y="14242"/>
                  </a:lnTo>
                  <a:cubicBezTo>
                    <a:pt x="36533" y="9745"/>
                    <a:pt x="38480" y="4960"/>
                    <a:pt x="397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26"/>
            <p:cNvSpPr/>
            <p:nvPr/>
          </p:nvSpPr>
          <p:spPr>
            <a:xfrm>
              <a:off x="4798875" y="4489238"/>
              <a:ext cx="1145825" cy="488175"/>
            </a:xfrm>
            <a:custGeom>
              <a:avLst/>
              <a:gdLst/>
              <a:ahLst/>
              <a:cxnLst/>
              <a:rect l="l" t="t" r="r" b="b"/>
              <a:pathLst>
                <a:path w="45833" h="19527" extrusionOk="0">
                  <a:moveTo>
                    <a:pt x="45832" y="1"/>
                  </a:moveTo>
                  <a:lnTo>
                    <a:pt x="45832" y="1"/>
                  </a:lnTo>
                  <a:cubicBezTo>
                    <a:pt x="45308" y="219"/>
                    <a:pt x="44802" y="455"/>
                    <a:pt x="44313" y="682"/>
                  </a:cubicBezTo>
                  <a:cubicBezTo>
                    <a:pt x="43807" y="918"/>
                    <a:pt x="43326" y="1145"/>
                    <a:pt x="42846" y="1380"/>
                  </a:cubicBezTo>
                  <a:cubicBezTo>
                    <a:pt x="42357" y="1616"/>
                    <a:pt x="41877" y="1843"/>
                    <a:pt x="41405" y="2079"/>
                  </a:cubicBezTo>
                  <a:cubicBezTo>
                    <a:pt x="40925" y="2315"/>
                    <a:pt x="40462" y="2542"/>
                    <a:pt x="39991" y="2769"/>
                  </a:cubicBezTo>
                  <a:cubicBezTo>
                    <a:pt x="39511" y="2996"/>
                    <a:pt x="39039" y="3214"/>
                    <a:pt x="38585" y="3450"/>
                  </a:cubicBezTo>
                  <a:cubicBezTo>
                    <a:pt x="38341" y="3555"/>
                    <a:pt x="38114" y="3668"/>
                    <a:pt x="37887" y="3773"/>
                  </a:cubicBezTo>
                  <a:cubicBezTo>
                    <a:pt x="37651" y="3886"/>
                    <a:pt x="37424" y="4000"/>
                    <a:pt x="37197" y="4113"/>
                  </a:cubicBezTo>
                  <a:cubicBezTo>
                    <a:pt x="36725" y="4323"/>
                    <a:pt x="36271" y="4541"/>
                    <a:pt x="35809" y="4759"/>
                  </a:cubicBezTo>
                  <a:cubicBezTo>
                    <a:pt x="35354" y="4960"/>
                    <a:pt x="34892" y="5170"/>
                    <a:pt x="34438" y="5388"/>
                  </a:cubicBezTo>
                  <a:cubicBezTo>
                    <a:pt x="32587" y="6226"/>
                    <a:pt x="30779" y="7038"/>
                    <a:pt x="28946" y="7798"/>
                  </a:cubicBezTo>
                  <a:cubicBezTo>
                    <a:pt x="27112" y="8566"/>
                    <a:pt x="25278" y="9300"/>
                    <a:pt x="23436" y="9998"/>
                  </a:cubicBezTo>
                  <a:cubicBezTo>
                    <a:pt x="21585" y="10697"/>
                    <a:pt x="19725" y="11352"/>
                    <a:pt x="17848" y="11972"/>
                  </a:cubicBezTo>
                  <a:cubicBezTo>
                    <a:pt x="15953" y="12592"/>
                    <a:pt x="14058" y="13185"/>
                    <a:pt x="12129" y="13762"/>
                  </a:cubicBezTo>
                  <a:cubicBezTo>
                    <a:pt x="10181" y="14338"/>
                    <a:pt x="8217" y="14897"/>
                    <a:pt x="6209" y="15438"/>
                  </a:cubicBezTo>
                  <a:cubicBezTo>
                    <a:pt x="5711" y="15569"/>
                    <a:pt x="5204" y="15718"/>
                    <a:pt x="4689" y="15857"/>
                  </a:cubicBezTo>
                  <a:cubicBezTo>
                    <a:pt x="4183" y="15988"/>
                    <a:pt x="3668" y="16128"/>
                    <a:pt x="3153" y="16268"/>
                  </a:cubicBezTo>
                  <a:cubicBezTo>
                    <a:pt x="2637" y="16416"/>
                    <a:pt x="2113" y="16556"/>
                    <a:pt x="1590" y="16704"/>
                  </a:cubicBezTo>
                  <a:cubicBezTo>
                    <a:pt x="1066" y="16853"/>
                    <a:pt x="533" y="16992"/>
                    <a:pt x="0" y="17176"/>
                  </a:cubicBezTo>
                  <a:cubicBezTo>
                    <a:pt x="507" y="17420"/>
                    <a:pt x="1031" y="17612"/>
                    <a:pt x="1581" y="17822"/>
                  </a:cubicBezTo>
                  <a:cubicBezTo>
                    <a:pt x="2105" y="18005"/>
                    <a:pt x="2629" y="18171"/>
                    <a:pt x="3161" y="18337"/>
                  </a:cubicBezTo>
                  <a:cubicBezTo>
                    <a:pt x="3694" y="18486"/>
                    <a:pt x="4235" y="18617"/>
                    <a:pt x="4777" y="18748"/>
                  </a:cubicBezTo>
                  <a:cubicBezTo>
                    <a:pt x="5309" y="18861"/>
                    <a:pt x="5859" y="18966"/>
                    <a:pt x="6401" y="19062"/>
                  </a:cubicBezTo>
                  <a:cubicBezTo>
                    <a:pt x="8289" y="19379"/>
                    <a:pt x="10211" y="19527"/>
                    <a:pt x="12131" y="19527"/>
                  </a:cubicBezTo>
                  <a:cubicBezTo>
                    <a:pt x="12430" y="19527"/>
                    <a:pt x="12729" y="19523"/>
                    <a:pt x="13028" y="19516"/>
                  </a:cubicBezTo>
                  <a:cubicBezTo>
                    <a:pt x="15254" y="19455"/>
                    <a:pt x="17472" y="19210"/>
                    <a:pt x="19655" y="18774"/>
                  </a:cubicBezTo>
                  <a:cubicBezTo>
                    <a:pt x="21838" y="18337"/>
                    <a:pt x="23986" y="17726"/>
                    <a:pt x="26073" y="16940"/>
                  </a:cubicBezTo>
                  <a:cubicBezTo>
                    <a:pt x="28168" y="16154"/>
                    <a:pt x="30185" y="15202"/>
                    <a:pt x="32115" y="14102"/>
                  </a:cubicBezTo>
                  <a:cubicBezTo>
                    <a:pt x="34053" y="12993"/>
                    <a:pt x="35887" y="11727"/>
                    <a:pt x="37598" y="10313"/>
                  </a:cubicBezTo>
                  <a:cubicBezTo>
                    <a:pt x="38026" y="9955"/>
                    <a:pt x="38437" y="9579"/>
                    <a:pt x="38856" y="9221"/>
                  </a:cubicBezTo>
                  <a:cubicBezTo>
                    <a:pt x="39257" y="8837"/>
                    <a:pt x="39659" y="8470"/>
                    <a:pt x="40052" y="8078"/>
                  </a:cubicBezTo>
                  <a:cubicBezTo>
                    <a:pt x="40253" y="7877"/>
                    <a:pt x="40445" y="7667"/>
                    <a:pt x="40628" y="7475"/>
                  </a:cubicBezTo>
                  <a:cubicBezTo>
                    <a:pt x="40820" y="7274"/>
                    <a:pt x="41013" y="7082"/>
                    <a:pt x="41196" y="6873"/>
                  </a:cubicBezTo>
                  <a:cubicBezTo>
                    <a:pt x="41563" y="6462"/>
                    <a:pt x="41921" y="6043"/>
                    <a:pt x="42279" y="5615"/>
                  </a:cubicBezTo>
                  <a:cubicBezTo>
                    <a:pt x="42619" y="5196"/>
                    <a:pt x="42968" y="4759"/>
                    <a:pt x="43291" y="4305"/>
                  </a:cubicBezTo>
                  <a:cubicBezTo>
                    <a:pt x="43615" y="3851"/>
                    <a:pt x="43929" y="3389"/>
                    <a:pt x="44234" y="2935"/>
                  </a:cubicBezTo>
                  <a:cubicBezTo>
                    <a:pt x="44531" y="2463"/>
                    <a:pt x="44811" y="1983"/>
                    <a:pt x="45081" y="1503"/>
                  </a:cubicBezTo>
                  <a:cubicBezTo>
                    <a:pt x="45352" y="1005"/>
                    <a:pt x="45597" y="507"/>
                    <a:pt x="458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26"/>
            <p:cNvSpPr/>
            <p:nvPr/>
          </p:nvSpPr>
          <p:spPr>
            <a:xfrm>
              <a:off x="4798875" y="4489238"/>
              <a:ext cx="1145825" cy="438025"/>
            </a:xfrm>
            <a:custGeom>
              <a:avLst/>
              <a:gdLst/>
              <a:ahLst/>
              <a:cxnLst/>
              <a:rect l="l" t="t" r="r" b="b"/>
              <a:pathLst>
                <a:path w="45833" h="17521" extrusionOk="0">
                  <a:moveTo>
                    <a:pt x="45832" y="1"/>
                  </a:moveTo>
                  <a:lnTo>
                    <a:pt x="45832" y="1"/>
                  </a:lnTo>
                  <a:cubicBezTo>
                    <a:pt x="42698" y="2804"/>
                    <a:pt x="39336" y="5327"/>
                    <a:pt x="35774" y="7492"/>
                  </a:cubicBezTo>
                  <a:cubicBezTo>
                    <a:pt x="32220" y="9667"/>
                    <a:pt x="28448" y="11492"/>
                    <a:pt x="24554" y="12950"/>
                  </a:cubicBezTo>
                  <a:cubicBezTo>
                    <a:pt x="20651" y="14417"/>
                    <a:pt x="16625" y="15508"/>
                    <a:pt x="12504" y="16215"/>
                  </a:cubicBezTo>
                  <a:cubicBezTo>
                    <a:pt x="8691" y="16871"/>
                    <a:pt x="4810" y="17182"/>
                    <a:pt x="918" y="17182"/>
                  </a:cubicBezTo>
                  <a:cubicBezTo>
                    <a:pt x="612" y="17182"/>
                    <a:pt x="306" y="17180"/>
                    <a:pt x="0" y="17176"/>
                  </a:cubicBezTo>
                  <a:lnTo>
                    <a:pt x="0" y="17176"/>
                  </a:lnTo>
                  <a:cubicBezTo>
                    <a:pt x="1890" y="17409"/>
                    <a:pt x="3794" y="17520"/>
                    <a:pt x="5701" y="17520"/>
                  </a:cubicBezTo>
                  <a:cubicBezTo>
                    <a:pt x="8015" y="17520"/>
                    <a:pt x="10333" y="17356"/>
                    <a:pt x="12635" y="17045"/>
                  </a:cubicBezTo>
                  <a:cubicBezTo>
                    <a:pt x="16826" y="16486"/>
                    <a:pt x="20965" y="15456"/>
                    <a:pt x="24938" y="13971"/>
                  </a:cubicBezTo>
                  <a:cubicBezTo>
                    <a:pt x="28911" y="12487"/>
                    <a:pt x="32709" y="10540"/>
                    <a:pt x="36236" y="8208"/>
                  </a:cubicBezTo>
                  <a:cubicBezTo>
                    <a:pt x="39764" y="5868"/>
                    <a:pt x="43012" y="3127"/>
                    <a:pt x="458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1" name="Google Shape;1641;p26"/>
          <p:cNvGrpSpPr/>
          <p:nvPr/>
        </p:nvGrpSpPr>
        <p:grpSpPr>
          <a:xfrm>
            <a:off x="29366" y="941062"/>
            <a:ext cx="8925162" cy="3816690"/>
            <a:chOff x="29366" y="941062"/>
            <a:chExt cx="8925162" cy="3816690"/>
          </a:xfrm>
        </p:grpSpPr>
        <p:grpSp>
          <p:nvGrpSpPr>
            <p:cNvPr id="1642" name="Google Shape;1642;p26"/>
            <p:cNvGrpSpPr/>
            <p:nvPr/>
          </p:nvGrpSpPr>
          <p:grpSpPr>
            <a:xfrm rot="4645028">
              <a:off x="59570" y="4470350"/>
              <a:ext cx="255858" cy="266938"/>
              <a:chOff x="6257237" y="2492613"/>
              <a:chExt cx="247289" cy="257998"/>
            </a:xfrm>
          </p:grpSpPr>
          <p:sp>
            <p:nvSpPr>
              <p:cNvPr id="1643" name="Google Shape;1643;p26"/>
              <p:cNvSpPr/>
              <p:nvPr/>
            </p:nvSpPr>
            <p:spPr>
              <a:xfrm>
                <a:off x="6262205" y="2525600"/>
                <a:ext cx="229216" cy="225011"/>
              </a:xfrm>
              <a:custGeom>
                <a:avLst/>
                <a:gdLst/>
                <a:ahLst/>
                <a:cxnLst/>
                <a:rect l="l" t="t" r="r" b="b"/>
                <a:pathLst>
                  <a:path w="18643" h="18301" extrusionOk="0">
                    <a:moveTo>
                      <a:pt x="15645" y="0"/>
                    </a:moveTo>
                    <a:cubicBezTo>
                      <a:pt x="15453" y="0"/>
                      <a:pt x="15258" y="48"/>
                      <a:pt x="15076" y="97"/>
                    </a:cubicBezTo>
                    <a:cubicBezTo>
                      <a:pt x="10330" y="1430"/>
                      <a:pt x="5398" y="2857"/>
                      <a:pt x="1194" y="5540"/>
                    </a:cubicBezTo>
                    <a:cubicBezTo>
                      <a:pt x="217" y="6285"/>
                      <a:pt x="0" y="8053"/>
                      <a:pt x="78" y="9170"/>
                    </a:cubicBezTo>
                    <a:cubicBezTo>
                      <a:pt x="109" y="9635"/>
                      <a:pt x="248" y="10178"/>
                      <a:pt x="621" y="10410"/>
                    </a:cubicBezTo>
                    <a:cubicBezTo>
                      <a:pt x="825" y="10543"/>
                      <a:pt x="1056" y="10587"/>
                      <a:pt x="1298" y="10587"/>
                    </a:cubicBezTo>
                    <a:cubicBezTo>
                      <a:pt x="1772" y="10587"/>
                      <a:pt x="2289" y="10419"/>
                      <a:pt x="2732" y="10419"/>
                    </a:cubicBezTo>
                    <a:cubicBezTo>
                      <a:pt x="2992" y="10419"/>
                      <a:pt x="3226" y="10477"/>
                      <a:pt x="3412" y="10659"/>
                    </a:cubicBezTo>
                    <a:cubicBezTo>
                      <a:pt x="3738" y="11000"/>
                      <a:pt x="3707" y="11496"/>
                      <a:pt x="3707" y="11961"/>
                    </a:cubicBezTo>
                    <a:cubicBezTo>
                      <a:pt x="3660" y="12970"/>
                      <a:pt x="3816" y="14133"/>
                      <a:pt x="4715" y="14645"/>
                    </a:cubicBezTo>
                    <a:cubicBezTo>
                      <a:pt x="5049" y="14853"/>
                      <a:pt x="5427" y="14906"/>
                      <a:pt x="5824" y="14906"/>
                    </a:cubicBezTo>
                    <a:cubicBezTo>
                      <a:pt x="6230" y="14906"/>
                      <a:pt x="6657" y="14851"/>
                      <a:pt x="7079" y="14851"/>
                    </a:cubicBezTo>
                    <a:cubicBezTo>
                      <a:pt x="7318" y="14851"/>
                      <a:pt x="7555" y="14869"/>
                      <a:pt x="7786" y="14924"/>
                    </a:cubicBezTo>
                    <a:cubicBezTo>
                      <a:pt x="8515" y="15110"/>
                      <a:pt x="9089" y="15653"/>
                      <a:pt x="9337" y="16304"/>
                    </a:cubicBezTo>
                    <a:cubicBezTo>
                      <a:pt x="9523" y="16723"/>
                      <a:pt x="9523" y="17173"/>
                      <a:pt x="9802" y="17545"/>
                    </a:cubicBezTo>
                    <a:cubicBezTo>
                      <a:pt x="9988" y="17793"/>
                      <a:pt x="10221" y="17917"/>
                      <a:pt x="10531" y="18057"/>
                    </a:cubicBezTo>
                    <a:cubicBezTo>
                      <a:pt x="10927" y="18220"/>
                      <a:pt x="11353" y="18301"/>
                      <a:pt x="11774" y="18301"/>
                    </a:cubicBezTo>
                    <a:cubicBezTo>
                      <a:pt x="12195" y="18301"/>
                      <a:pt x="12609" y="18220"/>
                      <a:pt x="12982" y="18057"/>
                    </a:cubicBezTo>
                    <a:cubicBezTo>
                      <a:pt x="13494" y="17840"/>
                      <a:pt x="13943" y="17514"/>
                      <a:pt x="14362" y="17111"/>
                    </a:cubicBezTo>
                    <a:cubicBezTo>
                      <a:pt x="15944" y="15606"/>
                      <a:pt x="16859" y="13481"/>
                      <a:pt x="17278" y="11341"/>
                    </a:cubicBezTo>
                    <a:cubicBezTo>
                      <a:pt x="17681" y="9216"/>
                      <a:pt x="17681" y="7029"/>
                      <a:pt x="17635" y="4811"/>
                    </a:cubicBezTo>
                    <a:lnTo>
                      <a:pt x="17635" y="4811"/>
                    </a:lnTo>
                    <a:cubicBezTo>
                      <a:pt x="17697" y="4832"/>
                      <a:pt x="17760" y="4842"/>
                      <a:pt x="17821" y="4842"/>
                    </a:cubicBezTo>
                    <a:cubicBezTo>
                      <a:pt x="18261" y="4842"/>
                      <a:pt x="18643" y="4345"/>
                      <a:pt x="18643" y="3896"/>
                    </a:cubicBezTo>
                    <a:cubicBezTo>
                      <a:pt x="18643" y="3354"/>
                      <a:pt x="18317" y="2888"/>
                      <a:pt x="17991" y="2485"/>
                    </a:cubicBezTo>
                    <a:cubicBezTo>
                      <a:pt x="17480" y="1865"/>
                      <a:pt x="17030" y="1182"/>
                      <a:pt x="16533" y="562"/>
                    </a:cubicBezTo>
                    <a:cubicBezTo>
                      <a:pt x="16363" y="345"/>
                      <a:pt x="16239" y="159"/>
                      <a:pt x="15991" y="66"/>
                    </a:cubicBezTo>
                    <a:cubicBezTo>
                      <a:pt x="15879" y="18"/>
                      <a:pt x="15762" y="0"/>
                      <a:pt x="156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26"/>
              <p:cNvSpPr/>
              <p:nvPr/>
            </p:nvSpPr>
            <p:spPr>
              <a:xfrm>
                <a:off x="6257237" y="2492613"/>
                <a:ext cx="247289" cy="255847"/>
              </a:xfrm>
              <a:custGeom>
                <a:avLst/>
                <a:gdLst/>
                <a:ahLst/>
                <a:cxnLst/>
                <a:rect l="l" t="t" r="r" b="b"/>
                <a:pathLst>
                  <a:path w="20113" h="20809" extrusionOk="0">
                    <a:moveTo>
                      <a:pt x="14171" y="0"/>
                    </a:moveTo>
                    <a:cubicBezTo>
                      <a:pt x="13607" y="0"/>
                      <a:pt x="13062" y="271"/>
                      <a:pt x="12734" y="732"/>
                    </a:cubicBezTo>
                    <a:cubicBezTo>
                      <a:pt x="12269" y="1306"/>
                      <a:pt x="12316" y="2113"/>
                      <a:pt x="12548" y="2733"/>
                    </a:cubicBezTo>
                    <a:cubicBezTo>
                      <a:pt x="12521" y="2665"/>
                      <a:pt x="12400" y="2637"/>
                      <a:pt x="12215" y="2637"/>
                    </a:cubicBezTo>
                    <a:cubicBezTo>
                      <a:pt x="11254" y="2637"/>
                      <a:pt x="8557" y="3412"/>
                      <a:pt x="8128" y="3555"/>
                    </a:cubicBezTo>
                    <a:cubicBezTo>
                      <a:pt x="7228" y="3896"/>
                      <a:pt x="6313" y="4253"/>
                      <a:pt x="5476" y="4718"/>
                    </a:cubicBezTo>
                    <a:cubicBezTo>
                      <a:pt x="5073" y="4935"/>
                      <a:pt x="4607" y="5184"/>
                      <a:pt x="4235" y="5478"/>
                    </a:cubicBezTo>
                    <a:cubicBezTo>
                      <a:pt x="1986" y="6936"/>
                      <a:pt x="1" y="9356"/>
                      <a:pt x="1040" y="12194"/>
                    </a:cubicBezTo>
                    <a:cubicBezTo>
                      <a:pt x="1087" y="12364"/>
                      <a:pt x="1149" y="12520"/>
                      <a:pt x="1335" y="12597"/>
                    </a:cubicBezTo>
                    <a:cubicBezTo>
                      <a:pt x="1443" y="12675"/>
                      <a:pt x="1660" y="12706"/>
                      <a:pt x="1831" y="12706"/>
                    </a:cubicBezTo>
                    <a:cubicBezTo>
                      <a:pt x="2265" y="12706"/>
                      <a:pt x="2735" y="12665"/>
                      <a:pt x="3186" y="12665"/>
                    </a:cubicBezTo>
                    <a:cubicBezTo>
                      <a:pt x="3914" y="12665"/>
                      <a:pt x="4593" y="12771"/>
                      <a:pt x="4995" y="13326"/>
                    </a:cubicBezTo>
                    <a:cubicBezTo>
                      <a:pt x="5615" y="14210"/>
                      <a:pt x="5073" y="15653"/>
                      <a:pt x="5833" y="16459"/>
                    </a:cubicBezTo>
                    <a:cubicBezTo>
                      <a:pt x="6701" y="17405"/>
                      <a:pt x="8547" y="16537"/>
                      <a:pt x="9493" y="17405"/>
                    </a:cubicBezTo>
                    <a:cubicBezTo>
                      <a:pt x="10144" y="17979"/>
                      <a:pt x="10036" y="19065"/>
                      <a:pt x="10501" y="19825"/>
                    </a:cubicBezTo>
                    <a:cubicBezTo>
                      <a:pt x="10893" y="20486"/>
                      <a:pt x="11680" y="20808"/>
                      <a:pt x="12445" y="20808"/>
                    </a:cubicBezTo>
                    <a:cubicBezTo>
                      <a:pt x="12649" y="20808"/>
                      <a:pt x="12852" y="20785"/>
                      <a:pt x="13045" y="20740"/>
                    </a:cubicBezTo>
                    <a:cubicBezTo>
                      <a:pt x="13991" y="20523"/>
                      <a:pt x="14782" y="19902"/>
                      <a:pt x="15464" y="19189"/>
                    </a:cubicBezTo>
                    <a:cubicBezTo>
                      <a:pt x="18426" y="16149"/>
                      <a:pt x="19559" y="11434"/>
                      <a:pt x="18333" y="7355"/>
                    </a:cubicBezTo>
                    <a:lnTo>
                      <a:pt x="18333" y="7355"/>
                    </a:lnTo>
                    <a:cubicBezTo>
                      <a:pt x="18351" y="7356"/>
                      <a:pt x="18369" y="7356"/>
                      <a:pt x="18387" y="7356"/>
                    </a:cubicBezTo>
                    <a:cubicBezTo>
                      <a:pt x="19442" y="7356"/>
                      <a:pt x="20112" y="6004"/>
                      <a:pt x="19822" y="4997"/>
                    </a:cubicBezTo>
                    <a:cubicBezTo>
                      <a:pt x="19528" y="3943"/>
                      <a:pt x="18659" y="3152"/>
                      <a:pt x="17821" y="2454"/>
                    </a:cubicBezTo>
                    <a:cubicBezTo>
                      <a:pt x="17201" y="1958"/>
                      <a:pt x="16627" y="1446"/>
                      <a:pt x="15991" y="903"/>
                    </a:cubicBezTo>
                    <a:cubicBezTo>
                      <a:pt x="15573" y="577"/>
                      <a:pt x="15154" y="251"/>
                      <a:pt x="14642" y="65"/>
                    </a:cubicBezTo>
                    <a:cubicBezTo>
                      <a:pt x="14486" y="21"/>
                      <a:pt x="14328" y="0"/>
                      <a:pt x="141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26"/>
              <p:cNvSpPr/>
              <p:nvPr/>
            </p:nvSpPr>
            <p:spPr>
              <a:xfrm>
                <a:off x="6327798" y="2554236"/>
                <a:ext cx="86581" cy="72295"/>
              </a:xfrm>
              <a:custGeom>
                <a:avLst/>
                <a:gdLst/>
                <a:ahLst/>
                <a:cxnLst/>
                <a:rect l="l" t="t" r="r" b="b"/>
                <a:pathLst>
                  <a:path w="7042" h="5880" extrusionOk="0">
                    <a:moveTo>
                      <a:pt x="7042" y="1"/>
                    </a:moveTo>
                    <a:lnTo>
                      <a:pt x="7042" y="1"/>
                    </a:lnTo>
                    <a:cubicBezTo>
                      <a:pt x="6297" y="187"/>
                      <a:pt x="5537" y="544"/>
                      <a:pt x="4871" y="916"/>
                    </a:cubicBezTo>
                    <a:cubicBezTo>
                      <a:pt x="4204" y="1304"/>
                      <a:pt x="3583" y="1738"/>
                      <a:pt x="2963" y="2250"/>
                    </a:cubicBezTo>
                    <a:cubicBezTo>
                      <a:pt x="2342" y="2762"/>
                      <a:pt x="1800" y="3289"/>
                      <a:pt x="1288" y="3925"/>
                    </a:cubicBezTo>
                    <a:cubicBezTo>
                      <a:pt x="791" y="4545"/>
                      <a:pt x="326" y="5150"/>
                      <a:pt x="0" y="5879"/>
                    </a:cubicBezTo>
                    <a:cubicBezTo>
                      <a:pt x="574" y="5367"/>
                      <a:pt x="1164" y="4824"/>
                      <a:pt x="1753" y="4328"/>
                    </a:cubicBezTo>
                    <a:cubicBezTo>
                      <a:pt x="2296" y="3832"/>
                      <a:pt x="2885" y="3289"/>
                      <a:pt x="3459" y="2824"/>
                    </a:cubicBezTo>
                    <a:cubicBezTo>
                      <a:pt x="4002" y="2327"/>
                      <a:pt x="4622" y="1878"/>
                      <a:pt x="5212" y="1412"/>
                    </a:cubicBezTo>
                    <a:cubicBezTo>
                      <a:pt x="5848" y="947"/>
                      <a:pt x="6421" y="497"/>
                      <a:pt x="70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26"/>
              <p:cNvSpPr/>
              <p:nvPr/>
            </p:nvSpPr>
            <p:spPr>
              <a:xfrm>
                <a:off x="6388253" y="2587235"/>
                <a:ext cx="55303" cy="91536"/>
              </a:xfrm>
              <a:custGeom>
                <a:avLst/>
                <a:gdLst/>
                <a:ahLst/>
                <a:cxnLst/>
                <a:rect l="l" t="t" r="r" b="b"/>
                <a:pathLst>
                  <a:path w="4498" h="7445" extrusionOk="0">
                    <a:moveTo>
                      <a:pt x="4467" y="0"/>
                    </a:moveTo>
                    <a:lnTo>
                      <a:pt x="4467" y="0"/>
                    </a:lnTo>
                    <a:cubicBezTo>
                      <a:pt x="4172" y="698"/>
                      <a:pt x="3908" y="1365"/>
                      <a:pt x="3629" y="2032"/>
                    </a:cubicBezTo>
                    <a:cubicBezTo>
                      <a:pt x="3335" y="2714"/>
                      <a:pt x="2993" y="3335"/>
                      <a:pt x="2621" y="3955"/>
                    </a:cubicBezTo>
                    <a:cubicBezTo>
                      <a:pt x="2295" y="4575"/>
                      <a:pt x="1877" y="5149"/>
                      <a:pt x="1411" y="5739"/>
                    </a:cubicBezTo>
                    <a:cubicBezTo>
                      <a:pt x="1008" y="6312"/>
                      <a:pt x="512" y="6855"/>
                      <a:pt x="0" y="7445"/>
                    </a:cubicBezTo>
                    <a:cubicBezTo>
                      <a:pt x="667" y="7103"/>
                      <a:pt x="1287" y="6638"/>
                      <a:pt x="1877" y="6157"/>
                    </a:cubicBezTo>
                    <a:cubicBezTo>
                      <a:pt x="2420" y="5615"/>
                      <a:pt x="2885" y="5041"/>
                      <a:pt x="3304" y="4374"/>
                    </a:cubicBezTo>
                    <a:cubicBezTo>
                      <a:pt x="3707" y="3691"/>
                      <a:pt x="4002" y="2993"/>
                      <a:pt x="4203" y="2249"/>
                    </a:cubicBezTo>
                    <a:cubicBezTo>
                      <a:pt x="4420" y="1551"/>
                      <a:pt x="4498" y="745"/>
                      <a:pt x="44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26"/>
              <p:cNvSpPr/>
              <p:nvPr/>
            </p:nvSpPr>
            <p:spPr>
              <a:xfrm>
                <a:off x="6343622" y="2698554"/>
                <a:ext cx="93835" cy="49905"/>
              </a:xfrm>
              <a:custGeom>
                <a:avLst/>
                <a:gdLst/>
                <a:ahLst/>
                <a:cxnLst/>
                <a:rect l="l" t="t" r="r" b="b"/>
                <a:pathLst>
                  <a:path w="7632" h="4059" extrusionOk="0">
                    <a:moveTo>
                      <a:pt x="1428" y="1"/>
                    </a:moveTo>
                    <a:cubicBezTo>
                      <a:pt x="958" y="1"/>
                      <a:pt x="453" y="138"/>
                      <a:pt x="1" y="190"/>
                    </a:cubicBezTo>
                    <a:cubicBezTo>
                      <a:pt x="838" y="221"/>
                      <a:pt x="1784" y="112"/>
                      <a:pt x="2374" y="655"/>
                    </a:cubicBezTo>
                    <a:cubicBezTo>
                      <a:pt x="3025" y="1229"/>
                      <a:pt x="2917" y="2315"/>
                      <a:pt x="3382" y="3075"/>
                    </a:cubicBezTo>
                    <a:cubicBezTo>
                      <a:pt x="3774" y="3736"/>
                      <a:pt x="4561" y="4058"/>
                      <a:pt x="5318" y="4058"/>
                    </a:cubicBezTo>
                    <a:cubicBezTo>
                      <a:pt x="5520" y="4058"/>
                      <a:pt x="5720" y="4035"/>
                      <a:pt x="5910" y="3990"/>
                    </a:cubicBezTo>
                    <a:cubicBezTo>
                      <a:pt x="6530" y="3819"/>
                      <a:pt x="7120" y="3478"/>
                      <a:pt x="7632" y="3075"/>
                    </a:cubicBezTo>
                    <a:lnTo>
                      <a:pt x="7632" y="3075"/>
                    </a:lnTo>
                    <a:cubicBezTo>
                      <a:pt x="6936" y="3448"/>
                      <a:pt x="6188" y="3714"/>
                      <a:pt x="5377" y="3714"/>
                    </a:cubicBezTo>
                    <a:cubicBezTo>
                      <a:pt x="5211" y="3714"/>
                      <a:pt x="5042" y="3703"/>
                      <a:pt x="4871" y="3679"/>
                    </a:cubicBezTo>
                    <a:cubicBezTo>
                      <a:pt x="4576" y="3633"/>
                      <a:pt x="4297" y="3602"/>
                      <a:pt x="4111" y="3385"/>
                    </a:cubicBezTo>
                    <a:cubicBezTo>
                      <a:pt x="3940" y="3214"/>
                      <a:pt x="3863" y="2982"/>
                      <a:pt x="3832" y="2764"/>
                    </a:cubicBezTo>
                    <a:cubicBezTo>
                      <a:pt x="3646" y="2191"/>
                      <a:pt x="3490" y="1555"/>
                      <a:pt x="3165" y="1058"/>
                    </a:cubicBezTo>
                    <a:cubicBezTo>
                      <a:pt x="2839" y="562"/>
                      <a:pt x="2327" y="112"/>
                      <a:pt x="1707" y="19"/>
                    </a:cubicBezTo>
                    <a:cubicBezTo>
                      <a:pt x="1616" y="6"/>
                      <a:pt x="1523" y="1"/>
                      <a:pt x="14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26"/>
              <p:cNvSpPr/>
              <p:nvPr/>
            </p:nvSpPr>
            <p:spPr>
              <a:xfrm>
                <a:off x="6268106" y="2640055"/>
                <a:ext cx="61524" cy="55315"/>
              </a:xfrm>
              <a:custGeom>
                <a:avLst/>
                <a:gdLst/>
                <a:ahLst/>
                <a:cxnLst/>
                <a:rect l="l" t="t" r="r" b="b"/>
                <a:pathLst>
                  <a:path w="5004" h="4499" extrusionOk="0">
                    <a:moveTo>
                      <a:pt x="1" y="0"/>
                    </a:moveTo>
                    <a:cubicBezTo>
                      <a:pt x="1" y="47"/>
                      <a:pt x="32" y="124"/>
                      <a:pt x="32" y="171"/>
                    </a:cubicBezTo>
                    <a:cubicBezTo>
                      <a:pt x="141" y="310"/>
                      <a:pt x="218" y="481"/>
                      <a:pt x="389" y="559"/>
                    </a:cubicBezTo>
                    <a:cubicBezTo>
                      <a:pt x="497" y="636"/>
                      <a:pt x="714" y="683"/>
                      <a:pt x="885" y="683"/>
                    </a:cubicBezTo>
                    <a:cubicBezTo>
                      <a:pt x="1329" y="683"/>
                      <a:pt x="1810" y="637"/>
                      <a:pt x="2271" y="637"/>
                    </a:cubicBezTo>
                    <a:cubicBezTo>
                      <a:pt x="2987" y="637"/>
                      <a:pt x="3653" y="746"/>
                      <a:pt x="4049" y="1303"/>
                    </a:cubicBezTo>
                    <a:cubicBezTo>
                      <a:pt x="4669" y="2172"/>
                      <a:pt x="4127" y="3629"/>
                      <a:pt x="4887" y="4420"/>
                    </a:cubicBezTo>
                    <a:cubicBezTo>
                      <a:pt x="4904" y="4446"/>
                      <a:pt x="4926" y="4458"/>
                      <a:pt x="4942" y="4468"/>
                    </a:cubicBezTo>
                    <a:lnTo>
                      <a:pt x="4942" y="4468"/>
                    </a:lnTo>
                    <a:cubicBezTo>
                      <a:pt x="4391" y="3703"/>
                      <a:pt x="5004" y="2361"/>
                      <a:pt x="4499" y="1458"/>
                    </a:cubicBezTo>
                    <a:cubicBezTo>
                      <a:pt x="4127" y="667"/>
                      <a:pt x="3087" y="450"/>
                      <a:pt x="2203" y="403"/>
                    </a:cubicBezTo>
                    <a:cubicBezTo>
                      <a:pt x="1459" y="372"/>
                      <a:pt x="621" y="372"/>
                      <a:pt x="1" y="0"/>
                    </a:cubicBezTo>
                    <a:close/>
                    <a:moveTo>
                      <a:pt x="4942" y="4468"/>
                    </a:moveTo>
                    <a:cubicBezTo>
                      <a:pt x="4949" y="4478"/>
                      <a:pt x="4956" y="4488"/>
                      <a:pt x="4964" y="4498"/>
                    </a:cubicBezTo>
                    <a:cubicBezTo>
                      <a:pt x="4964" y="4484"/>
                      <a:pt x="4955" y="4476"/>
                      <a:pt x="4942" y="44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26"/>
              <p:cNvSpPr/>
              <p:nvPr/>
            </p:nvSpPr>
            <p:spPr>
              <a:xfrm>
                <a:off x="6408269" y="2493105"/>
                <a:ext cx="94942" cy="184720"/>
              </a:xfrm>
              <a:custGeom>
                <a:avLst/>
                <a:gdLst/>
                <a:ahLst/>
                <a:cxnLst/>
                <a:rect l="l" t="t" r="r" b="b"/>
                <a:pathLst>
                  <a:path w="7722" h="15024" extrusionOk="0">
                    <a:moveTo>
                      <a:pt x="1766" y="0"/>
                    </a:moveTo>
                    <a:cubicBezTo>
                      <a:pt x="1206" y="0"/>
                      <a:pt x="663" y="278"/>
                      <a:pt x="326" y="723"/>
                    </a:cubicBezTo>
                    <a:cubicBezTo>
                      <a:pt x="156" y="971"/>
                      <a:pt x="32" y="1235"/>
                      <a:pt x="1" y="1530"/>
                    </a:cubicBezTo>
                    <a:cubicBezTo>
                      <a:pt x="528" y="847"/>
                      <a:pt x="1071" y="258"/>
                      <a:pt x="1831" y="258"/>
                    </a:cubicBezTo>
                    <a:cubicBezTo>
                      <a:pt x="2234" y="258"/>
                      <a:pt x="2653" y="475"/>
                      <a:pt x="3025" y="677"/>
                    </a:cubicBezTo>
                    <a:cubicBezTo>
                      <a:pt x="4033" y="1297"/>
                      <a:pt x="4979" y="2011"/>
                      <a:pt x="5817" y="2879"/>
                    </a:cubicBezTo>
                    <a:cubicBezTo>
                      <a:pt x="6608" y="3670"/>
                      <a:pt x="7306" y="4725"/>
                      <a:pt x="7150" y="5841"/>
                    </a:cubicBezTo>
                    <a:cubicBezTo>
                      <a:pt x="7073" y="6214"/>
                      <a:pt x="6871" y="6648"/>
                      <a:pt x="6499" y="6726"/>
                    </a:cubicBezTo>
                    <a:cubicBezTo>
                      <a:pt x="6446" y="6740"/>
                      <a:pt x="6392" y="6746"/>
                      <a:pt x="6339" y="6746"/>
                    </a:cubicBezTo>
                    <a:cubicBezTo>
                      <a:pt x="6098" y="6746"/>
                      <a:pt x="5859" y="6614"/>
                      <a:pt x="5631" y="6462"/>
                    </a:cubicBezTo>
                    <a:cubicBezTo>
                      <a:pt x="4576" y="5888"/>
                      <a:pt x="3583" y="5175"/>
                      <a:pt x="2653" y="4399"/>
                    </a:cubicBezTo>
                    <a:lnTo>
                      <a:pt x="2653" y="4399"/>
                    </a:lnTo>
                    <a:cubicBezTo>
                      <a:pt x="3459" y="5686"/>
                      <a:pt x="4948" y="6462"/>
                      <a:pt x="5522" y="7842"/>
                    </a:cubicBezTo>
                    <a:cubicBezTo>
                      <a:pt x="5863" y="8602"/>
                      <a:pt x="5894" y="9471"/>
                      <a:pt x="5941" y="10308"/>
                    </a:cubicBezTo>
                    <a:cubicBezTo>
                      <a:pt x="5972" y="11890"/>
                      <a:pt x="5941" y="13472"/>
                      <a:pt x="5600" y="15023"/>
                    </a:cubicBezTo>
                    <a:cubicBezTo>
                      <a:pt x="6515" y="12557"/>
                      <a:pt x="6685" y="9858"/>
                      <a:pt x="5941" y="7361"/>
                    </a:cubicBezTo>
                    <a:lnTo>
                      <a:pt x="5941" y="7361"/>
                    </a:lnTo>
                    <a:cubicBezTo>
                      <a:pt x="5953" y="7362"/>
                      <a:pt x="5965" y="7362"/>
                      <a:pt x="5977" y="7362"/>
                    </a:cubicBezTo>
                    <a:cubicBezTo>
                      <a:pt x="7042" y="7362"/>
                      <a:pt x="7721" y="6016"/>
                      <a:pt x="7430" y="4988"/>
                    </a:cubicBezTo>
                    <a:cubicBezTo>
                      <a:pt x="7135" y="3949"/>
                      <a:pt x="6266" y="3143"/>
                      <a:pt x="5429" y="2445"/>
                    </a:cubicBezTo>
                    <a:cubicBezTo>
                      <a:pt x="4809" y="1949"/>
                      <a:pt x="4235" y="1437"/>
                      <a:pt x="3583" y="894"/>
                    </a:cubicBezTo>
                    <a:cubicBezTo>
                      <a:pt x="3180" y="568"/>
                      <a:pt x="2746" y="243"/>
                      <a:pt x="2249" y="72"/>
                    </a:cubicBezTo>
                    <a:cubicBezTo>
                      <a:pt x="2090" y="23"/>
                      <a:pt x="1927" y="0"/>
                      <a:pt x="17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0" name="Google Shape;1650;p26"/>
            <p:cNvGrpSpPr/>
            <p:nvPr/>
          </p:nvGrpSpPr>
          <p:grpSpPr>
            <a:xfrm>
              <a:off x="8688642" y="941062"/>
              <a:ext cx="265886" cy="253252"/>
              <a:chOff x="8295343" y="649654"/>
              <a:chExt cx="143606" cy="136782"/>
            </a:xfrm>
          </p:grpSpPr>
          <p:sp>
            <p:nvSpPr>
              <p:cNvPr id="1651" name="Google Shape;1651;p26"/>
              <p:cNvSpPr/>
              <p:nvPr/>
            </p:nvSpPr>
            <p:spPr>
              <a:xfrm>
                <a:off x="8295343" y="651412"/>
                <a:ext cx="117098" cy="135024"/>
              </a:xfrm>
              <a:custGeom>
                <a:avLst/>
                <a:gdLst/>
                <a:ahLst/>
                <a:cxnLst/>
                <a:rect l="l" t="t" r="r" b="b"/>
                <a:pathLst>
                  <a:path w="9524" h="10982" extrusionOk="0">
                    <a:moveTo>
                      <a:pt x="7981" y="0"/>
                    </a:moveTo>
                    <a:cubicBezTo>
                      <a:pt x="7707" y="0"/>
                      <a:pt x="7407" y="185"/>
                      <a:pt x="7181" y="351"/>
                    </a:cubicBezTo>
                    <a:cubicBezTo>
                      <a:pt x="6879" y="582"/>
                      <a:pt x="6483" y="853"/>
                      <a:pt x="6104" y="853"/>
                    </a:cubicBezTo>
                    <a:cubicBezTo>
                      <a:pt x="6076" y="853"/>
                      <a:pt x="6047" y="851"/>
                      <a:pt x="6018" y="848"/>
                    </a:cubicBezTo>
                    <a:cubicBezTo>
                      <a:pt x="5801" y="817"/>
                      <a:pt x="5615" y="739"/>
                      <a:pt x="5398" y="677"/>
                    </a:cubicBezTo>
                    <a:cubicBezTo>
                      <a:pt x="5325" y="660"/>
                      <a:pt x="5250" y="652"/>
                      <a:pt x="5172" y="652"/>
                    </a:cubicBezTo>
                    <a:cubicBezTo>
                      <a:pt x="4902" y="652"/>
                      <a:pt x="4608" y="750"/>
                      <a:pt x="4343" y="894"/>
                    </a:cubicBezTo>
                    <a:cubicBezTo>
                      <a:pt x="4064" y="1096"/>
                      <a:pt x="3800" y="1360"/>
                      <a:pt x="3552" y="1639"/>
                    </a:cubicBezTo>
                    <a:cubicBezTo>
                      <a:pt x="3257" y="2011"/>
                      <a:pt x="2932" y="2476"/>
                      <a:pt x="2466" y="2523"/>
                    </a:cubicBezTo>
                    <a:cubicBezTo>
                      <a:pt x="2322" y="2523"/>
                      <a:pt x="2204" y="2502"/>
                      <a:pt x="2083" y="2502"/>
                    </a:cubicBezTo>
                    <a:cubicBezTo>
                      <a:pt x="2022" y="2502"/>
                      <a:pt x="1960" y="2507"/>
                      <a:pt x="1893" y="2523"/>
                    </a:cubicBezTo>
                    <a:cubicBezTo>
                      <a:pt x="1706" y="2554"/>
                      <a:pt x="1598" y="2631"/>
                      <a:pt x="1474" y="2724"/>
                    </a:cubicBezTo>
                    <a:cubicBezTo>
                      <a:pt x="822" y="3190"/>
                      <a:pt x="357" y="3934"/>
                      <a:pt x="171" y="4725"/>
                    </a:cubicBezTo>
                    <a:cubicBezTo>
                      <a:pt x="0" y="5516"/>
                      <a:pt x="218" y="6400"/>
                      <a:pt x="683" y="7052"/>
                    </a:cubicBezTo>
                    <a:cubicBezTo>
                      <a:pt x="978" y="7517"/>
                      <a:pt x="1443" y="7889"/>
                      <a:pt x="1846" y="8215"/>
                    </a:cubicBezTo>
                    <a:cubicBezTo>
                      <a:pt x="2848" y="8947"/>
                      <a:pt x="4053" y="9499"/>
                      <a:pt x="5283" y="9499"/>
                    </a:cubicBezTo>
                    <a:cubicBezTo>
                      <a:pt x="5538" y="9499"/>
                      <a:pt x="5794" y="9475"/>
                      <a:pt x="6049" y="9425"/>
                    </a:cubicBezTo>
                    <a:lnTo>
                      <a:pt x="6049" y="9425"/>
                    </a:lnTo>
                    <a:cubicBezTo>
                      <a:pt x="6018" y="9921"/>
                      <a:pt x="6018" y="10510"/>
                      <a:pt x="6390" y="10789"/>
                    </a:cubicBezTo>
                    <a:cubicBezTo>
                      <a:pt x="6538" y="10929"/>
                      <a:pt x="6739" y="10982"/>
                      <a:pt x="6950" y="10982"/>
                    </a:cubicBezTo>
                    <a:cubicBezTo>
                      <a:pt x="7137" y="10982"/>
                      <a:pt x="7332" y="10941"/>
                      <a:pt x="7507" y="10883"/>
                    </a:cubicBezTo>
                    <a:cubicBezTo>
                      <a:pt x="8019" y="10758"/>
                      <a:pt x="8453" y="10510"/>
                      <a:pt x="8841" y="10216"/>
                    </a:cubicBezTo>
                    <a:cubicBezTo>
                      <a:pt x="9136" y="9998"/>
                      <a:pt x="9430" y="9673"/>
                      <a:pt x="9461" y="9301"/>
                    </a:cubicBezTo>
                    <a:cubicBezTo>
                      <a:pt x="9508" y="8897"/>
                      <a:pt x="9213" y="8510"/>
                      <a:pt x="9058" y="8137"/>
                    </a:cubicBezTo>
                    <a:cubicBezTo>
                      <a:pt x="8655" y="7269"/>
                      <a:pt x="8763" y="6261"/>
                      <a:pt x="8980" y="5315"/>
                    </a:cubicBezTo>
                    <a:cubicBezTo>
                      <a:pt x="9198" y="4400"/>
                      <a:pt x="9523" y="3469"/>
                      <a:pt x="9523" y="2523"/>
                    </a:cubicBezTo>
                    <a:cubicBezTo>
                      <a:pt x="9523" y="1856"/>
                      <a:pt x="9353" y="1174"/>
                      <a:pt x="8949" y="646"/>
                    </a:cubicBezTo>
                    <a:cubicBezTo>
                      <a:pt x="8763" y="429"/>
                      <a:pt x="8484" y="134"/>
                      <a:pt x="8220" y="57"/>
                    </a:cubicBezTo>
                    <a:cubicBezTo>
                      <a:pt x="8145" y="17"/>
                      <a:pt x="8064" y="0"/>
                      <a:pt x="79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26"/>
              <p:cNvSpPr/>
              <p:nvPr/>
            </p:nvSpPr>
            <p:spPr>
              <a:xfrm>
                <a:off x="8301060" y="649654"/>
                <a:ext cx="137888" cy="128925"/>
              </a:xfrm>
              <a:custGeom>
                <a:avLst/>
                <a:gdLst/>
                <a:ahLst/>
                <a:cxnLst/>
                <a:rect l="l" t="t" r="r" b="b"/>
                <a:pathLst>
                  <a:path w="11215" h="10486" extrusionOk="0">
                    <a:moveTo>
                      <a:pt x="8256" y="0"/>
                    </a:moveTo>
                    <a:cubicBezTo>
                      <a:pt x="7935" y="0"/>
                      <a:pt x="7617" y="80"/>
                      <a:pt x="7337" y="262"/>
                    </a:cubicBezTo>
                    <a:cubicBezTo>
                      <a:pt x="6907" y="520"/>
                      <a:pt x="6529" y="1017"/>
                      <a:pt x="6046" y="1017"/>
                    </a:cubicBezTo>
                    <a:cubicBezTo>
                      <a:pt x="6007" y="1017"/>
                      <a:pt x="5966" y="1013"/>
                      <a:pt x="5925" y="1006"/>
                    </a:cubicBezTo>
                    <a:cubicBezTo>
                      <a:pt x="5553" y="913"/>
                      <a:pt x="5305" y="588"/>
                      <a:pt x="4964" y="510"/>
                    </a:cubicBezTo>
                    <a:cubicBezTo>
                      <a:pt x="4903" y="494"/>
                      <a:pt x="4843" y="486"/>
                      <a:pt x="4785" y="486"/>
                    </a:cubicBezTo>
                    <a:cubicBezTo>
                      <a:pt x="4293" y="486"/>
                      <a:pt x="3893" y="1033"/>
                      <a:pt x="3630" y="1518"/>
                    </a:cubicBezTo>
                    <a:cubicBezTo>
                      <a:pt x="3361" y="2013"/>
                      <a:pt x="2950" y="2573"/>
                      <a:pt x="2444" y="2573"/>
                    </a:cubicBezTo>
                    <a:cubicBezTo>
                      <a:pt x="2396" y="2573"/>
                      <a:pt x="2346" y="2568"/>
                      <a:pt x="2296" y="2557"/>
                    </a:cubicBezTo>
                    <a:cubicBezTo>
                      <a:pt x="2125" y="2557"/>
                      <a:pt x="2001" y="2480"/>
                      <a:pt x="1831" y="2449"/>
                    </a:cubicBezTo>
                    <a:cubicBezTo>
                      <a:pt x="1776" y="2433"/>
                      <a:pt x="1720" y="2426"/>
                      <a:pt x="1665" y="2426"/>
                    </a:cubicBezTo>
                    <a:cubicBezTo>
                      <a:pt x="1392" y="2426"/>
                      <a:pt x="1122" y="2602"/>
                      <a:pt x="916" y="2821"/>
                    </a:cubicBezTo>
                    <a:cubicBezTo>
                      <a:pt x="1" y="3767"/>
                      <a:pt x="78" y="5365"/>
                      <a:pt x="807" y="6450"/>
                    </a:cubicBezTo>
                    <a:cubicBezTo>
                      <a:pt x="1893" y="8110"/>
                      <a:pt x="4219" y="9056"/>
                      <a:pt x="6034" y="9428"/>
                    </a:cubicBezTo>
                    <a:cubicBezTo>
                      <a:pt x="5879" y="9754"/>
                      <a:pt x="5925" y="10157"/>
                      <a:pt x="6282" y="10374"/>
                    </a:cubicBezTo>
                    <a:cubicBezTo>
                      <a:pt x="6439" y="10453"/>
                      <a:pt x="6613" y="10485"/>
                      <a:pt x="6792" y="10485"/>
                    </a:cubicBezTo>
                    <a:cubicBezTo>
                      <a:pt x="7000" y="10485"/>
                      <a:pt x="7214" y="10441"/>
                      <a:pt x="7414" y="10374"/>
                    </a:cubicBezTo>
                    <a:cubicBezTo>
                      <a:pt x="7880" y="10235"/>
                      <a:pt x="8345" y="10048"/>
                      <a:pt x="8748" y="9831"/>
                    </a:cubicBezTo>
                    <a:cubicBezTo>
                      <a:pt x="9074" y="9661"/>
                      <a:pt x="9415" y="9444"/>
                      <a:pt x="9586" y="9118"/>
                    </a:cubicBezTo>
                    <a:cubicBezTo>
                      <a:pt x="9741" y="8792"/>
                      <a:pt x="9694" y="8342"/>
                      <a:pt x="9368" y="8172"/>
                    </a:cubicBezTo>
                    <a:cubicBezTo>
                      <a:pt x="10919" y="7117"/>
                      <a:pt x="11214" y="4961"/>
                      <a:pt x="10919" y="3131"/>
                    </a:cubicBezTo>
                    <a:cubicBezTo>
                      <a:pt x="10780" y="2247"/>
                      <a:pt x="10485" y="1317"/>
                      <a:pt x="9834" y="665"/>
                    </a:cubicBezTo>
                    <a:cubicBezTo>
                      <a:pt x="9434" y="265"/>
                      <a:pt x="8840" y="0"/>
                      <a:pt x="82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26"/>
              <p:cNvSpPr/>
              <p:nvPr/>
            </p:nvSpPr>
            <p:spPr>
              <a:xfrm>
                <a:off x="8388785" y="674601"/>
                <a:ext cx="21369" cy="65422"/>
              </a:xfrm>
              <a:custGeom>
                <a:avLst/>
                <a:gdLst/>
                <a:ahLst/>
                <a:cxnLst/>
                <a:rect l="l" t="t" r="r" b="b"/>
                <a:pathLst>
                  <a:path w="1738" h="5321" extrusionOk="0">
                    <a:moveTo>
                      <a:pt x="0" y="1"/>
                    </a:moveTo>
                    <a:lnTo>
                      <a:pt x="434" y="1319"/>
                    </a:lnTo>
                    <a:cubicBezTo>
                      <a:pt x="589" y="1738"/>
                      <a:pt x="683" y="2203"/>
                      <a:pt x="807" y="2607"/>
                    </a:cubicBezTo>
                    <a:cubicBezTo>
                      <a:pt x="915" y="3072"/>
                      <a:pt x="1008" y="3491"/>
                      <a:pt x="1086" y="3956"/>
                    </a:cubicBezTo>
                    <a:lnTo>
                      <a:pt x="1303" y="5321"/>
                    </a:lnTo>
                    <a:cubicBezTo>
                      <a:pt x="1551" y="4855"/>
                      <a:pt x="1613" y="4421"/>
                      <a:pt x="1675" y="3909"/>
                    </a:cubicBezTo>
                    <a:cubicBezTo>
                      <a:pt x="1737" y="3413"/>
                      <a:pt x="1675" y="2963"/>
                      <a:pt x="1551" y="2451"/>
                    </a:cubicBezTo>
                    <a:cubicBezTo>
                      <a:pt x="1474" y="1955"/>
                      <a:pt x="1272" y="1490"/>
                      <a:pt x="1008" y="1087"/>
                    </a:cubicBezTo>
                    <a:cubicBezTo>
                      <a:pt x="729" y="652"/>
                      <a:pt x="419" y="280"/>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26"/>
              <p:cNvSpPr/>
              <p:nvPr/>
            </p:nvSpPr>
            <p:spPr>
              <a:xfrm>
                <a:off x="8341683" y="692342"/>
                <a:ext cx="38533" cy="60073"/>
              </a:xfrm>
              <a:custGeom>
                <a:avLst/>
                <a:gdLst/>
                <a:ahLst/>
                <a:cxnLst/>
                <a:rect l="l" t="t" r="r" b="b"/>
                <a:pathLst>
                  <a:path w="3134" h="4886" extrusionOk="0">
                    <a:moveTo>
                      <a:pt x="0" y="0"/>
                    </a:moveTo>
                    <a:lnTo>
                      <a:pt x="0" y="0"/>
                    </a:lnTo>
                    <a:cubicBezTo>
                      <a:pt x="78" y="512"/>
                      <a:pt x="217" y="1008"/>
                      <a:pt x="372" y="1443"/>
                    </a:cubicBezTo>
                    <a:cubicBezTo>
                      <a:pt x="528" y="1939"/>
                      <a:pt x="729" y="2404"/>
                      <a:pt x="993" y="2823"/>
                    </a:cubicBezTo>
                    <a:cubicBezTo>
                      <a:pt x="1241" y="3257"/>
                      <a:pt x="1536" y="3645"/>
                      <a:pt x="1892" y="4017"/>
                    </a:cubicBezTo>
                    <a:cubicBezTo>
                      <a:pt x="2265" y="4390"/>
                      <a:pt x="2668" y="4684"/>
                      <a:pt x="3133" y="4886"/>
                    </a:cubicBezTo>
                    <a:lnTo>
                      <a:pt x="2342" y="3645"/>
                    </a:lnTo>
                    <a:cubicBezTo>
                      <a:pt x="2094" y="3242"/>
                      <a:pt x="1877" y="2854"/>
                      <a:pt x="1629" y="2451"/>
                    </a:cubicBezTo>
                    <a:cubicBezTo>
                      <a:pt x="1381" y="2048"/>
                      <a:pt x="1117" y="1613"/>
                      <a:pt x="869" y="1210"/>
                    </a:cubicBezTo>
                    <a:cubicBezTo>
                      <a:pt x="621" y="807"/>
                      <a:pt x="326" y="37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26"/>
              <p:cNvSpPr/>
              <p:nvPr/>
            </p:nvSpPr>
            <p:spPr>
              <a:xfrm>
                <a:off x="8367613" y="650011"/>
                <a:ext cx="31672" cy="12602"/>
              </a:xfrm>
              <a:custGeom>
                <a:avLst/>
                <a:gdLst/>
                <a:ahLst/>
                <a:cxnLst/>
                <a:rect l="l" t="t" r="r" b="b"/>
                <a:pathLst>
                  <a:path w="2576" h="1025" extrusionOk="0">
                    <a:moveTo>
                      <a:pt x="1" y="729"/>
                    </a:moveTo>
                    <a:lnTo>
                      <a:pt x="1" y="729"/>
                    </a:lnTo>
                    <a:cubicBezTo>
                      <a:pt x="119" y="847"/>
                      <a:pt x="248" y="921"/>
                      <a:pt x="389" y="960"/>
                    </a:cubicBezTo>
                    <a:lnTo>
                      <a:pt x="389" y="960"/>
                    </a:lnTo>
                    <a:cubicBezTo>
                      <a:pt x="341" y="943"/>
                      <a:pt x="294" y="923"/>
                      <a:pt x="249" y="900"/>
                    </a:cubicBezTo>
                    <a:cubicBezTo>
                      <a:pt x="171" y="853"/>
                      <a:pt x="78" y="776"/>
                      <a:pt x="1" y="729"/>
                    </a:cubicBezTo>
                    <a:close/>
                    <a:moveTo>
                      <a:pt x="2575" y="0"/>
                    </a:moveTo>
                    <a:cubicBezTo>
                      <a:pt x="2327" y="31"/>
                      <a:pt x="2079" y="78"/>
                      <a:pt x="1862" y="248"/>
                    </a:cubicBezTo>
                    <a:cubicBezTo>
                      <a:pt x="1487" y="512"/>
                      <a:pt x="1100" y="999"/>
                      <a:pt x="634" y="999"/>
                    </a:cubicBezTo>
                    <a:cubicBezTo>
                      <a:pt x="579" y="999"/>
                      <a:pt x="523" y="992"/>
                      <a:pt x="466" y="977"/>
                    </a:cubicBezTo>
                    <a:cubicBezTo>
                      <a:pt x="440" y="973"/>
                      <a:pt x="414" y="967"/>
                      <a:pt x="389" y="960"/>
                    </a:cubicBezTo>
                    <a:lnTo>
                      <a:pt x="389" y="960"/>
                    </a:lnTo>
                    <a:cubicBezTo>
                      <a:pt x="518" y="1005"/>
                      <a:pt x="655" y="1024"/>
                      <a:pt x="794" y="1024"/>
                    </a:cubicBezTo>
                    <a:cubicBezTo>
                      <a:pt x="1077" y="1024"/>
                      <a:pt x="1370" y="943"/>
                      <a:pt x="1629" y="822"/>
                    </a:cubicBezTo>
                    <a:cubicBezTo>
                      <a:pt x="2001" y="621"/>
                      <a:pt x="2342" y="326"/>
                      <a:pt x="2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26"/>
              <p:cNvSpPr/>
              <p:nvPr/>
            </p:nvSpPr>
            <p:spPr>
              <a:xfrm>
                <a:off x="8300875" y="658974"/>
                <a:ext cx="85819" cy="119003"/>
              </a:xfrm>
              <a:custGeom>
                <a:avLst/>
                <a:gdLst/>
                <a:ahLst/>
                <a:cxnLst/>
                <a:rect l="l" t="t" r="r" b="b"/>
                <a:pathLst>
                  <a:path w="6980" h="9679" extrusionOk="0">
                    <a:moveTo>
                      <a:pt x="4172" y="0"/>
                    </a:moveTo>
                    <a:cubicBezTo>
                      <a:pt x="3955" y="217"/>
                      <a:pt x="3753" y="512"/>
                      <a:pt x="3629" y="760"/>
                    </a:cubicBezTo>
                    <a:cubicBezTo>
                      <a:pt x="3358" y="1261"/>
                      <a:pt x="2941" y="1827"/>
                      <a:pt x="2428" y="1827"/>
                    </a:cubicBezTo>
                    <a:cubicBezTo>
                      <a:pt x="2384" y="1827"/>
                      <a:pt x="2340" y="1823"/>
                      <a:pt x="2296" y="1815"/>
                    </a:cubicBezTo>
                    <a:cubicBezTo>
                      <a:pt x="2109" y="1768"/>
                      <a:pt x="2001" y="1691"/>
                      <a:pt x="1830" y="1691"/>
                    </a:cubicBezTo>
                    <a:cubicBezTo>
                      <a:pt x="1780" y="1679"/>
                      <a:pt x="1730" y="1674"/>
                      <a:pt x="1680" y="1674"/>
                    </a:cubicBezTo>
                    <a:cubicBezTo>
                      <a:pt x="1394" y="1674"/>
                      <a:pt x="1127" y="1852"/>
                      <a:pt x="915" y="2063"/>
                    </a:cubicBezTo>
                    <a:cubicBezTo>
                      <a:pt x="0" y="3009"/>
                      <a:pt x="78" y="4607"/>
                      <a:pt x="791" y="5692"/>
                    </a:cubicBezTo>
                    <a:cubicBezTo>
                      <a:pt x="1877" y="7321"/>
                      <a:pt x="4203" y="8298"/>
                      <a:pt x="6049" y="8732"/>
                    </a:cubicBezTo>
                    <a:cubicBezTo>
                      <a:pt x="5878" y="9058"/>
                      <a:pt x="5925" y="9492"/>
                      <a:pt x="6297" y="9678"/>
                    </a:cubicBezTo>
                    <a:lnTo>
                      <a:pt x="6220" y="9601"/>
                    </a:lnTo>
                    <a:cubicBezTo>
                      <a:pt x="6111" y="9352"/>
                      <a:pt x="6142" y="9058"/>
                      <a:pt x="6328" y="8810"/>
                    </a:cubicBezTo>
                    <a:cubicBezTo>
                      <a:pt x="6499" y="8592"/>
                      <a:pt x="6731" y="8437"/>
                      <a:pt x="6979" y="8344"/>
                    </a:cubicBezTo>
                    <a:lnTo>
                      <a:pt x="6979" y="8344"/>
                    </a:lnTo>
                    <a:cubicBezTo>
                      <a:pt x="6795" y="8384"/>
                      <a:pt x="6610" y="8402"/>
                      <a:pt x="6425" y="8402"/>
                    </a:cubicBezTo>
                    <a:cubicBezTo>
                      <a:pt x="5600" y="8402"/>
                      <a:pt x="4777" y="8045"/>
                      <a:pt x="4017" y="7677"/>
                    </a:cubicBezTo>
                    <a:cubicBezTo>
                      <a:pt x="2963" y="7181"/>
                      <a:pt x="1939" y="6638"/>
                      <a:pt x="1256" y="5692"/>
                    </a:cubicBezTo>
                    <a:cubicBezTo>
                      <a:pt x="714" y="4932"/>
                      <a:pt x="543" y="3940"/>
                      <a:pt x="760" y="3009"/>
                    </a:cubicBezTo>
                    <a:cubicBezTo>
                      <a:pt x="838" y="2714"/>
                      <a:pt x="1008" y="2172"/>
                      <a:pt x="1303" y="2001"/>
                    </a:cubicBezTo>
                    <a:cubicBezTo>
                      <a:pt x="1435" y="1921"/>
                      <a:pt x="1594" y="1900"/>
                      <a:pt x="1764" y="1900"/>
                    </a:cubicBezTo>
                    <a:cubicBezTo>
                      <a:pt x="1949" y="1900"/>
                      <a:pt x="2147" y="1925"/>
                      <a:pt x="2335" y="1925"/>
                    </a:cubicBezTo>
                    <a:cubicBezTo>
                      <a:pt x="2440" y="1925"/>
                      <a:pt x="2542" y="1917"/>
                      <a:pt x="2637" y="1892"/>
                    </a:cubicBezTo>
                    <a:cubicBezTo>
                      <a:pt x="2854" y="1846"/>
                      <a:pt x="3040" y="1675"/>
                      <a:pt x="3211" y="1551"/>
                    </a:cubicBezTo>
                    <a:cubicBezTo>
                      <a:pt x="3629" y="1225"/>
                      <a:pt x="3940" y="760"/>
                      <a:pt x="4095" y="264"/>
                    </a:cubicBezTo>
                    <a:cubicBezTo>
                      <a:pt x="4126" y="186"/>
                      <a:pt x="4126" y="78"/>
                      <a:pt x="41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57" name="Google Shape;1657;p26"/>
          <p:cNvGrpSpPr/>
          <p:nvPr/>
        </p:nvGrpSpPr>
        <p:grpSpPr>
          <a:xfrm>
            <a:off x="-108968" y="379404"/>
            <a:ext cx="9033849" cy="4606560"/>
            <a:chOff x="-108968" y="379404"/>
            <a:chExt cx="9033849" cy="4606560"/>
          </a:xfrm>
        </p:grpSpPr>
        <p:grpSp>
          <p:nvGrpSpPr>
            <p:cNvPr id="1658" name="Google Shape;1658;p26"/>
            <p:cNvGrpSpPr/>
            <p:nvPr/>
          </p:nvGrpSpPr>
          <p:grpSpPr>
            <a:xfrm>
              <a:off x="8508523" y="3391034"/>
              <a:ext cx="416358" cy="1594930"/>
              <a:chOff x="10512770" y="3179919"/>
              <a:chExt cx="416358" cy="1594930"/>
            </a:xfrm>
          </p:grpSpPr>
          <p:sp>
            <p:nvSpPr>
              <p:cNvPr id="1659" name="Google Shape;1659;p26"/>
              <p:cNvSpPr/>
              <p:nvPr/>
            </p:nvSpPr>
            <p:spPr>
              <a:xfrm rot="10800000">
                <a:off x="10694807" y="4461480"/>
                <a:ext cx="64785" cy="64785"/>
              </a:xfrm>
              <a:custGeom>
                <a:avLst/>
                <a:gdLst/>
                <a:ahLst/>
                <a:cxnLst/>
                <a:rect l="l" t="t" r="r" b="b"/>
                <a:pathLst>
                  <a:path w="4576" h="4576" extrusionOk="0">
                    <a:moveTo>
                      <a:pt x="2295" y="0"/>
                    </a:moveTo>
                    <a:cubicBezTo>
                      <a:pt x="1008" y="0"/>
                      <a:pt x="0" y="1040"/>
                      <a:pt x="0" y="2280"/>
                    </a:cubicBezTo>
                    <a:cubicBezTo>
                      <a:pt x="0" y="3552"/>
                      <a:pt x="1008" y="4576"/>
                      <a:pt x="2295" y="4576"/>
                    </a:cubicBezTo>
                    <a:cubicBezTo>
                      <a:pt x="3567" y="4576"/>
                      <a:pt x="4575" y="3521"/>
                      <a:pt x="4575" y="2280"/>
                    </a:cubicBezTo>
                    <a:cubicBezTo>
                      <a:pt x="4575" y="1009"/>
                      <a:pt x="3567" y="0"/>
                      <a:pt x="22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26"/>
              <p:cNvSpPr/>
              <p:nvPr/>
            </p:nvSpPr>
            <p:spPr>
              <a:xfrm rot="10800000">
                <a:off x="10636173" y="4349482"/>
                <a:ext cx="40193" cy="40193"/>
              </a:xfrm>
              <a:custGeom>
                <a:avLst/>
                <a:gdLst/>
                <a:ahLst/>
                <a:cxnLst/>
                <a:rect l="l" t="t" r="r" b="b"/>
                <a:pathLst>
                  <a:path w="2839" h="2839" extrusionOk="0">
                    <a:moveTo>
                      <a:pt x="1412" y="0"/>
                    </a:moveTo>
                    <a:cubicBezTo>
                      <a:pt x="636" y="0"/>
                      <a:pt x="0" y="667"/>
                      <a:pt x="0" y="1427"/>
                    </a:cubicBezTo>
                    <a:cubicBezTo>
                      <a:pt x="0" y="2172"/>
                      <a:pt x="636" y="2839"/>
                      <a:pt x="1412" y="2839"/>
                    </a:cubicBezTo>
                    <a:cubicBezTo>
                      <a:pt x="2187" y="2839"/>
                      <a:pt x="2838" y="2172"/>
                      <a:pt x="2838" y="1427"/>
                    </a:cubicBezTo>
                    <a:cubicBezTo>
                      <a:pt x="2838" y="652"/>
                      <a:pt x="2171" y="0"/>
                      <a:pt x="14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26"/>
              <p:cNvSpPr/>
              <p:nvPr/>
            </p:nvSpPr>
            <p:spPr>
              <a:xfrm rot="10800000">
                <a:off x="10739397" y="4281187"/>
                <a:ext cx="116389" cy="116389"/>
              </a:xfrm>
              <a:custGeom>
                <a:avLst/>
                <a:gdLst/>
                <a:ahLst/>
                <a:cxnLst/>
                <a:rect l="l" t="t" r="r" b="b"/>
                <a:pathLst>
                  <a:path w="8221" h="8221" extrusionOk="0">
                    <a:moveTo>
                      <a:pt x="4111" y="0"/>
                    </a:moveTo>
                    <a:cubicBezTo>
                      <a:pt x="1800" y="0"/>
                      <a:pt x="1" y="1861"/>
                      <a:pt x="1" y="4110"/>
                    </a:cubicBezTo>
                    <a:cubicBezTo>
                      <a:pt x="1" y="6359"/>
                      <a:pt x="1846" y="8189"/>
                      <a:pt x="4111" y="8220"/>
                    </a:cubicBezTo>
                    <a:cubicBezTo>
                      <a:pt x="6406" y="8220"/>
                      <a:pt x="8221" y="6359"/>
                      <a:pt x="8221" y="4110"/>
                    </a:cubicBezTo>
                    <a:cubicBezTo>
                      <a:pt x="8221" y="1799"/>
                      <a:pt x="6360" y="0"/>
                      <a:pt x="41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26"/>
              <p:cNvSpPr/>
              <p:nvPr/>
            </p:nvSpPr>
            <p:spPr>
              <a:xfrm rot="10800000">
                <a:off x="10660117" y="4190057"/>
                <a:ext cx="56007" cy="56007"/>
              </a:xfrm>
              <a:custGeom>
                <a:avLst/>
                <a:gdLst/>
                <a:ahLst/>
                <a:cxnLst/>
                <a:rect l="l" t="t" r="r" b="b"/>
                <a:pathLst>
                  <a:path w="3956" h="3956" extrusionOk="0">
                    <a:moveTo>
                      <a:pt x="1971" y="1"/>
                    </a:moveTo>
                    <a:cubicBezTo>
                      <a:pt x="885" y="1"/>
                      <a:pt x="1" y="885"/>
                      <a:pt x="1" y="1986"/>
                    </a:cubicBezTo>
                    <a:cubicBezTo>
                      <a:pt x="1" y="3072"/>
                      <a:pt x="885" y="3956"/>
                      <a:pt x="1971" y="3956"/>
                    </a:cubicBezTo>
                    <a:cubicBezTo>
                      <a:pt x="3056" y="3956"/>
                      <a:pt x="3956" y="3056"/>
                      <a:pt x="3956" y="1986"/>
                    </a:cubicBezTo>
                    <a:cubicBezTo>
                      <a:pt x="3956" y="900"/>
                      <a:pt x="3056" y="1"/>
                      <a:pt x="19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26"/>
              <p:cNvSpPr/>
              <p:nvPr/>
            </p:nvSpPr>
            <p:spPr>
              <a:xfrm rot="10800000">
                <a:off x="10777379" y="4127914"/>
                <a:ext cx="52269" cy="52269"/>
              </a:xfrm>
              <a:custGeom>
                <a:avLst/>
                <a:gdLst/>
                <a:ahLst/>
                <a:cxnLst/>
                <a:rect l="l" t="t" r="r" b="b"/>
                <a:pathLst>
                  <a:path w="3692" h="3692" extrusionOk="0">
                    <a:moveTo>
                      <a:pt x="1846" y="1"/>
                    </a:moveTo>
                    <a:cubicBezTo>
                      <a:pt x="822" y="1"/>
                      <a:pt x="0" y="838"/>
                      <a:pt x="0" y="1846"/>
                    </a:cubicBezTo>
                    <a:cubicBezTo>
                      <a:pt x="0" y="2839"/>
                      <a:pt x="807" y="3692"/>
                      <a:pt x="1846" y="3692"/>
                    </a:cubicBezTo>
                    <a:cubicBezTo>
                      <a:pt x="2885" y="3692"/>
                      <a:pt x="3692" y="2870"/>
                      <a:pt x="3692" y="1846"/>
                    </a:cubicBezTo>
                    <a:cubicBezTo>
                      <a:pt x="3692" y="823"/>
                      <a:pt x="2854" y="1"/>
                      <a:pt x="18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26"/>
              <p:cNvSpPr/>
              <p:nvPr/>
            </p:nvSpPr>
            <p:spPr>
              <a:xfrm rot="10800000">
                <a:off x="10699633" y="4025801"/>
                <a:ext cx="44596" cy="44582"/>
              </a:xfrm>
              <a:custGeom>
                <a:avLst/>
                <a:gdLst/>
                <a:ahLst/>
                <a:cxnLst/>
                <a:rect l="l" t="t" r="r" b="b"/>
                <a:pathLst>
                  <a:path w="3150" h="3149" extrusionOk="0">
                    <a:moveTo>
                      <a:pt x="1583" y="0"/>
                    </a:moveTo>
                    <a:cubicBezTo>
                      <a:pt x="683" y="0"/>
                      <a:pt x="1" y="714"/>
                      <a:pt x="1" y="1567"/>
                    </a:cubicBezTo>
                    <a:cubicBezTo>
                      <a:pt x="1" y="2404"/>
                      <a:pt x="699" y="3102"/>
                      <a:pt x="1583" y="3149"/>
                    </a:cubicBezTo>
                    <a:cubicBezTo>
                      <a:pt x="2467" y="3149"/>
                      <a:pt x="3149" y="2420"/>
                      <a:pt x="3149" y="1567"/>
                    </a:cubicBezTo>
                    <a:cubicBezTo>
                      <a:pt x="3149" y="683"/>
                      <a:pt x="2436" y="0"/>
                      <a:pt x="15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26"/>
              <p:cNvSpPr/>
              <p:nvPr/>
            </p:nvSpPr>
            <p:spPr>
              <a:xfrm rot="10800000">
                <a:off x="10512770" y="4381541"/>
                <a:ext cx="79933" cy="79721"/>
              </a:xfrm>
              <a:custGeom>
                <a:avLst/>
                <a:gdLst/>
                <a:ahLst/>
                <a:cxnLst/>
                <a:rect l="l" t="t" r="r" b="b"/>
                <a:pathLst>
                  <a:path w="5646" h="5631" extrusionOk="0">
                    <a:moveTo>
                      <a:pt x="2823" y="0"/>
                    </a:moveTo>
                    <a:cubicBezTo>
                      <a:pt x="1241" y="0"/>
                      <a:pt x="0" y="1241"/>
                      <a:pt x="0" y="2808"/>
                    </a:cubicBezTo>
                    <a:cubicBezTo>
                      <a:pt x="0" y="4389"/>
                      <a:pt x="1303" y="5630"/>
                      <a:pt x="2839" y="5630"/>
                    </a:cubicBezTo>
                    <a:cubicBezTo>
                      <a:pt x="4405" y="5630"/>
                      <a:pt x="5646" y="4389"/>
                      <a:pt x="5646" y="2808"/>
                    </a:cubicBezTo>
                    <a:cubicBezTo>
                      <a:pt x="5646" y="1241"/>
                      <a:pt x="4390" y="0"/>
                      <a:pt x="28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26"/>
              <p:cNvSpPr/>
              <p:nvPr/>
            </p:nvSpPr>
            <p:spPr>
              <a:xfrm rot="10800000">
                <a:off x="10868731" y="4490901"/>
                <a:ext cx="60396" cy="60396"/>
              </a:xfrm>
              <a:custGeom>
                <a:avLst/>
                <a:gdLst/>
                <a:ahLst/>
                <a:cxnLst/>
                <a:rect l="l" t="t" r="r" b="b"/>
                <a:pathLst>
                  <a:path w="4266" h="4266" extrusionOk="0">
                    <a:moveTo>
                      <a:pt x="2125" y="0"/>
                    </a:moveTo>
                    <a:cubicBezTo>
                      <a:pt x="962" y="0"/>
                      <a:pt x="1" y="977"/>
                      <a:pt x="1" y="2141"/>
                    </a:cubicBezTo>
                    <a:cubicBezTo>
                      <a:pt x="1" y="3304"/>
                      <a:pt x="962" y="4265"/>
                      <a:pt x="2125" y="4265"/>
                    </a:cubicBezTo>
                    <a:cubicBezTo>
                      <a:pt x="3289" y="4265"/>
                      <a:pt x="4266" y="3304"/>
                      <a:pt x="4266" y="2141"/>
                    </a:cubicBezTo>
                    <a:cubicBezTo>
                      <a:pt x="4266" y="977"/>
                      <a:pt x="3289" y="0"/>
                      <a:pt x="2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26"/>
              <p:cNvSpPr/>
              <p:nvPr/>
            </p:nvSpPr>
            <p:spPr>
              <a:xfrm rot="10800000">
                <a:off x="10785065" y="4626383"/>
                <a:ext cx="28556" cy="28570"/>
              </a:xfrm>
              <a:custGeom>
                <a:avLst/>
                <a:gdLst/>
                <a:ahLst/>
                <a:cxnLst/>
                <a:rect l="l" t="t" r="r" b="b"/>
                <a:pathLst>
                  <a:path w="2017" h="2018" extrusionOk="0">
                    <a:moveTo>
                      <a:pt x="1009" y="1"/>
                    </a:moveTo>
                    <a:cubicBezTo>
                      <a:pt x="450" y="1"/>
                      <a:pt x="1" y="435"/>
                      <a:pt x="1" y="1009"/>
                    </a:cubicBezTo>
                    <a:cubicBezTo>
                      <a:pt x="1" y="1521"/>
                      <a:pt x="450" y="1971"/>
                      <a:pt x="1009" y="2017"/>
                    </a:cubicBezTo>
                    <a:cubicBezTo>
                      <a:pt x="1567" y="2017"/>
                      <a:pt x="2017" y="1567"/>
                      <a:pt x="2017" y="1009"/>
                    </a:cubicBezTo>
                    <a:cubicBezTo>
                      <a:pt x="2017" y="435"/>
                      <a:pt x="1567" y="1"/>
                      <a:pt x="10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26"/>
              <p:cNvSpPr/>
              <p:nvPr/>
            </p:nvSpPr>
            <p:spPr>
              <a:xfrm rot="10800000">
                <a:off x="10760034" y="4726968"/>
                <a:ext cx="47881" cy="47881"/>
              </a:xfrm>
              <a:custGeom>
                <a:avLst/>
                <a:gdLst/>
                <a:ahLst/>
                <a:cxnLst/>
                <a:rect l="l" t="t" r="r" b="b"/>
                <a:pathLst>
                  <a:path w="3382" h="3382" extrusionOk="0">
                    <a:moveTo>
                      <a:pt x="1691" y="1"/>
                    </a:moveTo>
                    <a:cubicBezTo>
                      <a:pt x="761" y="1"/>
                      <a:pt x="1" y="761"/>
                      <a:pt x="1" y="1691"/>
                    </a:cubicBezTo>
                    <a:cubicBezTo>
                      <a:pt x="1" y="2622"/>
                      <a:pt x="761" y="3382"/>
                      <a:pt x="1691" y="3382"/>
                    </a:cubicBezTo>
                    <a:cubicBezTo>
                      <a:pt x="2622" y="3382"/>
                      <a:pt x="3382" y="2622"/>
                      <a:pt x="3382" y="1691"/>
                    </a:cubicBezTo>
                    <a:cubicBezTo>
                      <a:pt x="3382" y="761"/>
                      <a:pt x="2622" y="1"/>
                      <a:pt x="1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26"/>
              <p:cNvSpPr/>
              <p:nvPr/>
            </p:nvSpPr>
            <p:spPr>
              <a:xfrm rot="10800000">
                <a:off x="10751469" y="3804446"/>
                <a:ext cx="60396" cy="60396"/>
              </a:xfrm>
              <a:custGeom>
                <a:avLst/>
                <a:gdLst/>
                <a:ahLst/>
                <a:cxnLst/>
                <a:rect l="l" t="t" r="r" b="b"/>
                <a:pathLst>
                  <a:path w="4266" h="4266" extrusionOk="0">
                    <a:moveTo>
                      <a:pt x="2126" y="0"/>
                    </a:moveTo>
                    <a:cubicBezTo>
                      <a:pt x="962" y="0"/>
                      <a:pt x="1" y="977"/>
                      <a:pt x="1" y="2141"/>
                    </a:cubicBezTo>
                    <a:cubicBezTo>
                      <a:pt x="1" y="3304"/>
                      <a:pt x="962" y="4234"/>
                      <a:pt x="2126" y="4265"/>
                    </a:cubicBezTo>
                    <a:cubicBezTo>
                      <a:pt x="3289" y="4265"/>
                      <a:pt x="4266" y="3304"/>
                      <a:pt x="4266" y="2141"/>
                    </a:cubicBezTo>
                    <a:cubicBezTo>
                      <a:pt x="4266" y="977"/>
                      <a:pt x="3289" y="0"/>
                      <a:pt x="21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26"/>
              <p:cNvSpPr/>
              <p:nvPr/>
            </p:nvSpPr>
            <p:spPr>
              <a:xfrm rot="10800000">
                <a:off x="10805710" y="3637556"/>
                <a:ext cx="47654" cy="47654"/>
              </a:xfrm>
              <a:custGeom>
                <a:avLst/>
                <a:gdLst/>
                <a:ahLst/>
                <a:cxnLst/>
                <a:rect l="l" t="t" r="r" b="b"/>
                <a:pathLst>
                  <a:path w="3366" h="3366" extrusionOk="0">
                    <a:moveTo>
                      <a:pt x="1675" y="0"/>
                    </a:moveTo>
                    <a:cubicBezTo>
                      <a:pt x="745" y="0"/>
                      <a:pt x="0" y="745"/>
                      <a:pt x="0" y="1691"/>
                    </a:cubicBezTo>
                    <a:cubicBezTo>
                      <a:pt x="0" y="2621"/>
                      <a:pt x="745" y="3366"/>
                      <a:pt x="1675" y="3366"/>
                    </a:cubicBezTo>
                    <a:cubicBezTo>
                      <a:pt x="2622" y="3366"/>
                      <a:pt x="3366" y="2621"/>
                      <a:pt x="3366" y="1691"/>
                    </a:cubicBezTo>
                    <a:cubicBezTo>
                      <a:pt x="3366" y="745"/>
                      <a:pt x="2622" y="0"/>
                      <a:pt x="16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26"/>
              <p:cNvSpPr/>
              <p:nvPr/>
            </p:nvSpPr>
            <p:spPr>
              <a:xfrm rot="10800000">
                <a:off x="10879489" y="3471756"/>
                <a:ext cx="20217" cy="20217"/>
              </a:xfrm>
              <a:custGeom>
                <a:avLst/>
                <a:gdLst/>
                <a:ahLst/>
                <a:cxnLst/>
                <a:rect l="l" t="t" r="r" b="b"/>
                <a:pathLst>
                  <a:path w="1428" h="1428" extrusionOk="0">
                    <a:moveTo>
                      <a:pt x="714" y="1"/>
                    </a:moveTo>
                    <a:cubicBezTo>
                      <a:pt x="327" y="1"/>
                      <a:pt x="1" y="311"/>
                      <a:pt x="1" y="714"/>
                    </a:cubicBezTo>
                    <a:cubicBezTo>
                      <a:pt x="1" y="1117"/>
                      <a:pt x="327" y="1427"/>
                      <a:pt x="714" y="1427"/>
                    </a:cubicBezTo>
                    <a:cubicBezTo>
                      <a:pt x="1102" y="1427"/>
                      <a:pt x="1428" y="1117"/>
                      <a:pt x="1428" y="714"/>
                    </a:cubicBezTo>
                    <a:cubicBezTo>
                      <a:pt x="1428" y="326"/>
                      <a:pt x="1102" y="1"/>
                      <a:pt x="7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26"/>
              <p:cNvSpPr/>
              <p:nvPr/>
            </p:nvSpPr>
            <p:spPr>
              <a:xfrm rot="10800000">
                <a:off x="10780009" y="3338239"/>
                <a:ext cx="16040" cy="16040"/>
              </a:xfrm>
              <a:custGeom>
                <a:avLst/>
                <a:gdLst/>
                <a:ahLst/>
                <a:cxnLst/>
                <a:rect l="l" t="t" r="r" b="b"/>
                <a:pathLst>
                  <a:path w="1133" h="1133" extrusionOk="0">
                    <a:moveTo>
                      <a:pt x="559" y="0"/>
                    </a:moveTo>
                    <a:cubicBezTo>
                      <a:pt x="233" y="0"/>
                      <a:pt x="0" y="233"/>
                      <a:pt x="0" y="558"/>
                    </a:cubicBezTo>
                    <a:cubicBezTo>
                      <a:pt x="0" y="900"/>
                      <a:pt x="233" y="1132"/>
                      <a:pt x="559" y="1132"/>
                    </a:cubicBezTo>
                    <a:cubicBezTo>
                      <a:pt x="900" y="1132"/>
                      <a:pt x="1133" y="900"/>
                      <a:pt x="1133" y="558"/>
                    </a:cubicBezTo>
                    <a:cubicBezTo>
                      <a:pt x="1133" y="233"/>
                      <a:pt x="900" y="0"/>
                      <a:pt x="5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26"/>
              <p:cNvSpPr/>
              <p:nvPr/>
            </p:nvSpPr>
            <p:spPr>
              <a:xfrm rot="10800000">
                <a:off x="10831393" y="3179919"/>
                <a:ext cx="36243" cy="36243"/>
              </a:xfrm>
              <a:custGeom>
                <a:avLst/>
                <a:gdLst/>
                <a:ahLst/>
                <a:cxnLst/>
                <a:rect l="l" t="t" r="r" b="b"/>
                <a:pathLst>
                  <a:path w="2560" h="2560" extrusionOk="0">
                    <a:moveTo>
                      <a:pt x="1272" y="1"/>
                    </a:moveTo>
                    <a:cubicBezTo>
                      <a:pt x="559" y="1"/>
                      <a:pt x="0" y="606"/>
                      <a:pt x="0" y="1272"/>
                    </a:cubicBezTo>
                    <a:cubicBezTo>
                      <a:pt x="0" y="1955"/>
                      <a:pt x="559" y="2529"/>
                      <a:pt x="1272" y="2560"/>
                    </a:cubicBezTo>
                    <a:cubicBezTo>
                      <a:pt x="2001" y="2560"/>
                      <a:pt x="2559" y="1955"/>
                      <a:pt x="2559" y="1272"/>
                    </a:cubicBezTo>
                    <a:cubicBezTo>
                      <a:pt x="2559" y="559"/>
                      <a:pt x="1955" y="1"/>
                      <a:pt x="12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4" name="Google Shape;1674;p26"/>
            <p:cNvGrpSpPr/>
            <p:nvPr/>
          </p:nvGrpSpPr>
          <p:grpSpPr>
            <a:xfrm>
              <a:off x="-108968" y="379404"/>
              <a:ext cx="828973" cy="1571891"/>
              <a:chOff x="8765844" y="4532342"/>
              <a:chExt cx="828973" cy="1571891"/>
            </a:xfrm>
          </p:grpSpPr>
          <p:sp>
            <p:nvSpPr>
              <p:cNvPr id="1675" name="Google Shape;1675;p26"/>
              <p:cNvSpPr/>
              <p:nvPr/>
            </p:nvSpPr>
            <p:spPr>
              <a:xfrm>
                <a:off x="8765844" y="6042337"/>
                <a:ext cx="70929" cy="61897"/>
              </a:xfrm>
              <a:custGeom>
                <a:avLst/>
                <a:gdLst/>
                <a:ahLst/>
                <a:cxnLst/>
                <a:rect l="l" t="t" r="r" b="b"/>
                <a:pathLst>
                  <a:path w="5010" h="4372" extrusionOk="0">
                    <a:moveTo>
                      <a:pt x="2507" y="1"/>
                    </a:moveTo>
                    <a:cubicBezTo>
                      <a:pt x="1751" y="1"/>
                      <a:pt x="1012" y="398"/>
                      <a:pt x="605" y="1098"/>
                    </a:cubicBezTo>
                    <a:cubicBezTo>
                      <a:pt x="0" y="2153"/>
                      <a:pt x="372" y="3471"/>
                      <a:pt x="1412" y="4091"/>
                    </a:cubicBezTo>
                    <a:cubicBezTo>
                      <a:pt x="1752" y="4281"/>
                      <a:pt x="2121" y="4371"/>
                      <a:pt x="2485" y="4371"/>
                    </a:cubicBezTo>
                    <a:cubicBezTo>
                      <a:pt x="3250" y="4371"/>
                      <a:pt x="3995" y="3973"/>
                      <a:pt x="4405" y="3269"/>
                    </a:cubicBezTo>
                    <a:cubicBezTo>
                      <a:pt x="5010" y="2230"/>
                      <a:pt x="4638" y="881"/>
                      <a:pt x="3583" y="291"/>
                    </a:cubicBezTo>
                    <a:cubicBezTo>
                      <a:pt x="3244" y="94"/>
                      <a:pt x="2873" y="1"/>
                      <a:pt x="25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26"/>
              <p:cNvSpPr/>
              <p:nvPr/>
            </p:nvSpPr>
            <p:spPr>
              <a:xfrm>
                <a:off x="8945914" y="5744141"/>
                <a:ext cx="141193" cy="123567"/>
              </a:xfrm>
              <a:custGeom>
                <a:avLst/>
                <a:gdLst/>
                <a:ahLst/>
                <a:cxnLst/>
                <a:rect l="l" t="t" r="r" b="b"/>
                <a:pathLst>
                  <a:path w="9973" h="8728" extrusionOk="0">
                    <a:moveTo>
                      <a:pt x="4981" y="0"/>
                    </a:moveTo>
                    <a:cubicBezTo>
                      <a:pt x="3474" y="0"/>
                      <a:pt x="2012" y="791"/>
                      <a:pt x="1210" y="2198"/>
                    </a:cubicBezTo>
                    <a:cubicBezTo>
                      <a:pt x="0" y="4292"/>
                      <a:pt x="713" y="6944"/>
                      <a:pt x="2807" y="8138"/>
                    </a:cubicBezTo>
                    <a:cubicBezTo>
                      <a:pt x="3498" y="8537"/>
                      <a:pt x="4251" y="8727"/>
                      <a:pt x="4993" y="8727"/>
                    </a:cubicBezTo>
                    <a:cubicBezTo>
                      <a:pt x="6501" y="8727"/>
                      <a:pt x="7963" y="7944"/>
                      <a:pt x="8763" y="6541"/>
                    </a:cubicBezTo>
                    <a:cubicBezTo>
                      <a:pt x="9973" y="4447"/>
                      <a:pt x="9244" y="1779"/>
                      <a:pt x="7150" y="585"/>
                    </a:cubicBezTo>
                    <a:cubicBezTo>
                      <a:pt x="6463" y="188"/>
                      <a:pt x="5717" y="0"/>
                      <a:pt x="49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26"/>
              <p:cNvSpPr/>
              <p:nvPr/>
            </p:nvSpPr>
            <p:spPr>
              <a:xfrm>
                <a:off x="9282112" y="5761613"/>
                <a:ext cx="161183" cy="141264"/>
              </a:xfrm>
              <a:custGeom>
                <a:avLst/>
                <a:gdLst/>
                <a:ahLst/>
                <a:cxnLst/>
                <a:rect l="l" t="t" r="r" b="b"/>
                <a:pathLst>
                  <a:path w="11385" h="9978" extrusionOk="0">
                    <a:moveTo>
                      <a:pt x="5680" y="0"/>
                    </a:moveTo>
                    <a:cubicBezTo>
                      <a:pt x="3960" y="0"/>
                      <a:pt x="2290" y="904"/>
                      <a:pt x="1365" y="2484"/>
                    </a:cubicBezTo>
                    <a:cubicBezTo>
                      <a:pt x="0" y="4919"/>
                      <a:pt x="807" y="7912"/>
                      <a:pt x="3164" y="9293"/>
                    </a:cubicBezTo>
                    <a:cubicBezTo>
                      <a:pt x="3952" y="9758"/>
                      <a:pt x="4811" y="9978"/>
                      <a:pt x="5658" y="9978"/>
                    </a:cubicBezTo>
                    <a:cubicBezTo>
                      <a:pt x="7378" y="9978"/>
                      <a:pt x="9048" y="9073"/>
                      <a:pt x="9973" y="7494"/>
                    </a:cubicBezTo>
                    <a:cubicBezTo>
                      <a:pt x="11384" y="5105"/>
                      <a:pt x="10531" y="2065"/>
                      <a:pt x="8174" y="685"/>
                    </a:cubicBezTo>
                    <a:cubicBezTo>
                      <a:pt x="7386" y="219"/>
                      <a:pt x="6527" y="0"/>
                      <a:pt x="56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26"/>
              <p:cNvSpPr/>
              <p:nvPr/>
            </p:nvSpPr>
            <p:spPr>
              <a:xfrm>
                <a:off x="9140256" y="5539123"/>
                <a:ext cx="80811" cy="70816"/>
              </a:xfrm>
              <a:custGeom>
                <a:avLst/>
                <a:gdLst/>
                <a:ahLst/>
                <a:cxnLst/>
                <a:rect l="l" t="t" r="r" b="b"/>
                <a:pathLst>
                  <a:path w="5708" h="5002" extrusionOk="0">
                    <a:moveTo>
                      <a:pt x="2844" y="0"/>
                    </a:moveTo>
                    <a:cubicBezTo>
                      <a:pt x="1977" y="0"/>
                      <a:pt x="1141" y="449"/>
                      <a:pt x="682" y="1262"/>
                    </a:cubicBezTo>
                    <a:cubicBezTo>
                      <a:pt x="0" y="2456"/>
                      <a:pt x="403" y="3991"/>
                      <a:pt x="1613" y="4674"/>
                    </a:cubicBezTo>
                    <a:cubicBezTo>
                      <a:pt x="2002" y="4896"/>
                      <a:pt x="2427" y="5001"/>
                      <a:pt x="2847" y="5001"/>
                    </a:cubicBezTo>
                    <a:cubicBezTo>
                      <a:pt x="3717" y="5001"/>
                      <a:pt x="4565" y="4549"/>
                      <a:pt x="5025" y="3743"/>
                    </a:cubicBezTo>
                    <a:cubicBezTo>
                      <a:pt x="5708" y="2533"/>
                      <a:pt x="5289" y="1013"/>
                      <a:pt x="4095" y="331"/>
                    </a:cubicBezTo>
                    <a:cubicBezTo>
                      <a:pt x="3698" y="107"/>
                      <a:pt x="3267" y="0"/>
                      <a:pt x="28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26"/>
              <p:cNvSpPr/>
              <p:nvPr/>
            </p:nvSpPr>
            <p:spPr>
              <a:xfrm>
                <a:off x="8996192" y="5987104"/>
                <a:ext cx="70717" cy="61939"/>
              </a:xfrm>
              <a:custGeom>
                <a:avLst/>
                <a:gdLst/>
                <a:ahLst/>
                <a:cxnLst/>
                <a:rect l="l" t="t" r="r" b="b"/>
                <a:pathLst>
                  <a:path w="4995" h="4375" extrusionOk="0">
                    <a:moveTo>
                      <a:pt x="2507" y="1"/>
                    </a:moveTo>
                    <a:cubicBezTo>
                      <a:pt x="1747" y="1"/>
                      <a:pt x="1003" y="395"/>
                      <a:pt x="606" y="1106"/>
                    </a:cubicBezTo>
                    <a:cubicBezTo>
                      <a:pt x="1" y="2145"/>
                      <a:pt x="342" y="3463"/>
                      <a:pt x="1412" y="4084"/>
                    </a:cubicBezTo>
                    <a:cubicBezTo>
                      <a:pt x="1756" y="4281"/>
                      <a:pt x="2130" y="4375"/>
                      <a:pt x="2499" y="4375"/>
                    </a:cubicBezTo>
                    <a:cubicBezTo>
                      <a:pt x="3260" y="4375"/>
                      <a:pt x="3998" y="3977"/>
                      <a:pt x="4405" y="3277"/>
                    </a:cubicBezTo>
                    <a:cubicBezTo>
                      <a:pt x="4995" y="2223"/>
                      <a:pt x="4638" y="889"/>
                      <a:pt x="3583" y="284"/>
                    </a:cubicBezTo>
                    <a:cubicBezTo>
                      <a:pt x="3245" y="92"/>
                      <a:pt x="2874" y="1"/>
                      <a:pt x="25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26"/>
              <p:cNvSpPr/>
              <p:nvPr/>
            </p:nvSpPr>
            <p:spPr>
              <a:xfrm>
                <a:off x="9397180" y="5317341"/>
                <a:ext cx="70929" cy="61939"/>
              </a:xfrm>
              <a:custGeom>
                <a:avLst/>
                <a:gdLst/>
                <a:ahLst/>
                <a:cxnLst/>
                <a:rect l="l" t="t" r="r" b="b"/>
                <a:pathLst>
                  <a:path w="5010" h="4375" extrusionOk="0">
                    <a:moveTo>
                      <a:pt x="2510" y="0"/>
                    </a:moveTo>
                    <a:cubicBezTo>
                      <a:pt x="1753" y="0"/>
                      <a:pt x="1013" y="394"/>
                      <a:pt x="605" y="1106"/>
                    </a:cubicBezTo>
                    <a:cubicBezTo>
                      <a:pt x="0" y="2145"/>
                      <a:pt x="372" y="3494"/>
                      <a:pt x="1412" y="4084"/>
                    </a:cubicBezTo>
                    <a:cubicBezTo>
                      <a:pt x="1756" y="4281"/>
                      <a:pt x="2130" y="4374"/>
                      <a:pt x="2499" y="4374"/>
                    </a:cubicBezTo>
                    <a:cubicBezTo>
                      <a:pt x="3259" y="4374"/>
                      <a:pt x="3998" y="3977"/>
                      <a:pt x="4405" y="3277"/>
                    </a:cubicBezTo>
                    <a:cubicBezTo>
                      <a:pt x="5010" y="2222"/>
                      <a:pt x="4638" y="889"/>
                      <a:pt x="3583" y="284"/>
                    </a:cubicBezTo>
                    <a:cubicBezTo>
                      <a:pt x="3245" y="92"/>
                      <a:pt x="2876" y="0"/>
                      <a:pt x="25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26"/>
              <p:cNvSpPr/>
              <p:nvPr/>
            </p:nvSpPr>
            <p:spPr>
              <a:xfrm>
                <a:off x="9326684" y="5560248"/>
                <a:ext cx="80599" cy="70816"/>
              </a:xfrm>
              <a:custGeom>
                <a:avLst/>
                <a:gdLst/>
                <a:ahLst/>
                <a:cxnLst/>
                <a:rect l="l" t="t" r="r" b="b"/>
                <a:pathLst>
                  <a:path w="5693" h="5002" extrusionOk="0">
                    <a:moveTo>
                      <a:pt x="2851" y="0"/>
                    </a:moveTo>
                    <a:cubicBezTo>
                      <a:pt x="1978" y="0"/>
                      <a:pt x="1133" y="453"/>
                      <a:pt x="683" y="1258"/>
                    </a:cubicBezTo>
                    <a:cubicBezTo>
                      <a:pt x="1" y="2422"/>
                      <a:pt x="388" y="3957"/>
                      <a:pt x="1614" y="4671"/>
                    </a:cubicBezTo>
                    <a:cubicBezTo>
                      <a:pt x="2006" y="4895"/>
                      <a:pt x="2434" y="5002"/>
                      <a:pt x="2857" y="5002"/>
                    </a:cubicBezTo>
                    <a:cubicBezTo>
                      <a:pt x="3724" y="5002"/>
                      <a:pt x="4567" y="4553"/>
                      <a:pt x="5026" y="3740"/>
                    </a:cubicBezTo>
                    <a:cubicBezTo>
                      <a:pt x="5693" y="2546"/>
                      <a:pt x="5289" y="1010"/>
                      <a:pt x="4095" y="328"/>
                    </a:cubicBezTo>
                    <a:cubicBezTo>
                      <a:pt x="3701" y="106"/>
                      <a:pt x="3273" y="0"/>
                      <a:pt x="28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26"/>
              <p:cNvSpPr/>
              <p:nvPr/>
            </p:nvSpPr>
            <p:spPr>
              <a:xfrm>
                <a:off x="9380260" y="5029765"/>
                <a:ext cx="90268" cy="79098"/>
              </a:xfrm>
              <a:custGeom>
                <a:avLst/>
                <a:gdLst/>
                <a:ahLst/>
                <a:cxnLst/>
                <a:rect l="l" t="t" r="r" b="b"/>
                <a:pathLst>
                  <a:path w="6376" h="5587" extrusionOk="0">
                    <a:moveTo>
                      <a:pt x="3214" y="1"/>
                    </a:moveTo>
                    <a:cubicBezTo>
                      <a:pt x="2231" y="1"/>
                      <a:pt x="1260" y="506"/>
                      <a:pt x="745" y="1409"/>
                    </a:cubicBezTo>
                    <a:cubicBezTo>
                      <a:pt x="1" y="2774"/>
                      <a:pt x="435" y="4465"/>
                      <a:pt x="1800" y="5225"/>
                    </a:cubicBezTo>
                    <a:cubicBezTo>
                      <a:pt x="2226" y="5470"/>
                      <a:pt x="2696" y="5586"/>
                      <a:pt x="3163" y="5586"/>
                    </a:cubicBezTo>
                    <a:cubicBezTo>
                      <a:pt x="4139" y="5586"/>
                      <a:pt x="5101" y="5078"/>
                      <a:pt x="5615" y="4186"/>
                    </a:cubicBezTo>
                    <a:cubicBezTo>
                      <a:pt x="6375" y="2867"/>
                      <a:pt x="5910" y="1115"/>
                      <a:pt x="4576" y="355"/>
                    </a:cubicBezTo>
                    <a:cubicBezTo>
                      <a:pt x="4151" y="115"/>
                      <a:pt x="3681" y="1"/>
                      <a:pt x="32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26"/>
              <p:cNvSpPr/>
              <p:nvPr/>
            </p:nvSpPr>
            <p:spPr>
              <a:xfrm>
                <a:off x="9507193" y="4679479"/>
                <a:ext cx="14950" cy="14724"/>
              </a:xfrm>
              <a:custGeom>
                <a:avLst/>
                <a:gdLst/>
                <a:ahLst/>
                <a:cxnLst/>
                <a:rect l="l" t="t" r="r" b="b"/>
                <a:pathLst>
                  <a:path w="1056" h="1040" extrusionOk="0">
                    <a:moveTo>
                      <a:pt x="528" y="0"/>
                    </a:moveTo>
                    <a:cubicBezTo>
                      <a:pt x="233" y="0"/>
                      <a:pt x="1" y="233"/>
                      <a:pt x="1" y="512"/>
                    </a:cubicBezTo>
                    <a:cubicBezTo>
                      <a:pt x="1" y="807"/>
                      <a:pt x="233" y="1039"/>
                      <a:pt x="528" y="1039"/>
                    </a:cubicBezTo>
                    <a:cubicBezTo>
                      <a:pt x="823" y="1039"/>
                      <a:pt x="1055" y="807"/>
                      <a:pt x="1055" y="512"/>
                    </a:cubicBezTo>
                    <a:cubicBezTo>
                      <a:pt x="1009" y="248"/>
                      <a:pt x="807" y="0"/>
                      <a:pt x="5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26"/>
              <p:cNvSpPr/>
              <p:nvPr/>
            </p:nvSpPr>
            <p:spPr>
              <a:xfrm>
                <a:off x="9349522" y="4532342"/>
                <a:ext cx="36470" cy="36243"/>
              </a:xfrm>
              <a:custGeom>
                <a:avLst/>
                <a:gdLst/>
                <a:ahLst/>
                <a:cxnLst/>
                <a:rect l="l" t="t" r="r" b="b"/>
                <a:pathLst>
                  <a:path w="2576" h="2560" extrusionOk="0">
                    <a:moveTo>
                      <a:pt x="1272" y="1"/>
                    </a:moveTo>
                    <a:cubicBezTo>
                      <a:pt x="559" y="1"/>
                      <a:pt x="1" y="559"/>
                      <a:pt x="1" y="1273"/>
                    </a:cubicBezTo>
                    <a:cubicBezTo>
                      <a:pt x="1" y="1986"/>
                      <a:pt x="559" y="2560"/>
                      <a:pt x="1272" y="2560"/>
                    </a:cubicBezTo>
                    <a:cubicBezTo>
                      <a:pt x="1986" y="2560"/>
                      <a:pt x="2560" y="1986"/>
                      <a:pt x="2560" y="1273"/>
                    </a:cubicBezTo>
                    <a:cubicBezTo>
                      <a:pt x="2575" y="621"/>
                      <a:pt x="1986" y="1"/>
                      <a:pt x="12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26"/>
              <p:cNvSpPr/>
              <p:nvPr/>
            </p:nvSpPr>
            <p:spPr>
              <a:xfrm>
                <a:off x="9481721" y="5006020"/>
                <a:ext cx="21534" cy="21307"/>
              </a:xfrm>
              <a:custGeom>
                <a:avLst/>
                <a:gdLst/>
                <a:ahLst/>
                <a:cxnLst/>
                <a:rect l="l" t="t" r="r" b="b"/>
                <a:pathLst>
                  <a:path w="1521" h="1505" extrusionOk="0">
                    <a:moveTo>
                      <a:pt x="760" y="0"/>
                    </a:moveTo>
                    <a:cubicBezTo>
                      <a:pt x="311" y="0"/>
                      <a:pt x="0" y="372"/>
                      <a:pt x="0" y="760"/>
                    </a:cubicBezTo>
                    <a:cubicBezTo>
                      <a:pt x="0" y="1194"/>
                      <a:pt x="373" y="1504"/>
                      <a:pt x="760" y="1504"/>
                    </a:cubicBezTo>
                    <a:cubicBezTo>
                      <a:pt x="1195" y="1504"/>
                      <a:pt x="1520" y="1148"/>
                      <a:pt x="1520" y="760"/>
                    </a:cubicBezTo>
                    <a:cubicBezTo>
                      <a:pt x="1520" y="372"/>
                      <a:pt x="1210" y="0"/>
                      <a:pt x="7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26"/>
              <p:cNvSpPr/>
              <p:nvPr/>
            </p:nvSpPr>
            <p:spPr>
              <a:xfrm>
                <a:off x="9558575" y="4888532"/>
                <a:ext cx="36243" cy="36243"/>
              </a:xfrm>
              <a:custGeom>
                <a:avLst/>
                <a:gdLst/>
                <a:ahLst/>
                <a:cxnLst/>
                <a:rect l="l" t="t" r="r" b="b"/>
                <a:pathLst>
                  <a:path w="2560" h="2560" extrusionOk="0">
                    <a:moveTo>
                      <a:pt x="1288" y="0"/>
                    </a:moveTo>
                    <a:cubicBezTo>
                      <a:pt x="559" y="0"/>
                      <a:pt x="1" y="559"/>
                      <a:pt x="1" y="1288"/>
                    </a:cubicBezTo>
                    <a:cubicBezTo>
                      <a:pt x="1" y="2001"/>
                      <a:pt x="559" y="2559"/>
                      <a:pt x="1288" y="2559"/>
                    </a:cubicBezTo>
                    <a:cubicBezTo>
                      <a:pt x="2001" y="2559"/>
                      <a:pt x="2560" y="2001"/>
                      <a:pt x="2560" y="1288"/>
                    </a:cubicBezTo>
                    <a:cubicBezTo>
                      <a:pt x="2560" y="559"/>
                      <a:pt x="2001" y="0"/>
                      <a:pt x="128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26"/>
              <p:cNvSpPr/>
              <p:nvPr/>
            </p:nvSpPr>
            <p:spPr>
              <a:xfrm>
                <a:off x="9433185" y="5542040"/>
                <a:ext cx="44370" cy="44596"/>
              </a:xfrm>
              <a:custGeom>
                <a:avLst/>
                <a:gdLst/>
                <a:ahLst/>
                <a:cxnLst/>
                <a:rect l="l" t="t" r="r" b="b"/>
                <a:pathLst>
                  <a:path w="3134" h="3150" extrusionOk="0">
                    <a:moveTo>
                      <a:pt x="1567" y="1"/>
                    </a:moveTo>
                    <a:cubicBezTo>
                      <a:pt x="714" y="1"/>
                      <a:pt x="1" y="683"/>
                      <a:pt x="1" y="1583"/>
                    </a:cubicBezTo>
                    <a:cubicBezTo>
                      <a:pt x="1" y="2436"/>
                      <a:pt x="683" y="3149"/>
                      <a:pt x="1567" y="3149"/>
                    </a:cubicBezTo>
                    <a:cubicBezTo>
                      <a:pt x="2420" y="3149"/>
                      <a:pt x="3134" y="2467"/>
                      <a:pt x="3134" y="1583"/>
                    </a:cubicBezTo>
                    <a:cubicBezTo>
                      <a:pt x="3134" y="683"/>
                      <a:pt x="2436" y="1"/>
                      <a:pt x="15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26"/>
              <p:cNvSpPr/>
              <p:nvPr/>
            </p:nvSpPr>
            <p:spPr>
              <a:xfrm>
                <a:off x="9433624" y="5883519"/>
                <a:ext cx="14950" cy="14936"/>
              </a:xfrm>
              <a:custGeom>
                <a:avLst/>
                <a:gdLst/>
                <a:ahLst/>
                <a:cxnLst/>
                <a:rect l="l" t="t" r="r" b="b"/>
                <a:pathLst>
                  <a:path w="1056" h="1055" extrusionOk="0">
                    <a:moveTo>
                      <a:pt x="528" y="0"/>
                    </a:moveTo>
                    <a:cubicBezTo>
                      <a:pt x="233" y="0"/>
                      <a:pt x="1" y="233"/>
                      <a:pt x="1" y="528"/>
                    </a:cubicBezTo>
                    <a:cubicBezTo>
                      <a:pt x="1" y="822"/>
                      <a:pt x="233" y="1055"/>
                      <a:pt x="528" y="1055"/>
                    </a:cubicBezTo>
                    <a:cubicBezTo>
                      <a:pt x="823" y="1055"/>
                      <a:pt x="1055" y="822"/>
                      <a:pt x="1055" y="528"/>
                    </a:cubicBezTo>
                    <a:cubicBezTo>
                      <a:pt x="1055" y="233"/>
                      <a:pt x="807" y="0"/>
                      <a:pt x="5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415632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a:effectLst>
            <a:outerShdw dist="47625" dir="1620000" algn="bl" rotWithShape="0">
              <a:schemeClr val="dk2"/>
            </a:outerShdw>
          </a:effectLst>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Pacifico"/>
              <a:buNone/>
              <a:defRPr sz="3500">
                <a:solidFill>
                  <a:schemeClr val="dk1"/>
                </a:solidFill>
                <a:latin typeface="Pacifico"/>
                <a:ea typeface="Pacifico"/>
                <a:cs typeface="Pacifico"/>
                <a:sym typeface="Pacifico"/>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Barlow Semi Condensed"/>
              <a:buChar char="●"/>
              <a:defRPr>
                <a:solidFill>
                  <a:schemeClr val="dk1"/>
                </a:solidFill>
                <a:latin typeface="Barlow Semi Condensed"/>
                <a:ea typeface="Barlow Semi Condensed"/>
                <a:cs typeface="Barlow Semi Condensed"/>
                <a:sym typeface="Barlow Semi Condensed"/>
              </a:defRPr>
            </a:lvl1pPr>
            <a:lvl2pPr marL="914400" lvl="1" indent="-317500">
              <a:lnSpc>
                <a:spcPct val="100000"/>
              </a:lnSpc>
              <a:spcBef>
                <a:spcPts val="1600"/>
              </a:spcBef>
              <a:spcAft>
                <a:spcPts val="0"/>
              </a:spcAft>
              <a:buClr>
                <a:schemeClr val="dk1"/>
              </a:buClr>
              <a:buSzPts val="1400"/>
              <a:buFont typeface="Barlow Semi Condensed"/>
              <a:buChar char="○"/>
              <a:defRPr>
                <a:solidFill>
                  <a:schemeClr val="dk1"/>
                </a:solidFill>
                <a:latin typeface="Barlow Semi Condensed"/>
                <a:ea typeface="Barlow Semi Condensed"/>
                <a:cs typeface="Barlow Semi Condensed"/>
                <a:sym typeface="Barlow Semi Condensed"/>
              </a:defRPr>
            </a:lvl2pPr>
            <a:lvl3pPr marL="1371600" lvl="2" indent="-317500">
              <a:lnSpc>
                <a:spcPct val="100000"/>
              </a:lnSpc>
              <a:spcBef>
                <a:spcPts val="1600"/>
              </a:spcBef>
              <a:spcAft>
                <a:spcPts val="0"/>
              </a:spcAft>
              <a:buClr>
                <a:schemeClr val="dk1"/>
              </a:buClr>
              <a:buSzPts val="1400"/>
              <a:buFont typeface="Barlow Semi Condensed"/>
              <a:buChar char="■"/>
              <a:defRPr>
                <a:solidFill>
                  <a:schemeClr val="dk1"/>
                </a:solidFill>
                <a:latin typeface="Barlow Semi Condensed"/>
                <a:ea typeface="Barlow Semi Condensed"/>
                <a:cs typeface="Barlow Semi Condensed"/>
                <a:sym typeface="Barlow Semi Condensed"/>
              </a:defRPr>
            </a:lvl3pPr>
            <a:lvl4pPr marL="1828800" lvl="3" indent="-317500">
              <a:lnSpc>
                <a:spcPct val="100000"/>
              </a:lnSpc>
              <a:spcBef>
                <a:spcPts val="1600"/>
              </a:spcBef>
              <a:spcAft>
                <a:spcPts val="0"/>
              </a:spcAft>
              <a:buClr>
                <a:schemeClr val="dk1"/>
              </a:buClr>
              <a:buSzPts val="1400"/>
              <a:buFont typeface="Barlow Semi Condensed"/>
              <a:buChar char="●"/>
              <a:defRPr>
                <a:solidFill>
                  <a:schemeClr val="dk1"/>
                </a:solidFill>
                <a:latin typeface="Barlow Semi Condensed"/>
                <a:ea typeface="Barlow Semi Condensed"/>
                <a:cs typeface="Barlow Semi Condensed"/>
                <a:sym typeface="Barlow Semi Condensed"/>
              </a:defRPr>
            </a:lvl4pPr>
            <a:lvl5pPr marL="2286000" lvl="4" indent="-317500">
              <a:lnSpc>
                <a:spcPct val="100000"/>
              </a:lnSpc>
              <a:spcBef>
                <a:spcPts val="1600"/>
              </a:spcBef>
              <a:spcAft>
                <a:spcPts val="0"/>
              </a:spcAft>
              <a:buClr>
                <a:schemeClr val="dk1"/>
              </a:buClr>
              <a:buSzPts val="1400"/>
              <a:buFont typeface="Barlow Semi Condensed"/>
              <a:buChar char="○"/>
              <a:defRPr>
                <a:solidFill>
                  <a:schemeClr val="dk1"/>
                </a:solidFill>
                <a:latin typeface="Barlow Semi Condensed"/>
                <a:ea typeface="Barlow Semi Condensed"/>
                <a:cs typeface="Barlow Semi Condensed"/>
                <a:sym typeface="Barlow Semi Condensed"/>
              </a:defRPr>
            </a:lvl5pPr>
            <a:lvl6pPr marL="2743200" lvl="5" indent="-317500">
              <a:lnSpc>
                <a:spcPct val="100000"/>
              </a:lnSpc>
              <a:spcBef>
                <a:spcPts val="1600"/>
              </a:spcBef>
              <a:spcAft>
                <a:spcPts val="0"/>
              </a:spcAft>
              <a:buClr>
                <a:schemeClr val="dk1"/>
              </a:buClr>
              <a:buSzPts val="1400"/>
              <a:buFont typeface="Barlow Semi Condensed"/>
              <a:buChar char="■"/>
              <a:defRPr>
                <a:solidFill>
                  <a:schemeClr val="dk1"/>
                </a:solidFill>
                <a:latin typeface="Barlow Semi Condensed"/>
                <a:ea typeface="Barlow Semi Condensed"/>
                <a:cs typeface="Barlow Semi Condensed"/>
                <a:sym typeface="Barlow Semi Condensed"/>
              </a:defRPr>
            </a:lvl6pPr>
            <a:lvl7pPr marL="3200400" lvl="6" indent="-317500">
              <a:lnSpc>
                <a:spcPct val="100000"/>
              </a:lnSpc>
              <a:spcBef>
                <a:spcPts val="1600"/>
              </a:spcBef>
              <a:spcAft>
                <a:spcPts val="0"/>
              </a:spcAft>
              <a:buClr>
                <a:schemeClr val="dk1"/>
              </a:buClr>
              <a:buSzPts val="1400"/>
              <a:buFont typeface="Barlow Semi Condensed"/>
              <a:buChar char="●"/>
              <a:defRPr>
                <a:solidFill>
                  <a:schemeClr val="dk1"/>
                </a:solidFill>
                <a:latin typeface="Barlow Semi Condensed"/>
                <a:ea typeface="Barlow Semi Condensed"/>
                <a:cs typeface="Barlow Semi Condensed"/>
                <a:sym typeface="Barlow Semi Condensed"/>
              </a:defRPr>
            </a:lvl7pPr>
            <a:lvl8pPr marL="3657600" lvl="7" indent="-317500">
              <a:lnSpc>
                <a:spcPct val="100000"/>
              </a:lnSpc>
              <a:spcBef>
                <a:spcPts val="1600"/>
              </a:spcBef>
              <a:spcAft>
                <a:spcPts val="0"/>
              </a:spcAft>
              <a:buClr>
                <a:schemeClr val="dk1"/>
              </a:buClr>
              <a:buSzPts val="1400"/>
              <a:buFont typeface="Barlow Semi Condensed"/>
              <a:buChar char="○"/>
              <a:defRPr>
                <a:solidFill>
                  <a:schemeClr val="dk1"/>
                </a:solidFill>
                <a:latin typeface="Barlow Semi Condensed"/>
                <a:ea typeface="Barlow Semi Condensed"/>
                <a:cs typeface="Barlow Semi Condensed"/>
                <a:sym typeface="Barlow Semi Condensed"/>
              </a:defRPr>
            </a:lvl8pPr>
            <a:lvl9pPr marL="4114800" lvl="8" indent="-317500">
              <a:lnSpc>
                <a:spcPct val="100000"/>
              </a:lnSpc>
              <a:spcBef>
                <a:spcPts val="1600"/>
              </a:spcBef>
              <a:spcAft>
                <a:spcPts val="1600"/>
              </a:spcAft>
              <a:buClr>
                <a:schemeClr val="dk1"/>
              </a:buClr>
              <a:buSzPts val="1400"/>
              <a:buFont typeface="Barlow Semi Condensed"/>
              <a:buChar char="■"/>
              <a:defRPr>
                <a:solidFill>
                  <a:schemeClr val="dk1"/>
                </a:solidFill>
                <a:latin typeface="Barlow Semi Condensed"/>
                <a:ea typeface="Barlow Semi Condensed"/>
                <a:cs typeface="Barlow Semi Condensed"/>
                <a:sym typeface="Barlow Semi Condense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8" r:id="rId3"/>
    <p:sldLayoutId id="2147483659" r:id="rId4"/>
    <p:sldLayoutId id="2147483666" r:id="rId5"/>
    <p:sldLayoutId id="2147483675" r:id="rId6"/>
    <p:sldLayoutId id="2147483676" r:id="rId7"/>
    <p:sldLayoutId id="2147483677" r:id="rId8"/>
    <p:sldLayoutId id="2147483681"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www.bts.gov/newsroom/annual-and-fourth-quarter-2019-air-fare-data"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6.png"/><Relationship Id="rId4" Type="http://schemas.microsoft.com/office/2011/relationships/webextension" Target="../webextensions/webextension1.xml"/></Relationships>
</file>

<file path=ppt/slides/_rels/slide5.xml.rels><?xml version="1.0" encoding="UTF-8" standalone="yes"?>
<Relationships xmlns="http://schemas.openxmlformats.org/package/2006/relationships"><Relationship Id="rId3" Type="http://schemas.microsoft.com/office/2011/relationships/webextension" Target="../webextensions/webextension2.xml"/><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microsoft.com/office/2011/relationships/webextension" Target="../webextensions/webextension3.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hyperlink" Target="https://www.aqmd.gov/home/research/pubs-docs-reports/newsletters/may-june-july-2022/fireworks-impact-local-air-quality"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www.arl.noaa.gov/wp_arl/wp-content/uploads/documents/JournalPDFs/Seidel&amp;BirnbaumAE2015.pdf"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1932"/>
        <p:cNvGrpSpPr/>
        <p:nvPr/>
      </p:nvGrpSpPr>
      <p:grpSpPr>
        <a:xfrm>
          <a:off x="0" y="0"/>
          <a:ext cx="0" cy="0"/>
          <a:chOff x="0" y="0"/>
          <a:chExt cx="0" cy="0"/>
        </a:xfrm>
      </p:grpSpPr>
      <p:sp>
        <p:nvSpPr>
          <p:cNvPr id="1933" name="Google Shape;1933;p35"/>
          <p:cNvSpPr txBox="1">
            <a:spLocks noGrp="1"/>
          </p:cNvSpPr>
          <p:nvPr>
            <p:ph type="ctrTitle"/>
          </p:nvPr>
        </p:nvSpPr>
        <p:spPr>
          <a:xfrm>
            <a:off x="1606350" y="997217"/>
            <a:ext cx="5931300" cy="2396027"/>
          </a:xfrm>
          <a:prstGeom prst="rect">
            <a:avLst/>
          </a:prstGeom>
        </p:spPr>
        <p:txBody>
          <a:bodyPr spcFirstLastPara="1" wrap="square" lIns="91425" tIns="91425" rIns="91425" bIns="91425" anchor="ctr" anchorCtr="0">
            <a:noAutofit/>
          </a:bodyPr>
          <a:lstStyle/>
          <a:p>
            <a:pPr marL="0" lvl="0" indent="0" rtl="0">
              <a:lnSpc>
                <a:spcPct val="150000"/>
              </a:lnSpc>
              <a:spcBef>
                <a:spcPts val="0"/>
              </a:spcBef>
              <a:spcAft>
                <a:spcPts val="0"/>
              </a:spcAft>
              <a:buNone/>
            </a:pPr>
            <a:r>
              <a:rPr lang="en-US" sz="3600" b="1" dirty="0">
                <a:latin typeface="Barlow" pitchFamily="2" charset="77"/>
              </a:rPr>
              <a:t>Holiday Horizons: Understanding Movement, Mobility &amp; Air</a:t>
            </a:r>
            <a:endParaRPr lang="en-US" sz="3600" b="1">
              <a:latin typeface="Barlow" pitchFamily="2" charset="77"/>
            </a:endParaRPr>
          </a:p>
        </p:txBody>
      </p:sp>
      <p:sp>
        <p:nvSpPr>
          <p:cNvPr id="1934" name="Google Shape;1934;p35"/>
          <p:cNvSpPr txBox="1">
            <a:spLocks noGrp="1"/>
          </p:cNvSpPr>
          <p:nvPr>
            <p:ph type="subTitle" idx="1"/>
          </p:nvPr>
        </p:nvSpPr>
        <p:spPr>
          <a:xfrm>
            <a:off x="2232058" y="3640875"/>
            <a:ext cx="4647092" cy="1075406"/>
          </a:xfrm>
          <a:prstGeom prst="rect">
            <a:avLst/>
          </a:prstGeom>
          <a:noFill/>
        </p:spPr>
        <p:txBody>
          <a:bodyPr spcFirstLastPara="1" wrap="square" lIns="91425" tIns="91425" rIns="91425" bIns="91425" anchor="t" anchorCtr="0">
            <a:noAutofit/>
          </a:bodyPr>
          <a:lstStyle/>
          <a:p>
            <a:pPr marL="0" lvl="0" indent="0" algn="ctr" rtl="0">
              <a:spcBef>
                <a:spcPts val="0"/>
              </a:spcBef>
              <a:spcAft>
                <a:spcPts val="0"/>
              </a:spcAft>
              <a:buNone/>
            </a:pPr>
            <a:r>
              <a:rPr lang="en-US" dirty="0">
                <a:latin typeface="Barlow" pitchFamily="2" charset="77"/>
              </a:rPr>
              <a:t>Visualizing Holiday Effects on Travel &amp; Environment</a:t>
            </a:r>
            <a:endParaRPr dirty="0">
              <a:latin typeface="Barlow" pitchFamily="2" charset="77"/>
            </a:endParaRPr>
          </a:p>
        </p:txBody>
      </p:sp>
      <p:grpSp>
        <p:nvGrpSpPr>
          <p:cNvPr id="1977" name="Google Shape;1977;p35"/>
          <p:cNvGrpSpPr/>
          <p:nvPr/>
        </p:nvGrpSpPr>
        <p:grpSpPr>
          <a:xfrm>
            <a:off x="1227105" y="-1092847"/>
            <a:ext cx="2188279" cy="2150998"/>
            <a:chOff x="532755" y="3441165"/>
            <a:chExt cx="2188279" cy="2150998"/>
          </a:xfrm>
        </p:grpSpPr>
        <p:sp>
          <p:nvSpPr>
            <p:cNvPr id="1978" name="Google Shape;1978;p35"/>
            <p:cNvSpPr/>
            <p:nvPr/>
          </p:nvSpPr>
          <p:spPr>
            <a:xfrm>
              <a:off x="2706310" y="3559093"/>
              <a:ext cx="14724" cy="14936"/>
            </a:xfrm>
            <a:custGeom>
              <a:avLst/>
              <a:gdLst/>
              <a:ahLst/>
              <a:cxnLst/>
              <a:rect l="l" t="t" r="r" b="b"/>
              <a:pathLst>
                <a:path w="1040" h="1055" extrusionOk="0">
                  <a:moveTo>
                    <a:pt x="528" y="0"/>
                  </a:moveTo>
                  <a:cubicBezTo>
                    <a:pt x="233" y="0"/>
                    <a:pt x="0" y="233"/>
                    <a:pt x="0" y="527"/>
                  </a:cubicBezTo>
                  <a:cubicBezTo>
                    <a:pt x="0" y="822"/>
                    <a:pt x="233" y="1055"/>
                    <a:pt x="528" y="1055"/>
                  </a:cubicBezTo>
                  <a:cubicBezTo>
                    <a:pt x="807" y="1055"/>
                    <a:pt x="1039" y="822"/>
                    <a:pt x="1039" y="527"/>
                  </a:cubicBezTo>
                  <a:cubicBezTo>
                    <a:pt x="1039" y="233"/>
                    <a:pt x="791" y="0"/>
                    <a:pt x="5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1979" name="Google Shape;1979;p35"/>
            <p:cNvSpPr/>
            <p:nvPr/>
          </p:nvSpPr>
          <p:spPr>
            <a:xfrm>
              <a:off x="532755" y="3523739"/>
              <a:ext cx="2068425" cy="2068425"/>
            </a:xfrm>
            <a:custGeom>
              <a:avLst/>
              <a:gdLst/>
              <a:ahLst/>
              <a:cxnLst/>
              <a:rect l="l" t="t" r="r" b="b"/>
              <a:pathLst>
                <a:path w="146101" h="146101" extrusionOk="0">
                  <a:moveTo>
                    <a:pt x="73051" y="43954"/>
                  </a:moveTo>
                  <a:cubicBezTo>
                    <a:pt x="89103" y="43954"/>
                    <a:pt x="102162" y="56998"/>
                    <a:pt x="102162" y="73050"/>
                  </a:cubicBezTo>
                  <a:cubicBezTo>
                    <a:pt x="102162" y="89103"/>
                    <a:pt x="89103" y="102146"/>
                    <a:pt x="73051" y="102146"/>
                  </a:cubicBezTo>
                  <a:cubicBezTo>
                    <a:pt x="56983" y="102146"/>
                    <a:pt x="43955" y="89103"/>
                    <a:pt x="43955" y="73050"/>
                  </a:cubicBezTo>
                  <a:cubicBezTo>
                    <a:pt x="43955" y="56998"/>
                    <a:pt x="56998" y="43954"/>
                    <a:pt x="73051" y="43954"/>
                  </a:cubicBezTo>
                  <a:close/>
                  <a:moveTo>
                    <a:pt x="73051" y="0"/>
                  </a:moveTo>
                  <a:cubicBezTo>
                    <a:pt x="32772" y="0"/>
                    <a:pt x="0" y="32772"/>
                    <a:pt x="0" y="73050"/>
                  </a:cubicBezTo>
                  <a:cubicBezTo>
                    <a:pt x="0" y="113329"/>
                    <a:pt x="32772" y="146100"/>
                    <a:pt x="73051" y="146100"/>
                  </a:cubicBezTo>
                  <a:cubicBezTo>
                    <a:pt x="113344" y="146100"/>
                    <a:pt x="146101" y="113329"/>
                    <a:pt x="146101" y="73050"/>
                  </a:cubicBezTo>
                  <a:cubicBezTo>
                    <a:pt x="146101" y="32772"/>
                    <a:pt x="113344" y="0"/>
                    <a:pt x="730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1980" name="Google Shape;1980;p35"/>
            <p:cNvSpPr/>
            <p:nvPr/>
          </p:nvSpPr>
          <p:spPr>
            <a:xfrm>
              <a:off x="532755" y="3441165"/>
              <a:ext cx="2068425" cy="2068425"/>
            </a:xfrm>
            <a:custGeom>
              <a:avLst/>
              <a:gdLst/>
              <a:ahLst/>
              <a:cxnLst/>
              <a:rect l="l" t="t" r="r" b="b"/>
              <a:pathLst>
                <a:path w="146101" h="146101" extrusionOk="0">
                  <a:moveTo>
                    <a:pt x="73051" y="43939"/>
                  </a:moveTo>
                  <a:cubicBezTo>
                    <a:pt x="89103" y="43939"/>
                    <a:pt x="102162" y="56998"/>
                    <a:pt x="102162" y="73051"/>
                  </a:cubicBezTo>
                  <a:cubicBezTo>
                    <a:pt x="102162" y="89103"/>
                    <a:pt x="89103" y="102147"/>
                    <a:pt x="73051" y="102147"/>
                  </a:cubicBezTo>
                  <a:cubicBezTo>
                    <a:pt x="56983" y="102147"/>
                    <a:pt x="43955" y="89103"/>
                    <a:pt x="43955" y="73051"/>
                  </a:cubicBezTo>
                  <a:cubicBezTo>
                    <a:pt x="43955" y="56998"/>
                    <a:pt x="56998" y="43939"/>
                    <a:pt x="73051" y="43939"/>
                  </a:cubicBezTo>
                  <a:close/>
                  <a:moveTo>
                    <a:pt x="73051" y="0"/>
                  </a:moveTo>
                  <a:cubicBezTo>
                    <a:pt x="32772" y="0"/>
                    <a:pt x="0" y="32757"/>
                    <a:pt x="0" y="73051"/>
                  </a:cubicBezTo>
                  <a:cubicBezTo>
                    <a:pt x="0" y="113329"/>
                    <a:pt x="32772" y="146101"/>
                    <a:pt x="73051" y="146101"/>
                  </a:cubicBezTo>
                  <a:cubicBezTo>
                    <a:pt x="113344" y="146101"/>
                    <a:pt x="146101" y="113329"/>
                    <a:pt x="146101" y="73051"/>
                  </a:cubicBezTo>
                  <a:cubicBezTo>
                    <a:pt x="146101" y="32757"/>
                    <a:pt x="113344" y="0"/>
                    <a:pt x="730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1981" name="Google Shape;1981;p35"/>
            <p:cNvSpPr/>
            <p:nvPr/>
          </p:nvSpPr>
          <p:spPr>
            <a:xfrm>
              <a:off x="1874261" y="3857076"/>
              <a:ext cx="642722" cy="487698"/>
            </a:xfrm>
            <a:custGeom>
              <a:avLst/>
              <a:gdLst/>
              <a:ahLst/>
              <a:cxnLst/>
              <a:rect l="l" t="t" r="r" b="b"/>
              <a:pathLst>
                <a:path w="45398" h="34448" extrusionOk="0">
                  <a:moveTo>
                    <a:pt x="36867" y="1"/>
                  </a:moveTo>
                  <a:lnTo>
                    <a:pt x="0" y="24273"/>
                  </a:lnTo>
                  <a:cubicBezTo>
                    <a:pt x="2622" y="27220"/>
                    <a:pt x="4622" y="30663"/>
                    <a:pt x="5910" y="34447"/>
                  </a:cubicBezTo>
                  <a:lnTo>
                    <a:pt x="45397" y="14735"/>
                  </a:lnTo>
                  <a:cubicBezTo>
                    <a:pt x="43148" y="9492"/>
                    <a:pt x="40248" y="4545"/>
                    <a:pt x="368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1982" name="Google Shape;1982;p35"/>
            <p:cNvSpPr/>
            <p:nvPr/>
          </p:nvSpPr>
          <p:spPr>
            <a:xfrm>
              <a:off x="1695295" y="3525707"/>
              <a:ext cx="488788" cy="641406"/>
            </a:xfrm>
            <a:custGeom>
              <a:avLst/>
              <a:gdLst/>
              <a:ahLst/>
              <a:cxnLst/>
              <a:rect l="l" t="t" r="r" b="b"/>
              <a:pathLst>
                <a:path w="34525" h="45305" extrusionOk="0">
                  <a:moveTo>
                    <a:pt x="19790" y="1"/>
                  </a:moveTo>
                  <a:lnTo>
                    <a:pt x="0" y="39426"/>
                  </a:lnTo>
                  <a:cubicBezTo>
                    <a:pt x="3862" y="40713"/>
                    <a:pt x="7336" y="42730"/>
                    <a:pt x="10221" y="45304"/>
                  </a:cubicBezTo>
                  <a:lnTo>
                    <a:pt x="34525" y="8531"/>
                  </a:lnTo>
                  <a:cubicBezTo>
                    <a:pt x="29980" y="5150"/>
                    <a:pt x="25064" y="2281"/>
                    <a:pt x="197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1983" name="Google Shape;1983;p35"/>
            <p:cNvSpPr/>
            <p:nvPr/>
          </p:nvSpPr>
          <p:spPr>
            <a:xfrm>
              <a:off x="617735" y="3857515"/>
              <a:ext cx="642283" cy="487698"/>
            </a:xfrm>
            <a:custGeom>
              <a:avLst/>
              <a:gdLst/>
              <a:ahLst/>
              <a:cxnLst/>
              <a:rect l="l" t="t" r="r" b="b"/>
              <a:pathLst>
                <a:path w="45367" h="34448" extrusionOk="0">
                  <a:moveTo>
                    <a:pt x="8531" y="1"/>
                  </a:moveTo>
                  <a:cubicBezTo>
                    <a:pt x="5150" y="4560"/>
                    <a:pt x="2281" y="9461"/>
                    <a:pt x="1" y="14735"/>
                  </a:cubicBezTo>
                  <a:lnTo>
                    <a:pt x="39426" y="34447"/>
                  </a:lnTo>
                  <a:cubicBezTo>
                    <a:pt x="40729" y="30632"/>
                    <a:pt x="42745" y="27189"/>
                    <a:pt x="45366" y="24273"/>
                  </a:cubicBezTo>
                  <a:lnTo>
                    <a:pt x="85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1984" name="Google Shape;1984;p35"/>
            <p:cNvSpPr/>
            <p:nvPr/>
          </p:nvSpPr>
          <p:spPr>
            <a:xfrm>
              <a:off x="949770" y="3525494"/>
              <a:ext cx="488561" cy="641618"/>
            </a:xfrm>
            <a:custGeom>
              <a:avLst/>
              <a:gdLst/>
              <a:ahLst/>
              <a:cxnLst/>
              <a:rect l="l" t="t" r="r" b="b"/>
              <a:pathLst>
                <a:path w="34509" h="45320" extrusionOk="0">
                  <a:moveTo>
                    <a:pt x="14734" y="0"/>
                  </a:moveTo>
                  <a:cubicBezTo>
                    <a:pt x="9461" y="2249"/>
                    <a:pt x="4560" y="5149"/>
                    <a:pt x="0" y="8530"/>
                  </a:cubicBezTo>
                  <a:lnTo>
                    <a:pt x="24319" y="45319"/>
                  </a:lnTo>
                  <a:cubicBezTo>
                    <a:pt x="27219" y="42745"/>
                    <a:pt x="30678" y="40728"/>
                    <a:pt x="34509" y="39441"/>
                  </a:cubicBezTo>
                  <a:lnTo>
                    <a:pt x="147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1985" name="Google Shape;1985;p35"/>
            <p:cNvSpPr/>
            <p:nvPr/>
          </p:nvSpPr>
          <p:spPr>
            <a:xfrm>
              <a:off x="1446273" y="3441165"/>
              <a:ext cx="241102" cy="630632"/>
            </a:xfrm>
            <a:custGeom>
              <a:avLst/>
              <a:gdLst/>
              <a:ahLst/>
              <a:cxnLst/>
              <a:rect l="l" t="t" r="r" b="b"/>
              <a:pathLst>
                <a:path w="17030" h="44544" extrusionOk="0">
                  <a:moveTo>
                    <a:pt x="8500" y="0"/>
                  </a:moveTo>
                  <a:cubicBezTo>
                    <a:pt x="5646" y="0"/>
                    <a:pt x="2777" y="187"/>
                    <a:pt x="0" y="528"/>
                  </a:cubicBezTo>
                  <a:lnTo>
                    <a:pt x="2652" y="44544"/>
                  </a:lnTo>
                  <a:cubicBezTo>
                    <a:pt x="4576" y="44141"/>
                    <a:pt x="6514" y="43955"/>
                    <a:pt x="8531" y="43955"/>
                  </a:cubicBezTo>
                  <a:cubicBezTo>
                    <a:pt x="10547" y="43955"/>
                    <a:pt x="12563" y="44141"/>
                    <a:pt x="14455" y="44544"/>
                  </a:cubicBezTo>
                  <a:lnTo>
                    <a:pt x="17030" y="528"/>
                  </a:lnTo>
                  <a:cubicBezTo>
                    <a:pt x="14254" y="187"/>
                    <a:pt x="11384" y="0"/>
                    <a:pt x="85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1986" name="Google Shape;1986;p35"/>
            <p:cNvSpPr/>
            <p:nvPr/>
          </p:nvSpPr>
          <p:spPr>
            <a:xfrm>
              <a:off x="1970668" y="4354683"/>
              <a:ext cx="630632" cy="240890"/>
            </a:xfrm>
            <a:custGeom>
              <a:avLst/>
              <a:gdLst/>
              <a:ahLst/>
              <a:cxnLst/>
              <a:rect l="l" t="t" r="r" b="b"/>
              <a:pathLst>
                <a:path w="44544" h="17015" extrusionOk="0">
                  <a:moveTo>
                    <a:pt x="44032" y="0"/>
                  </a:moveTo>
                  <a:lnTo>
                    <a:pt x="0" y="2575"/>
                  </a:lnTo>
                  <a:cubicBezTo>
                    <a:pt x="388" y="4498"/>
                    <a:pt x="605" y="6514"/>
                    <a:pt x="605" y="8531"/>
                  </a:cubicBezTo>
                  <a:cubicBezTo>
                    <a:pt x="605" y="10547"/>
                    <a:pt x="403" y="12470"/>
                    <a:pt x="0" y="14362"/>
                  </a:cubicBezTo>
                  <a:lnTo>
                    <a:pt x="44032" y="17014"/>
                  </a:lnTo>
                  <a:cubicBezTo>
                    <a:pt x="44358" y="14254"/>
                    <a:pt x="44544" y="11384"/>
                    <a:pt x="44544" y="8531"/>
                  </a:cubicBezTo>
                  <a:cubicBezTo>
                    <a:pt x="44544" y="5646"/>
                    <a:pt x="44358" y="2808"/>
                    <a:pt x="440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1987" name="Google Shape;1987;p35"/>
            <p:cNvSpPr/>
            <p:nvPr/>
          </p:nvSpPr>
          <p:spPr>
            <a:xfrm>
              <a:off x="617084" y="4604145"/>
              <a:ext cx="641391" cy="488349"/>
            </a:xfrm>
            <a:custGeom>
              <a:avLst/>
              <a:gdLst/>
              <a:ahLst/>
              <a:cxnLst/>
              <a:rect l="l" t="t" r="r" b="b"/>
              <a:pathLst>
                <a:path w="45304" h="34494" extrusionOk="0">
                  <a:moveTo>
                    <a:pt x="39457" y="0"/>
                  </a:moveTo>
                  <a:lnTo>
                    <a:pt x="0" y="19759"/>
                  </a:lnTo>
                  <a:cubicBezTo>
                    <a:pt x="2249" y="25033"/>
                    <a:pt x="5165" y="29934"/>
                    <a:pt x="8530" y="34494"/>
                  </a:cubicBezTo>
                  <a:lnTo>
                    <a:pt x="45304" y="10174"/>
                  </a:lnTo>
                  <a:cubicBezTo>
                    <a:pt x="42745" y="7290"/>
                    <a:pt x="40728" y="3816"/>
                    <a:pt x="394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1988" name="Google Shape;1988;p35"/>
            <p:cNvSpPr/>
            <p:nvPr/>
          </p:nvSpPr>
          <p:spPr>
            <a:xfrm>
              <a:off x="532755" y="4355122"/>
              <a:ext cx="630858" cy="241102"/>
            </a:xfrm>
            <a:custGeom>
              <a:avLst/>
              <a:gdLst/>
              <a:ahLst/>
              <a:cxnLst/>
              <a:rect l="l" t="t" r="r" b="b"/>
              <a:pathLst>
                <a:path w="44560" h="17030" extrusionOk="0">
                  <a:moveTo>
                    <a:pt x="528" y="0"/>
                  </a:moveTo>
                  <a:cubicBezTo>
                    <a:pt x="202" y="2777"/>
                    <a:pt x="0" y="5646"/>
                    <a:pt x="0" y="8531"/>
                  </a:cubicBezTo>
                  <a:cubicBezTo>
                    <a:pt x="0" y="11384"/>
                    <a:pt x="202" y="14254"/>
                    <a:pt x="528" y="17030"/>
                  </a:cubicBezTo>
                  <a:lnTo>
                    <a:pt x="44559" y="14378"/>
                  </a:lnTo>
                  <a:cubicBezTo>
                    <a:pt x="44156" y="12439"/>
                    <a:pt x="43955" y="10516"/>
                    <a:pt x="43955" y="8500"/>
                  </a:cubicBezTo>
                  <a:cubicBezTo>
                    <a:pt x="43955" y="6483"/>
                    <a:pt x="44156" y="4467"/>
                    <a:pt x="44559" y="2590"/>
                  </a:cubicBezTo>
                  <a:lnTo>
                    <a:pt x="5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1989" name="Google Shape;1989;p35"/>
            <p:cNvSpPr/>
            <p:nvPr/>
          </p:nvSpPr>
          <p:spPr>
            <a:xfrm>
              <a:off x="1875366" y="4603706"/>
              <a:ext cx="641391" cy="488788"/>
            </a:xfrm>
            <a:custGeom>
              <a:avLst/>
              <a:gdLst/>
              <a:ahLst/>
              <a:cxnLst/>
              <a:rect l="l" t="t" r="r" b="b"/>
              <a:pathLst>
                <a:path w="45304" h="34525" extrusionOk="0">
                  <a:moveTo>
                    <a:pt x="5878" y="0"/>
                  </a:moveTo>
                  <a:cubicBezTo>
                    <a:pt x="4591" y="3847"/>
                    <a:pt x="2575" y="7321"/>
                    <a:pt x="0" y="10205"/>
                  </a:cubicBezTo>
                  <a:lnTo>
                    <a:pt x="36773" y="34525"/>
                  </a:lnTo>
                  <a:cubicBezTo>
                    <a:pt x="40154" y="29965"/>
                    <a:pt x="43024" y="25064"/>
                    <a:pt x="45304" y="19790"/>
                  </a:cubicBezTo>
                  <a:lnTo>
                    <a:pt x="58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1990" name="Google Shape;1990;p35"/>
            <p:cNvSpPr/>
            <p:nvPr/>
          </p:nvSpPr>
          <p:spPr>
            <a:xfrm>
              <a:off x="949331" y="4782672"/>
              <a:ext cx="487683" cy="642283"/>
            </a:xfrm>
            <a:custGeom>
              <a:avLst/>
              <a:gdLst/>
              <a:ahLst/>
              <a:cxnLst/>
              <a:rect l="l" t="t" r="r" b="b"/>
              <a:pathLst>
                <a:path w="34447" h="45367" extrusionOk="0">
                  <a:moveTo>
                    <a:pt x="24273" y="1"/>
                  </a:moveTo>
                  <a:lnTo>
                    <a:pt x="0" y="36836"/>
                  </a:lnTo>
                  <a:cubicBezTo>
                    <a:pt x="4544" y="40201"/>
                    <a:pt x="9461" y="43071"/>
                    <a:pt x="14734" y="45366"/>
                  </a:cubicBezTo>
                  <a:lnTo>
                    <a:pt x="34447" y="5925"/>
                  </a:lnTo>
                  <a:cubicBezTo>
                    <a:pt x="30632" y="4622"/>
                    <a:pt x="27173" y="2606"/>
                    <a:pt x="24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1991" name="Google Shape;1991;p35"/>
            <p:cNvSpPr/>
            <p:nvPr/>
          </p:nvSpPr>
          <p:spPr>
            <a:xfrm>
              <a:off x="1697490" y="4782672"/>
              <a:ext cx="487698" cy="642722"/>
            </a:xfrm>
            <a:custGeom>
              <a:avLst/>
              <a:gdLst/>
              <a:ahLst/>
              <a:cxnLst/>
              <a:rect l="l" t="t" r="r" b="b"/>
              <a:pathLst>
                <a:path w="34448" h="45398" extrusionOk="0">
                  <a:moveTo>
                    <a:pt x="10175" y="1"/>
                  </a:moveTo>
                  <a:cubicBezTo>
                    <a:pt x="7259" y="2606"/>
                    <a:pt x="3785" y="4622"/>
                    <a:pt x="0" y="5910"/>
                  </a:cubicBezTo>
                  <a:lnTo>
                    <a:pt x="19713" y="45397"/>
                  </a:lnTo>
                  <a:cubicBezTo>
                    <a:pt x="24955" y="43148"/>
                    <a:pt x="29903" y="40248"/>
                    <a:pt x="34447" y="36867"/>
                  </a:cubicBezTo>
                  <a:lnTo>
                    <a:pt x="1017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1992" name="Google Shape;1992;p35"/>
            <p:cNvSpPr/>
            <p:nvPr/>
          </p:nvSpPr>
          <p:spPr>
            <a:xfrm>
              <a:off x="1446924" y="4878852"/>
              <a:ext cx="240890" cy="630858"/>
            </a:xfrm>
            <a:custGeom>
              <a:avLst/>
              <a:gdLst/>
              <a:ahLst/>
              <a:cxnLst/>
              <a:rect l="l" t="t" r="r" b="b"/>
              <a:pathLst>
                <a:path w="17015" h="44560" extrusionOk="0">
                  <a:moveTo>
                    <a:pt x="2653" y="1"/>
                  </a:moveTo>
                  <a:lnTo>
                    <a:pt x="1" y="44032"/>
                  </a:lnTo>
                  <a:cubicBezTo>
                    <a:pt x="2777" y="44358"/>
                    <a:pt x="5646" y="44560"/>
                    <a:pt x="8485" y="44560"/>
                  </a:cubicBezTo>
                  <a:cubicBezTo>
                    <a:pt x="11385" y="44560"/>
                    <a:pt x="14208" y="44358"/>
                    <a:pt x="17015" y="44032"/>
                  </a:cubicBezTo>
                  <a:lnTo>
                    <a:pt x="14440" y="1"/>
                  </a:lnTo>
                  <a:cubicBezTo>
                    <a:pt x="12502" y="388"/>
                    <a:pt x="10501" y="606"/>
                    <a:pt x="8485" y="606"/>
                  </a:cubicBezTo>
                  <a:cubicBezTo>
                    <a:pt x="6468" y="606"/>
                    <a:pt x="4561" y="419"/>
                    <a:pt x="26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1993" name="Google Shape;1993;p35"/>
            <p:cNvSpPr/>
            <p:nvPr/>
          </p:nvSpPr>
          <p:spPr>
            <a:xfrm>
              <a:off x="870496" y="4828786"/>
              <a:ext cx="1315274" cy="487698"/>
            </a:xfrm>
            <a:custGeom>
              <a:avLst/>
              <a:gdLst/>
              <a:ahLst/>
              <a:cxnLst/>
              <a:rect l="l" t="t" r="r" b="b"/>
              <a:pathLst>
                <a:path w="92903" h="34448" extrusionOk="0">
                  <a:moveTo>
                    <a:pt x="0" y="1"/>
                  </a:moveTo>
                  <a:lnTo>
                    <a:pt x="0" y="1"/>
                  </a:lnTo>
                  <a:cubicBezTo>
                    <a:pt x="357" y="1164"/>
                    <a:pt x="714" y="2280"/>
                    <a:pt x="1117" y="3413"/>
                  </a:cubicBezTo>
                  <a:cubicBezTo>
                    <a:pt x="1567" y="4498"/>
                    <a:pt x="2094" y="5615"/>
                    <a:pt x="2575" y="6701"/>
                  </a:cubicBezTo>
                  <a:lnTo>
                    <a:pt x="2761" y="7104"/>
                  </a:lnTo>
                  <a:lnTo>
                    <a:pt x="2963" y="7523"/>
                  </a:lnTo>
                  <a:lnTo>
                    <a:pt x="3412" y="8329"/>
                  </a:lnTo>
                  <a:lnTo>
                    <a:pt x="4296" y="9942"/>
                  </a:lnTo>
                  <a:cubicBezTo>
                    <a:pt x="4591" y="10469"/>
                    <a:pt x="4948" y="10950"/>
                    <a:pt x="5273" y="11478"/>
                  </a:cubicBezTo>
                  <a:lnTo>
                    <a:pt x="6282" y="12998"/>
                  </a:lnTo>
                  <a:cubicBezTo>
                    <a:pt x="9089" y="17015"/>
                    <a:pt x="12563" y="20597"/>
                    <a:pt x="16456" y="23668"/>
                  </a:cubicBezTo>
                  <a:cubicBezTo>
                    <a:pt x="16937" y="24040"/>
                    <a:pt x="17433" y="24428"/>
                    <a:pt x="17945" y="24785"/>
                  </a:cubicBezTo>
                  <a:lnTo>
                    <a:pt x="19480" y="25839"/>
                  </a:lnTo>
                  <a:lnTo>
                    <a:pt x="21047" y="26879"/>
                  </a:lnTo>
                  <a:lnTo>
                    <a:pt x="22691" y="27809"/>
                  </a:lnTo>
                  <a:lnTo>
                    <a:pt x="24350" y="28740"/>
                  </a:lnTo>
                  <a:cubicBezTo>
                    <a:pt x="24862" y="29065"/>
                    <a:pt x="25467" y="29267"/>
                    <a:pt x="26025" y="29562"/>
                  </a:cubicBezTo>
                  <a:cubicBezTo>
                    <a:pt x="27173" y="30074"/>
                    <a:pt x="28305" y="30647"/>
                    <a:pt x="29499" y="31051"/>
                  </a:cubicBezTo>
                  <a:cubicBezTo>
                    <a:pt x="30104" y="31237"/>
                    <a:pt x="30663" y="31500"/>
                    <a:pt x="31268" y="31687"/>
                  </a:cubicBezTo>
                  <a:cubicBezTo>
                    <a:pt x="31562" y="31826"/>
                    <a:pt x="31872" y="31950"/>
                    <a:pt x="32167" y="32012"/>
                  </a:cubicBezTo>
                  <a:lnTo>
                    <a:pt x="33098" y="32260"/>
                  </a:lnTo>
                  <a:lnTo>
                    <a:pt x="34897" y="32772"/>
                  </a:lnTo>
                  <a:lnTo>
                    <a:pt x="35827" y="33005"/>
                  </a:lnTo>
                  <a:cubicBezTo>
                    <a:pt x="36153" y="33082"/>
                    <a:pt x="36432" y="33129"/>
                    <a:pt x="36758" y="33207"/>
                  </a:cubicBezTo>
                  <a:lnTo>
                    <a:pt x="38604" y="33579"/>
                  </a:lnTo>
                  <a:lnTo>
                    <a:pt x="39534" y="33734"/>
                  </a:lnTo>
                  <a:cubicBezTo>
                    <a:pt x="39860" y="33811"/>
                    <a:pt x="40123" y="33842"/>
                    <a:pt x="40465" y="33889"/>
                  </a:cubicBezTo>
                  <a:lnTo>
                    <a:pt x="44202" y="34323"/>
                  </a:lnTo>
                  <a:lnTo>
                    <a:pt x="47987" y="34447"/>
                  </a:lnTo>
                  <a:lnTo>
                    <a:pt x="48948" y="34447"/>
                  </a:lnTo>
                  <a:lnTo>
                    <a:pt x="49879" y="34401"/>
                  </a:lnTo>
                  <a:cubicBezTo>
                    <a:pt x="50546" y="34370"/>
                    <a:pt x="51135" y="34370"/>
                    <a:pt x="51771" y="34323"/>
                  </a:cubicBezTo>
                  <a:cubicBezTo>
                    <a:pt x="53012" y="34246"/>
                    <a:pt x="54284" y="34029"/>
                    <a:pt x="55524" y="33920"/>
                  </a:cubicBezTo>
                  <a:cubicBezTo>
                    <a:pt x="56765" y="33765"/>
                    <a:pt x="57975" y="33517"/>
                    <a:pt x="59216" y="33284"/>
                  </a:cubicBezTo>
                  <a:cubicBezTo>
                    <a:pt x="60457" y="32989"/>
                    <a:pt x="61682" y="32679"/>
                    <a:pt x="62892" y="32354"/>
                  </a:cubicBezTo>
                  <a:cubicBezTo>
                    <a:pt x="63450" y="32152"/>
                    <a:pt x="64055" y="31950"/>
                    <a:pt x="64644" y="31749"/>
                  </a:cubicBezTo>
                  <a:cubicBezTo>
                    <a:pt x="65249" y="31516"/>
                    <a:pt x="65854" y="31345"/>
                    <a:pt x="66412" y="31113"/>
                  </a:cubicBezTo>
                  <a:lnTo>
                    <a:pt x="68134" y="30399"/>
                  </a:lnTo>
                  <a:cubicBezTo>
                    <a:pt x="68739" y="30167"/>
                    <a:pt x="69297" y="29934"/>
                    <a:pt x="69871" y="29639"/>
                  </a:cubicBezTo>
                  <a:lnTo>
                    <a:pt x="71546" y="28786"/>
                  </a:lnTo>
                  <a:lnTo>
                    <a:pt x="72399" y="28383"/>
                  </a:lnTo>
                  <a:lnTo>
                    <a:pt x="73221" y="27887"/>
                  </a:lnTo>
                  <a:cubicBezTo>
                    <a:pt x="81875" y="22970"/>
                    <a:pt x="89010" y="15557"/>
                    <a:pt x="92903" y="6871"/>
                  </a:cubicBezTo>
                  <a:lnTo>
                    <a:pt x="92903" y="6871"/>
                  </a:lnTo>
                  <a:cubicBezTo>
                    <a:pt x="92034" y="7724"/>
                    <a:pt x="91212" y="8562"/>
                    <a:pt x="90080" y="9384"/>
                  </a:cubicBezTo>
                  <a:lnTo>
                    <a:pt x="88808" y="10547"/>
                  </a:lnTo>
                  <a:cubicBezTo>
                    <a:pt x="88374" y="10950"/>
                    <a:pt x="87971" y="11338"/>
                    <a:pt x="87521" y="11710"/>
                  </a:cubicBezTo>
                  <a:lnTo>
                    <a:pt x="86187" y="12827"/>
                  </a:lnTo>
                  <a:lnTo>
                    <a:pt x="85551" y="13385"/>
                  </a:lnTo>
                  <a:lnTo>
                    <a:pt x="84869" y="13913"/>
                  </a:lnTo>
                  <a:cubicBezTo>
                    <a:pt x="83938" y="14595"/>
                    <a:pt x="83070" y="15324"/>
                    <a:pt x="82092" y="15929"/>
                  </a:cubicBezTo>
                  <a:cubicBezTo>
                    <a:pt x="78355" y="18550"/>
                    <a:pt x="74415" y="20675"/>
                    <a:pt x="70305" y="22365"/>
                  </a:cubicBezTo>
                  <a:lnTo>
                    <a:pt x="69561" y="22691"/>
                  </a:lnTo>
                  <a:lnTo>
                    <a:pt x="68801" y="22986"/>
                  </a:lnTo>
                  <a:lnTo>
                    <a:pt x="67234" y="23544"/>
                  </a:lnTo>
                  <a:cubicBezTo>
                    <a:pt x="66707" y="23746"/>
                    <a:pt x="66180" y="23916"/>
                    <a:pt x="65652" y="24071"/>
                  </a:cubicBezTo>
                  <a:lnTo>
                    <a:pt x="64086" y="24552"/>
                  </a:lnTo>
                  <a:cubicBezTo>
                    <a:pt x="63047" y="24893"/>
                    <a:pt x="61961" y="25080"/>
                    <a:pt x="60906" y="25374"/>
                  </a:cubicBezTo>
                  <a:cubicBezTo>
                    <a:pt x="59821" y="25560"/>
                    <a:pt x="58782" y="25777"/>
                    <a:pt x="57696" y="25979"/>
                  </a:cubicBezTo>
                  <a:cubicBezTo>
                    <a:pt x="56610" y="26088"/>
                    <a:pt x="55524" y="26258"/>
                    <a:pt x="54439" y="26382"/>
                  </a:cubicBezTo>
                  <a:cubicBezTo>
                    <a:pt x="53353" y="26413"/>
                    <a:pt x="52267" y="26537"/>
                    <a:pt x="51182" y="26568"/>
                  </a:cubicBezTo>
                  <a:cubicBezTo>
                    <a:pt x="50277" y="26568"/>
                    <a:pt x="49372" y="26622"/>
                    <a:pt x="48468" y="26622"/>
                  </a:cubicBezTo>
                  <a:cubicBezTo>
                    <a:pt x="48287" y="26622"/>
                    <a:pt x="48106" y="26620"/>
                    <a:pt x="47925" y="26615"/>
                  </a:cubicBezTo>
                  <a:lnTo>
                    <a:pt x="44668" y="26460"/>
                  </a:lnTo>
                  <a:cubicBezTo>
                    <a:pt x="35998" y="25777"/>
                    <a:pt x="27468" y="23125"/>
                    <a:pt x="19868" y="18565"/>
                  </a:cubicBezTo>
                  <a:cubicBezTo>
                    <a:pt x="16053" y="16317"/>
                    <a:pt x="12423" y="13587"/>
                    <a:pt x="9120" y="10485"/>
                  </a:cubicBezTo>
                  <a:lnTo>
                    <a:pt x="7879" y="9275"/>
                  </a:lnTo>
                  <a:cubicBezTo>
                    <a:pt x="7491" y="8888"/>
                    <a:pt x="7057" y="8531"/>
                    <a:pt x="6685" y="8081"/>
                  </a:cubicBezTo>
                  <a:lnTo>
                    <a:pt x="5522" y="6794"/>
                  </a:lnTo>
                  <a:lnTo>
                    <a:pt x="4917" y="6158"/>
                  </a:lnTo>
                  <a:lnTo>
                    <a:pt x="4622" y="5832"/>
                  </a:lnTo>
                  <a:lnTo>
                    <a:pt x="4343" y="5506"/>
                  </a:lnTo>
                  <a:cubicBezTo>
                    <a:pt x="3614" y="4607"/>
                    <a:pt x="2838" y="3738"/>
                    <a:pt x="2125" y="2808"/>
                  </a:cubicBezTo>
                  <a:cubicBezTo>
                    <a:pt x="1443" y="1893"/>
                    <a:pt x="745" y="931"/>
                    <a:pt x="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1994" name="Google Shape;1994;p35"/>
            <p:cNvSpPr/>
            <p:nvPr/>
          </p:nvSpPr>
          <p:spPr>
            <a:xfrm>
              <a:off x="936815" y="3662975"/>
              <a:ext cx="918284" cy="384036"/>
            </a:xfrm>
            <a:custGeom>
              <a:avLst/>
              <a:gdLst/>
              <a:ahLst/>
              <a:cxnLst/>
              <a:rect l="l" t="t" r="r" b="b"/>
              <a:pathLst>
                <a:path w="64862" h="27126" extrusionOk="0">
                  <a:moveTo>
                    <a:pt x="40730" y="1"/>
                  </a:moveTo>
                  <a:cubicBezTo>
                    <a:pt x="40459" y="1"/>
                    <a:pt x="40191" y="4"/>
                    <a:pt x="39922" y="15"/>
                  </a:cubicBezTo>
                  <a:cubicBezTo>
                    <a:pt x="39115" y="61"/>
                    <a:pt x="38278" y="92"/>
                    <a:pt x="37456" y="139"/>
                  </a:cubicBezTo>
                  <a:cubicBezTo>
                    <a:pt x="36649" y="185"/>
                    <a:pt x="35843" y="340"/>
                    <a:pt x="35036" y="418"/>
                  </a:cubicBezTo>
                  <a:lnTo>
                    <a:pt x="33842" y="573"/>
                  </a:lnTo>
                  <a:cubicBezTo>
                    <a:pt x="33454" y="651"/>
                    <a:pt x="33035" y="728"/>
                    <a:pt x="32632" y="806"/>
                  </a:cubicBezTo>
                  <a:lnTo>
                    <a:pt x="30213" y="1333"/>
                  </a:lnTo>
                  <a:lnTo>
                    <a:pt x="27840" y="2015"/>
                  </a:lnTo>
                  <a:cubicBezTo>
                    <a:pt x="27437" y="2155"/>
                    <a:pt x="27095" y="2264"/>
                    <a:pt x="26677" y="2388"/>
                  </a:cubicBezTo>
                  <a:lnTo>
                    <a:pt x="25513" y="2791"/>
                  </a:lnTo>
                  <a:cubicBezTo>
                    <a:pt x="24769" y="3086"/>
                    <a:pt x="23993" y="3349"/>
                    <a:pt x="23233" y="3675"/>
                  </a:cubicBezTo>
                  <a:cubicBezTo>
                    <a:pt x="21729" y="4357"/>
                    <a:pt x="20271" y="4993"/>
                    <a:pt x="18844" y="5846"/>
                  </a:cubicBezTo>
                  <a:cubicBezTo>
                    <a:pt x="17402" y="6591"/>
                    <a:pt x="16084" y="7506"/>
                    <a:pt x="14703" y="8436"/>
                  </a:cubicBezTo>
                  <a:cubicBezTo>
                    <a:pt x="14377" y="8622"/>
                    <a:pt x="14067" y="8917"/>
                    <a:pt x="13726" y="9150"/>
                  </a:cubicBezTo>
                  <a:cubicBezTo>
                    <a:pt x="13400" y="9413"/>
                    <a:pt x="13090" y="9677"/>
                    <a:pt x="12764" y="9910"/>
                  </a:cubicBezTo>
                  <a:lnTo>
                    <a:pt x="11787" y="10654"/>
                  </a:lnTo>
                  <a:cubicBezTo>
                    <a:pt x="11462" y="10918"/>
                    <a:pt x="11198" y="11182"/>
                    <a:pt x="10857" y="11476"/>
                  </a:cubicBezTo>
                  <a:cubicBezTo>
                    <a:pt x="10252" y="12004"/>
                    <a:pt x="9663" y="12562"/>
                    <a:pt x="9089" y="13120"/>
                  </a:cubicBezTo>
                  <a:cubicBezTo>
                    <a:pt x="8530" y="13725"/>
                    <a:pt x="7972" y="14283"/>
                    <a:pt x="7445" y="14888"/>
                  </a:cubicBezTo>
                  <a:cubicBezTo>
                    <a:pt x="6886" y="15493"/>
                    <a:pt x="6359" y="16083"/>
                    <a:pt x="5878" y="16734"/>
                  </a:cubicBezTo>
                  <a:lnTo>
                    <a:pt x="5165" y="17696"/>
                  </a:lnTo>
                  <a:cubicBezTo>
                    <a:pt x="4886" y="18021"/>
                    <a:pt x="4637" y="18300"/>
                    <a:pt x="4436" y="18673"/>
                  </a:cubicBezTo>
                  <a:cubicBezTo>
                    <a:pt x="4002" y="19340"/>
                    <a:pt x="3552" y="20006"/>
                    <a:pt x="3102" y="20689"/>
                  </a:cubicBezTo>
                  <a:cubicBezTo>
                    <a:pt x="2869" y="21046"/>
                    <a:pt x="2699" y="21356"/>
                    <a:pt x="2497" y="21728"/>
                  </a:cubicBezTo>
                  <a:cubicBezTo>
                    <a:pt x="2311" y="22100"/>
                    <a:pt x="2140" y="22410"/>
                    <a:pt x="1939" y="22783"/>
                  </a:cubicBezTo>
                  <a:cubicBezTo>
                    <a:pt x="1753" y="23139"/>
                    <a:pt x="1536" y="23450"/>
                    <a:pt x="1380" y="23822"/>
                  </a:cubicBezTo>
                  <a:cubicBezTo>
                    <a:pt x="1225" y="24194"/>
                    <a:pt x="1055" y="24535"/>
                    <a:pt x="900" y="24908"/>
                  </a:cubicBezTo>
                  <a:cubicBezTo>
                    <a:pt x="558" y="25621"/>
                    <a:pt x="233" y="26396"/>
                    <a:pt x="0" y="27125"/>
                  </a:cubicBezTo>
                  <a:cubicBezTo>
                    <a:pt x="2451" y="25109"/>
                    <a:pt x="4715" y="23093"/>
                    <a:pt x="7150" y="21201"/>
                  </a:cubicBezTo>
                  <a:lnTo>
                    <a:pt x="7600" y="20875"/>
                  </a:lnTo>
                  <a:lnTo>
                    <a:pt x="8050" y="20549"/>
                  </a:lnTo>
                  <a:lnTo>
                    <a:pt x="8980" y="19913"/>
                  </a:lnTo>
                  <a:cubicBezTo>
                    <a:pt x="9275" y="19712"/>
                    <a:pt x="9585" y="19464"/>
                    <a:pt x="9880" y="19262"/>
                  </a:cubicBezTo>
                  <a:cubicBezTo>
                    <a:pt x="10159" y="19076"/>
                    <a:pt x="10469" y="18859"/>
                    <a:pt x="10810" y="18673"/>
                  </a:cubicBezTo>
                  <a:cubicBezTo>
                    <a:pt x="11400" y="18285"/>
                    <a:pt x="12004" y="17866"/>
                    <a:pt x="12609" y="17463"/>
                  </a:cubicBezTo>
                  <a:cubicBezTo>
                    <a:pt x="13214" y="17060"/>
                    <a:pt x="13850" y="16749"/>
                    <a:pt x="14455" y="16346"/>
                  </a:cubicBezTo>
                  <a:cubicBezTo>
                    <a:pt x="14781" y="16145"/>
                    <a:pt x="15044" y="15927"/>
                    <a:pt x="15386" y="15772"/>
                  </a:cubicBezTo>
                  <a:lnTo>
                    <a:pt x="16347" y="15261"/>
                  </a:lnTo>
                  <a:cubicBezTo>
                    <a:pt x="17014" y="14888"/>
                    <a:pt x="17603" y="14532"/>
                    <a:pt x="18255" y="14206"/>
                  </a:cubicBezTo>
                  <a:cubicBezTo>
                    <a:pt x="18906" y="13880"/>
                    <a:pt x="19542" y="13570"/>
                    <a:pt x="20194" y="13244"/>
                  </a:cubicBezTo>
                  <a:lnTo>
                    <a:pt x="20674" y="13012"/>
                  </a:lnTo>
                  <a:lnTo>
                    <a:pt x="21155" y="12810"/>
                  </a:lnTo>
                  <a:lnTo>
                    <a:pt x="22132" y="12360"/>
                  </a:lnTo>
                  <a:cubicBezTo>
                    <a:pt x="23404" y="11771"/>
                    <a:pt x="24722" y="11275"/>
                    <a:pt x="26056" y="10763"/>
                  </a:cubicBezTo>
                  <a:cubicBezTo>
                    <a:pt x="26739" y="10530"/>
                    <a:pt x="27406" y="10313"/>
                    <a:pt x="28072" y="10080"/>
                  </a:cubicBezTo>
                  <a:lnTo>
                    <a:pt x="29081" y="9708"/>
                  </a:lnTo>
                  <a:cubicBezTo>
                    <a:pt x="29422" y="9615"/>
                    <a:pt x="29763" y="9491"/>
                    <a:pt x="30089" y="9413"/>
                  </a:cubicBezTo>
                  <a:lnTo>
                    <a:pt x="32151" y="8824"/>
                  </a:lnTo>
                  <a:lnTo>
                    <a:pt x="34199" y="8328"/>
                  </a:lnTo>
                  <a:cubicBezTo>
                    <a:pt x="34571" y="8250"/>
                    <a:pt x="34881" y="8173"/>
                    <a:pt x="35253" y="8095"/>
                  </a:cubicBezTo>
                  <a:lnTo>
                    <a:pt x="36293" y="7909"/>
                  </a:lnTo>
                  <a:cubicBezTo>
                    <a:pt x="36975" y="7785"/>
                    <a:pt x="37719" y="7614"/>
                    <a:pt x="38386" y="7506"/>
                  </a:cubicBezTo>
                  <a:cubicBezTo>
                    <a:pt x="39813" y="7351"/>
                    <a:pt x="41209" y="7056"/>
                    <a:pt x="42620" y="6932"/>
                  </a:cubicBezTo>
                  <a:cubicBezTo>
                    <a:pt x="44032" y="6761"/>
                    <a:pt x="45474" y="6575"/>
                    <a:pt x="46917" y="6529"/>
                  </a:cubicBezTo>
                  <a:cubicBezTo>
                    <a:pt x="48351" y="6451"/>
                    <a:pt x="49801" y="6412"/>
                    <a:pt x="51267" y="6412"/>
                  </a:cubicBezTo>
                  <a:cubicBezTo>
                    <a:pt x="52733" y="6412"/>
                    <a:pt x="54214" y="6451"/>
                    <a:pt x="55711" y="6529"/>
                  </a:cubicBezTo>
                  <a:cubicBezTo>
                    <a:pt x="57199" y="6606"/>
                    <a:pt x="58688" y="6746"/>
                    <a:pt x="60224" y="6901"/>
                  </a:cubicBezTo>
                  <a:cubicBezTo>
                    <a:pt x="61759" y="7056"/>
                    <a:pt x="63279" y="7273"/>
                    <a:pt x="64861" y="7428"/>
                  </a:cubicBezTo>
                  <a:cubicBezTo>
                    <a:pt x="59836" y="3597"/>
                    <a:pt x="53632" y="1317"/>
                    <a:pt x="47227" y="418"/>
                  </a:cubicBezTo>
                  <a:cubicBezTo>
                    <a:pt x="46420" y="294"/>
                    <a:pt x="45629" y="216"/>
                    <a:pt x="44807" y="139"/>
                  </a:cubicBezTo>
                  <a:cubicBezTo>
                    <a:pt x="43985" y="61"/>
                    <a:pt x="43194" y="61"/>
                    <a:pt x="42388" y="15"/>
                  </a:cubicBezTo>
                  <a:cubicBezTo>
                    <a:pt x="41819" y="15"/>
                    <a:pt x="41271" y="1"/>
                    <a:pt x="40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grpSp>
      <p:sp>
        <p:nvSpPr>
          <p:cNvPr id="1995" name="Google Shape;1995;p35"/>
          <p:cNvSpPr/>
          <p:nvPr/>
        </p:nvSpPr>
        <p:spPr>
          <a:xfrm rot="10800000">
            <a:off x="9536667" y="4797675"/>
            <a:ext cx="36894" cy="36243"/>
          </a:xfrm>
          <a:custGeom>
            <a:avLst/>
            <a:gdLst/>
            <a:ahLst/>
            <a:cxnLst/>
            <a:rect l="l" t="t" r="r" b="b"/>
            <a:pathLst>
              <a:path w="2606" h="2560" extrusionOk="0">
                <a:moveTo>
                  <a:pt x="1288" y="1"/>
                </a:moveTo>
                <a:cubicBezTo>
                  <a:pt x="574" y="1"/>
                  <a:pt x="0" y="559"/>
                  <a:pt x="0" y="1272"/>
                </a:cubicBezTo>
                <a:cubicBezTo>
                  <a:pt x="0" y="1986"/>
                  <a:pt x="574" y="2560"/>
                  <a:pt x="1288" y="2560"/>
                </a:cubicBezTo>
                <a:cubicBezTo>
                  <a:pt x="2001" y="2560"/>
                  <a:pt x="2575" y="1986"/>
                  <a:pt x="2575" y="1272"/>
                </a:cubicBezTo>
                <a:cubicBezTo>
                  <a:pt x="2606" y="590"/>
                  <a:pt x="2001" y="1"/>
                  <a:pt x="12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grpSp>
        <p:nvGrpSpPr>
          <p:cNvPr id="2011" name="Google Shape;2011;p35"/>
          <p:cNvGrpSpPr/>
          <p:nvPr/>
        </p:nvGrpSpPr>
        <p:grpSpPr>
          <a:xfrm rot="-655420">
            <a:off x="7228132" y="3608726"/>
            <a:ext cx="1817945" cy="2222447"/>
            <a:chOff x="3969934" y="1171027"/>
            <a:chExt cx="1312890" cy="1605014"/>
          </a:xfrm>
        </p:grpSpPr>
        <p:grpSp>
          <p:nvGrpSpPr>
            <p:cNvPr id="2012" name="Google Shape;2012;p35"/>
            <p:cNvGrpSpPr/>
            <p:nvPr/>
          </p:nvGrpSpPr>
          <p:grpSpPr>
            <a:xfrm>
              <a:off x="4706819" y="1458638"/>
              <a:ext cx="576004" cy="1317404"/>
              <a:chOff x="4706819" y="1458638"/>
              <a:chExt cx="576004" cy="1317404"/>
            </a:xfrm>
          </p:grpSpPr>
          <p:sp>
            <p:nvSpPr>
              <p:cNvPr id="2013" name="Google Shape;2013;p35"/>
              <p:cNvSpPr/>
              <p:nvPr/>
            </p:nvSpPr>
            <p:spPr>
              <a:xfrm>
                <a:off x="4706819" y="1498381"/>
                <a:ext cx="567845" cy="1277660"/>
              </a:xfrm>
              <a:custGeom>
                <a:avLst/>
                <a:gdLst/>
                <a:ahLst/>
                <a:cxnLst/>
                <a:rect l="l" t="t" r="r" b="b"/>
                <a:pathLst>
                  <a:path w="46421" h="104448" extrusionOk="0">
                    <a:moveTo>
                      <a:pt x="14552" y="1"/>
                    </a:moveTo>
                    <a:cubicBezTo>
                      <a:pt x="14276" y="1"/>
                      <a:pt x="14001" y="18"/>
                      <a:pt x="13726" y="54"/>
                    </a:cubicBezTo>
                    <a:cubicBezTo>
                      <a:pt x="10081" y="519"/>
                      <a:pt x="6793" y="2085"/>
                      <a:pt x="4622" y="4939"/>
                    </a:cubicBezTo>
                    <a:cubicBezTo>
                      <a:pt x="1070" y="9592"/>
                      <a:pt x="93" y="19906"/>
                      <a:pt x="62" y="25551"/>
                    </a:cubicBezTo>
                    <a:cubicBezTo>
                      <a:pt x="0" y="31941"/>
                      <a:pt x="1148" y="38378"/>
                      <a:pt x="3397" y="44349"/>
                    </a:cubicBezTo>
                    <a:cubicBezTo>
                      <a:pt x="5816" y="50848"/>
                      <a:pt x="9756" y="56648"/>
                      <a:pt x="11632" y="63333"/>
                    </a:cubicBezTo>
                    <a:cubicBezTo>
                      <a:pt x="13556" y="70141"/>
                      <a:pt x="12423" y="76873"/>
                      <a:pt x="12144" y="83805"/>
                    </a:cubicBezTo>
                    <a:cubicBezTo>
                      <a:pt x="11772" y="92196"/>
                      <a:pt x="14564" y="103704"/>
                      <a:pt x="24753" y="104356"/>
                    </a:cubicBezTo>
                    <a:cubicBezTo>
                      <a:pt x="25624" y="104415"/>
                      <a:pt x="26510" y="104448"/>
                      <a:pt x="27400" y="104448"/>
                    </a:cubicBezTo>
                    <a:cubicBezTo>
                      <a:pt x="34668" y="104448"/>
                      <a:pt x="42302" y="102251"/>
                      <a:pt x="45273" y="94197"/>
                    </a:cubicBezTo>
                    <a:cubicBezTo>
                      <a:pt x="46420" y="91110"/>
                      <a:pt x="44978" y="87217"/>
                      <a:pt x="44606" y="83960"/>
                    </a:cubicBezTo>
                    <a:cubicBezTo>
                      <a:pt x="42853" y="67846"/>
                      <a:pt x="44187" y="51545"/>
                      <a:pt x="42481" y="35415"/>
                    </a:cubicBezTo>
                    <a:cubicBezTo>
                      <a:pt x="42233" y="33151"/>
                      <a:pt x="41938" y="30902"/>
                      <a:pt x="41473" y="28731"/>
                    </a:cubicBezTo>
                    <a:cubicBezTo>
                      <a:pt x="39332" y="18277"/>
                      <a:pt x="34664" y="8956"/>
                      <a:pt x="24211" y="3853"/>
                    </a:cubicBezTo>
                    <a:cubicBezTo>
                      <a:pt x="21248" y="2422"/>
                      <a:pt x="17850" y="1"/>
                      <a:pt x="145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14" name="Google Shape;2014;p35"/>
              <p:cNvSpPr/>
              <p:nvPr/>
            </p:nvSpPr>
            <p:spPr>
              <a:xfrm>
                <a:off x="4715162" y="1466515"/>
                <a:ext cx="567661" cy="1277709"/>
              </a:xfrm>
              <a:custGeom>
                <a:avLst/>
                <a:gdLst/>
                <a:ahLst/>
                <a:cxnLst/>
                <a:rect l="l" t="t" r="r" b="b"/>
                <a:pathLst>
                  <a:path w="46406" h="104452" extrusionOk="0">
                    <a:moveTo>
                      <a:pt x="14552" y="0"/>
                    </a:moveTo>
                    <a:cubicBezTo>
                      <a:pt x="14276" y="0"/>
                      <a:pt x="14001" y="17"/>
                      <a:pt x="13727" y="53"/>
                    </a:cubicBezTo>
                    <a:cubicBezTo>
                      <a:pt x="10082" y="518"/>
                      <a:pt x="6778" y="2100"/>
                      <a:pt x="4607" y="4939"/>
                    </a:cubicBezTo>
                    <a:cubicBezTo>
                      <a:pt x="1071" y="9591"/>
                      <a:pt x="94" y="19905"/>
                      <a:pt x="63" y="25551"/>
                    </a:cubicBezTo>
                    <a:cubicBezTo>
                      <a:pt x="1" y="31956"/>
                      <a:pt x="1148" y="38393"/>
                      <a:pt x="3397" y="44364"/>
                    </a:cubicBezTo>
                    <a:cubicBezTo>
                      <a:pt x="5817" y="50847"/>
                      <a:pt x="9756" y="56647"/>
                      <a:pt x="11633" y="63332"/>
                    </a:cubicBezTo>
                    <a:cubicBezTo>
                      <a:pt x="13556" y="70141"/>
                      <a:pt x="12424" y="76872"/>
                      <a:pt x="12129" y="83805"/>
                    </a:cubicBezTo>
                    <a:cubicBezTo>
                      <a:pt x="11772" y="92211"/>
                      <a:pt x="14564" y="103704"/>
                      <a:pt x="24754" y="104355"/>
                    </a:cubicBezTo>
                    <a:cubicBezTo>
                      <a:pt x="25638" y="104417"/>
                      <a:pt x="26537" y="104451"/>
                      <a:pt x="27442" y="104451"/>
                    </a:cubicBezTo>
                    <a:cubicBezTo>
                      <a:pt x="34696" y="104451"/>
                      <a:pt x="42308" y="102236"/>
                      <a:pt x="45273" y="94196"/>
                    </a:cubicBezTo>
                    <a:cubicBezTo>
                      <a:pt x="46405" y="91125"/>
                      <a:pt x="44978" y="87217"/>
                      <a:pt x="44606" y="83975"/>
                    </a:cubicBezTo>
                    <a:cubicBezTo>
                      <a:pt x="42838" y="67861"/>
                      <a:pt x="44187" y="51560"/>
                      <a:pt x="42481" y="35415"/>
                    </a:cubicBezTo>
                    <a:cubicBezTo>
                      <a:pt x="42218" y="33150"/>
                      <a:pt x="41939" y="30902"/>
                      <a:pt x="41473" y="28730"/>
                    </a:cubicBezTo>
                    <a:cubicBezTo>
                      <a:pt x="39379" y="18292"/>
                      <a:pt x="34649" y="8940"/>
                      <a:pt x="24211" y="3853"/>
                    </a:cubicBezTo>
                    <a:cubicBezTo>
                      <a:pt x="21249" y="2422"/>
                      <a:pt x="17850" y="0"/>
                      <a:pt x="14552" y="0"/>
                    </a:cubicBezTo>
                    <a:close/>
                  </a:path>
                </a:pathLst>
              </a:custGeom>
              <a:solidFill>
                <a:srgbClr val="BA6F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15" name="Google Shape;2015;p35"/>
              <p:cNvSpPr/>
              <p:nvPr/>
            </p:nvSpPr>
            <p:spPr>
              <a:xfrm>
                <a:off x="4715162" y="1466515"/>
                <a:ext cx="567661" cy="1277709"/>
              </a:xfrm>
              <a:custGeom>
                <a:avLst/>
                <a:gdLst/>
                <a:ahLst/>
                <a:cxnLst/>
                <a:rect l="l" t="t" r="r" b="b"/>
                <a:pathLst>
                  <a:path w="46406" h="104452" extrusionOk="0">
                    <a:moveTo>
                      <a:pt x="14552" y="0"/>
                    </a:moveTo>
                    <a:cubicBezTo>
                      <a:pt x="14276" y="0"/>
                      <a:pt x="14001" y="17"/>
                      <a:pt x="13727" y="53"/>
                    </a:cubicBezTo>
                    <a:cubicBezTo>
                      <a:pt x="10082" y="518"/>
                      <a:pt x="6778" y="2100"/>
                      <a:pt x="4607" y="4939"/>
                    </a:cubicBezTo>
                    <a:cubicBezTo>
                      <a:pt x="1071" y="9591"/>
                      <a:pt x="94" y="19905"/>
                      <a:pt x="63" y="25551"/>
                    </a:cubicBezTo>
                    <a:cubicBezTo>
                      <a:pt x="1" y="31956"/>
                      <a:pt x="1148" y="38393"/>
                      <a:pt x="3397" y="44364"/>
                    </a:cubicBezTo>
                    <a:cubicBezTo>
                      <a:pt x="5817" y="50847"/>
                      <a:pt x="9756" y="56647"/>
                      <a:pt x="11633" y="63332"/>
                    </a:cubicBezTo>
                    <a:cubicBezTo>
                      <a:pt x="13556" y="70141"/>
                      <a:pt x="12424" y="76872"/>
                      <a:pt x="12129" y="83805"/>
                    </a:cubicBezTo>
                    <a:cubicBezTo>
                      <a:pt x="11772" y="92211"/>
                      <a:pt x="14564" y="103704"/>
                      <a:pt x="24754" y="104355"/>
                    </a:cubicBezTo>
                    <a:cubicBezTo>
                      <a:pt x="25638" y="104417"/>
                      <a:pt x="26537" y="104451"/>
                      <a:pt x="27442" y="104451"/>
                    </a:cubicBezTo>
                    <a:cubicBezTo>
                      <a:pt x="34696" y="104451"/>
                      <a:pt x="42308" y="102236"/>
                      <a:pt x="45273" y="94196"/>
                    </a:cubicBezTo>
                    <a:cubicBezTo>
                      <a:pt x="46405" y="91125"/>
                      <a:pt x="44978" y="87217"/>
                      <a:pt x="44606" y="83975"/>
                    </a:cubicBezTo>
                    <a:cubicBezTo>
                      <a:pt x="42838" y="67861"/>
                      <a:pt x="44187" y="51560"/>
                      <a:pt x="42481" y="35415"/>
                    </a:cubicBezTo>
                    <a:cubicBezTo>
                      <a:pt x="42218" y="33150"/>
                      <a:pt x="41939" y="30902"/>
                      <a:pt x="41473" y="28730"/>
                    </a:cubicBezTo>
                    <a:cubicBezTo>
                      <a:pt x="39379" y="18292"/>
                      <a:pt x="34649" y="8940"/>
                      <a:pt x="24211" y="3853"/>
                    </a:cubicBezTo>
                    <a:cubicBezTo>
                      <a:pt x="21249" y="2422"/>
                      <a:pt x="17850" y="0"/>
                      <a:pt x="145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16" name="Google Shape;2016;p35"/>
              <p:cNvSpPr/>
              <p:nvPr/>
            </p:nvSpPr>
            <p:spPr>
              <a:xfrm>
                <a:off x="4715162" y="1458638"/>
                <a:ext cx="555331" cy="1259079"/>
              </a:xfrm>
              <a:custGeom>
                <a:avLst/>
                <a:gdLst/>
                <a:ahLst/>
                <a:cxnLst/>
                <a:rect l="l" t="t" r="r" b="b"/>
                <a:pathLst>
                  <a:path w="45398" h="102929" extrusionOk="0">
                    <a:moveTo>
                      <a:pt x="14866" y="1"/>
                    </a:moveTo>
                    <a:cubicBezTo>
                      <a:pt x="14543" y="1"/>
                      <a:pt x="14220" y="10"/>
                      <a:pt x="13897" y="30"/>
                    </a:cubicBezTo>
                    <a:cubicBezTo>
                      <a:pt x="10299" y="278"/>
                      <a:pt x="6747" y="1814"/>
                      <a:pt x="4576" y="4652"/>
                    </a:cubicBezTo>
                    <a:cubicBezTo>
                      <a:pt x="1024" y="9258"/>
                      <a:pt x="94" y="18409"/>
                      <a:pt x="63" y="24039"/>
                    </a:cubicBezTo>
                    <a:cubicBezTo>
                      <a:pt x="1" y="30444"/>
                      <a:pt x="1148" y="36881"/>
                      <a:pt x="3397" y="42852"/>
                    </a:cubicBezTo>
                    <a:cubicBezTo>
                      <a:pt x="5817" y="49351"/>
                      <a:pt x="9756" y="55151"/>
                      <a:pt x="11633" y="61836"/>
                    </a:cubicBezTo>
                    <a:cubicBezTo>
                      <a:pt x="13556" y="68644"/>
                      <a:pt x="12424" y="75360"/>
                      <a:pt x="12129" y="82308"/>
                    </a:cubicBezTo>
                    <a:cubicBezTo>
                      <a:pt x="11772" y="90699"/>
                      <a:pt x="14564" y="102192"/>
                      <a:pt x="24754" y="102859"/>
                    </a:cubicBezTo>
                    <a:cubicBezTo>
                      <a:pt x="25483" y="102904"/>
                      <a:pt x="26228" y="102929"/>
                      <a:pt x="26981" y="102929"/>
                    </a:cubicBezTo>
                    <a:cubicBezTo>
                      <a:pt x="34438" y="102929"/>
                      <a:pt x="42676" y="100524"/>
                      <a:pt x="44606" y="92297"/>
                    </a:cubicBezTo>
                    <a:cubicBezTo>
                      <a:pt x="45397" y="89086"/>
                      <a:pt x="44978" y="85736"/>
                      <a:pt x="44606" y="82479"/>
                    </a:cubicBezTo>
                    <a:cubicBezTo>
                      <a:pt x="42838" y="66365"/>
                      <a:pt x="44187" y="50064"/>
                      <a:pt x="42481" y="33934"/>
                    </a:cubicBezTo>
                    <a:cubicBezTo>
                      <a:pt x="42218" y="31670"/>
                      <a:pt x="41939" y="29421"/>
                      <a:pt x="41473" y="27249"/>
                    </a:cubicBezTo>
                    <a:cubicBezTo>
                      <a:pt x="39379" y="16796"/>
                      <a:pt x="34649" y="7490"/>
                      <a:pt x="24211" y="2372"/>
                    </a:cubicBezTo>
                    <a:cubicBezTo>
                      <a:pt x="21292" y="962"/>
                      <a:pt x="18092" y="1"/>
                      <a:pt x="148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17" name="Google Shape;2017;p35"/>
              <p:cNvSpPr/>
              <p:nvPr/>
            </p:nvSpPr>
            <p:spPr>
              <a:xfrm>
                <a:off x="4727492" y="1551397"/>
                <a:ext cx="401654" cy="75328"/>
              </a:xfrm>
              <a:custGeom>
                <a:avLst/>
                <a:gdLst/>
                <a:ahLst/>
                <a:cxnLst/>
                <a:rect l="l" t="t" r="r" b="b"/>
                <a:pathLst>
                  <a:path w="32835" h="6158" extrusionOk="0">
                    <a:moveTo>
                      <a:pt x="30632" y="0"/>
                    </a:moveTo>
                    <a:cubicBezTo>
                      <a:pt x="20722" y="1629"/>
                      <a:pt x="10733" y="2761"/>
                      <a:pt x="714" y="3335"/>
                    </a:cubicBezTo>
                    <a:cubicBezTo>
                      <a:pt x="419" y="4250"/>
                      <a:pt x="218" y="5165"/>
                      <a:pt x="1" y="6158"/>
                    </a:cubicBezTo>
                    <a:cubicBezTo>
                      <a:pt x="10997" y="5568"/>
                      <a:pt x="21978" y="4312"/>
                      <a:pt x="32835" y="2435"/>
                    </a:cubicBezTo>
                    <a:cubicBezTo>
                      <a:pt x="32183" y="1598"/>
                      <a:pt x="31423" y="760"/>
                      <a:pt x="306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18" name="Google Shape;2018;p35"/>
              <p:cNvSpPr/>
              <p:nvPr/>
            </p:nvSpPr>
            <p:spPr>
              <a:xfrm>
                <a:off x="4716300" y="1656498"/>
                <a:ext cx="476028" cy="79169"/>
              </a:xfrm>
              <a:custGeom>
                <a:avLst/>
                <a:gdLst/>
                <a:ahLst/>
                <a:cxnLst/>
                <a:rect l="l" t="t" r="r" b="b"/>
                <a:pathLst>
                  <a:path w="38915" h="6472" extrusionOk="0">
                    <a:moveTo>
                      <a:pt x="37782" y="1"/>
                    </a:moveTo>
                    <a:cubicBezTo>
                      <a:pt x="26334" y="2442"/>
                      <a:pt x="14686" y="3700"/>
                      <a:pt x="2974" y="3700"/>
                    </a:cubicBezTo>
                    <a:cubicBezTo>
                      <a:pt x="2040" y="3700"/>
                      <a:pt x="1106" y="3692"/>
                      <a:pt x="171" y="3676"/>
                    </a:cubicBezTo>
                    <a:cubicBezTo>
                      <a:pt x="78" y="4638"/>
                      <a:pt x="47" y="5569"/>
                      <a:pt x="1" y="6437"/>
                    </a:cubicBezTo>
                    <a:cubicBezTo>
                      <a:pt x="785" y="6437"/>
                      <a:pt x="1604" y="6471"/>
                      <a:pt x="2437" y="6471"/>
                    </a:cubicBezTo>
                    <a:cubicBezTo>
                      <a:pt x="2576" y="6471"/>
                      <a:pt x="2715" y="6470"/>
                      <a:pt x="2854" y="6468"/>
                    </a:cubicBezTo>
                    <a:cubicBezTo>
                      <a:pt x="14967" y="6468"/>
                      <a:pt x="27049" y="5196"/>
                      <a:pt x="38914" y="2591"/>
                    </a:cubicBezTo>
                    <a:cubicBezTo>
                      <a:pt x="38588" y="1707"/>
                      <a:pt x="38216" y="838"/>
                      <a:pt x="377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19" name="Google Shape;2019;p35"/>
              <p:cNvSpPr/>
              <p:nvPr/>
            </p:nvSpPr>
            <p:spPr>
              <a:xfrm>
                <a:off x="4721988" y="1788927"/>
                <a:ext cx="506193" cy="91450"/>
              </a:xfrm>
              <a:custGeom>
                <a:avLst/>
                <a:gdLst/>
                <a:ahLst/>
                <a:cxnLst/>
                <a:rect l="l" t="t" r="r" b="b"/>
                <a:pathLst>
                  <a:path w="41381" h="7476" extrusionOk="0">
                    <a:moveTo>
                      <a:pt x="40869" y="0"/>
                    </a:moveTo>
                    <a:cubicBezTo>
                      <a:pt x="27453" y="3133"/>
                      <a:pt x="13742" y="4731"/>
                      <a:pt x="1" y="4731"/>
                    </a:cubicBezTo>
                    <a:cubicBezTo>
                      <a:pt x="110" y="5630"/>
                      <a:pt x="296" y="6561"/>
                      <a:pt x="497" y="7476"/>
                    </a:cubicBezTo>
                    <a:cubicBezTo>
                      <a:pt x="14254" y="7445"/>
                      <a:pt x="27965" y="5785"/>
                      <a:pt x="41381" y="2714"/>
                    </a:cubicBezTo>
                    <a:cubicBezTo>
                      <a:pt x="41194" y="1877"/>
                      <a:pt x="41086" y="1039"/>
                      <a:pt x="40915" y="248"/>
                    </a:cubicBezTo>
                    <a:cubicBezTo>
                      <a:pt x="40915" y="171"/>
                      <a:pt x="40869" y="78"/>
                      <a:pt x="408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20" name="Google Shape;2020;p35"/>
              <p:cNvSpPr/>
              <p:nvPr/>
            </p:nvSpPr>
            <p:spPr>
              <a:xfrm>
                <a:off x="4755199" y="1933491"/>
                <a:ext cx="486646" cy="79695"/>
              </a:xfrm>
              <a:custGeom>
                <a:avLst/>
                <a:gdLst/>
                <a:ahLst/>
                <a:cxnLst/>
                <a:rect l="l" t="t" r="r" b="b"/>
                <a:pathLst>
                  <a:path w="39783" h="6515" extrusionOk="0">
                    <a:moveTo>
                      <a:pt x="39612" y="1"/>
                    </a:moveTo>
                    <a:cubicBezTo>
                      <a:pt x="27008" y="2518"/>
                      <a:pt x="14173" y="3805"/>
                      <a:pt x="1344" y="3805"/>
                    </a:cubicBezTo>
                    <a:cubicBezTo>
                      <a:pt x="896" y="3805"/>
                      <a:pt x="448" y="3804"/>
                      <a:pt x="0" y="3800"/>
                    </a:cubicBezTo>
                    <a:lnTo>
                      <a:pt x="0" y="3800"/>
                    </a:lnTo>
                    <a:cubicBezTo>
                      <a:pt x="47" y="3878"/>
                      <a:pt x="78" y="4018"/>
                      <a:pt x="109" y="4095"/>
                    </a:cubicBezTo>
                    <a:cubicBezTo>
                      <a:pt x="465" y="4886"/>
                      <a:pt x="791" y="5724"/>
                      <a:pt x="1132" y="6515"/>
                    </a:cubicBezTo>
                    <a:lnTo>
                      <a:pt x="1706" y="6515"/>
                    </a:lnTo>
                    <a:cubicBezTo>
                      <a:pt x="14440" y="6515"/>
                      <a:pt x="27235" y="5243"/>
                      <a:pt x="39782" y="2761"/>
                    </a:cubicBezTo>
                    <a:cubicBezTo>
                      <a:pt x="39720" y="1846"/>
                      <a:pt x="39689" y="916"/>
                      <a:pt x="396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21" name="Google Shape;2021;p35"/>
              <p:cNvSpPr/>
              <p:nvPr/>
            </p:nvSpPr>
            <p:spPr>
              <a:xfrm>
                <a:off x="4823114" y="2081663"/>
                <a:ext cx="423281" cy="78361"/>
              </a:xfrm>
              <a:custGeom>
                <a:avLst/>
                <a:gdLst/>
                <a:ahLst/>
                <a:cxnLst/>
                <a:rect l="l" t="t" r="r" b="b"/>
                <a:pathLst>
                  <a:path w="34603" h="6406" extrusionOk="0">
                    <a:moveTo>
                      <a:pt x="34540" y="1"/>
                    </a:moveTo>
                    <a:cubicBezTo>
                      <a:pt x="23187" y="2311"/>
                      <a:pt x="11602" y="3568"/>
                      <a:pt x="1" y="3692"/>
                    </a:cubicBezTo>
                    <a:cubicBezTo>
                      <a:pt x="419" y="4560"/>
                      <a:pt x="854" y="5491"/>
                      <a:pt x="1210" y="6406"/>
                    </a:cubicBezTo>
                    <a:cubicBezTo>
                      <a:pt x="12424" y="6204"/>
                      <a:pt x="23606" y="4995"/>
                      <a:pt x="34602" y="2823"/>
                    </a:cubicBezTo>
                    <a:cubicBezTo>
                      <a:pt x="34602" y="1893"/>
                      <a:pt x="34602" y="978"/>
                      <a:pt x="345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22" name="Google Shape;2022;p35"/>
              <p:cNvSpPr/>
              <p:nvPr/>
            </p:nvSpPr>
            <p:spPr>
              <a:xfrm>
                <a:off x="4867701" y="2247096"/>
                <a:ext cx="381348" cy="59205"/>
              </a:xfrm>
              <a:custGeom>
                <a:avLst/>
                <a:gdLst/>
                <a:ahLst/>
                <a:cxnLst/>
                <a:rect l="l" t="t" r="r" b="b"/>
                <a:pathLst>
                  <a:path w="31175" h="4840" extrusionOk="0">
                    <a:moveTo>
                      <a:pt x="31097" y="1"/>
                    </a:moveTo>
                    <a:cubicBezTo>
                      <a:pt x="20799" y="1257"/>
                      <a:pt x="10361" y="1971"/>
                      <a:pt x="0" y="2079"/>
                    </a:cubicBezTo>
                    <a:cubicBezTo>
                      <a:pt x="124" y="2994"/>
                      <a:pt x="171" y="3925"/>
                      <a:pt x="202" y="4840"/>
                    </a:cubicBezTo>
                    <a:cubicBezTo>
                      <a:pt x="10562" y="4700"/>
                      <a:pt x="20938" y="4002"/>
                      <a:pt x="31175" y="2746"/>
                    </a:cubicBezTo>
                    <a:cubicBezTo>
                      <a:pt x="31175" y="1816"/>
                      <a:pt x="31128" y="900"/>
                      <a:pt x="310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23" name="Google Shape;2023;p35"/>
              <p:cNvSpPr/>
              <p:nvPr/>
            </p:nvSpPr>
            <p:spPr>
              <a:xfrm>
                <a:off x="4863530" y="2405519"/>
                <a:ext cx="394058" cy="52184"/>
              </a:xfrm>
              <a:custGeom>
                <a:avLst/>
                <a:gdLst/>
                <a:ahLst/>
                <a:cxnLst/>
                <a:rect l="l" t="t" r="r" b="b"/>
                <a:pathLst>
                  <a:path w="32214" h="4266" extrusionOk="0">
                    <a:moveTo>
                      <a:pt x="31981" y="0"/>
                    </a:moveTo>
                    <a:cubicBezTo>
                      <a:pt x="21889" y="996"/>
                      <a:pt x="11669" y="1508"/>
                      <a:pt x="1512" y="1508"/>
                    </a:cubicBezTo>
                    <a:cubicBezTo>
                      <a:pt x="1070" y="1508"/>
                      <a:pt x="628" y="1507"/>
                      <a:pt x="186" y="1505"/>
                    </a:cubicBezTo>
                    <a:cubicBezTo>
                      <a:pt x="78" y="2420"/>
                      <a:pt x="47" y="3350"/>
                      <a:pt x="0" y="4266"/>
                    </a:cubicBezTo>
                    <a:lnTo>
                      <a:pt x="1458" y="4266"/>
                    </a:lnTo>
                    <a:cubicBezTo>
                      <a:pt x="11741" y="4266"/>
                      <a:pt x="22008" y="3754"/>
                      <a:pt x="32213" y="2746"/>
                    </a:cubicBezTo>
                    <a:cubicBezTo>
                      <a:pt x="32136" y="1815"/>
                      <a:pt x="32089" y="900"/>
                      <a:pt x="319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24" name="Google Shape;2024;p35"/>
              <p:cNvSpPr/>
              <p:nvPr/>
            </p:nvSpPr>
            <p:spPr>
              <a:xfrm>
                <a:off x="4878319" y="2567917"/>
                <a:ext cx="385911" cy="58826"/>
              </a:xfrm>
              <a:custGeom>
                <a:avLst/>
                <a:gdLst/>
                <a:ahLst/>
                <a:cxnLst/>
                <a:rect l="l" t="t" r="r" b="b"/>
                <a:pathLst>
                  <a:path w="31548" h="4809" extrusionOk="0">
                    <a:moveTo>
                      <a:pt x="31547" y="1"/>
                    </a:moveTo>
                    <a:lnTo>
                      <a:pt x="31547" y="1"/>
                    </a:lnTo>
                    <a:cubicBezTo>
                      <a:pt x="22498" y="1378"/>
                      <a:pt x="13296" y="2062"/>
                      <a:pt x="4095" y="2062"/>
                    </a:cubicBezTo>
                    <a:cubicBezTo>
                      <a:pt x="2730" y="2062"/>
                      <a:pt x="1365" y="2047"/>
                      <a:pt x="1" y="2017"/>
                    </a:cubicBezTo>
                    <a:lnTo>
                      <a:pt x="1" y="2017"/>
                    </a:lnTo>
                    <a:cubicBezTo>
                      <a:pt x="327" y="2916"/>
                      <a:pt x="652" y="3894"/>
                      <a:pt x="1087" y="4762"/>
                    </a:cubicBezTo>
                    <a:cubicBezTo>
                      <a:pt x="2451" y="4762"/>
                      <a:pt x="3832" y="4809"/>
                      <a:pt x="5212" y="4809"/>
                    </a:cubicBezTo>
                    <a:cubicBezTo>
                      <a:pt x="13820" y="4809"/>
                      <a:pt x="22381" y="4142"/>
                      <a:pt x="30911" y="2885"/>
                    </a:cubicBezTo>
                    <a:cubicBezTo>
                      <a:pt x="31036" y="2498"/>
                      <a:pt x="31175" y="2094"/>
                      <a:pt x="31253" y="1660"/>
                    </a:cubicBezTo>
                    <a:cubicBezTo>
                      <a:pt x="31361" y="1117"/>
                      <a:pt x="31470" y="543"/>
                      <a:pt x="315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25" name="Google Shape;2025;p35"/>
              <p:cNvSpPr/>
              <p:nvPr/>
            </p:nvSpPr>
            <p:spPr>
              <a:xfrm>
                <a:off x="4815909" y="1805625"/>
                <a:ext cx="388932" cy="564053"/>
              </a:xfrm>
              <a:custGeom>
                <a:avLst/>
                <a:gdLst/>
                <a:ahLst/>
                <a:cxnLst/>
                <a:rect l="l" t="t" r="r" b="b"/>
                <a:pathLst>
                  <a:path w="31795" h="46111" fill="none" extrusionOk="0">
                    <a:moveTo>
                      <a:pt x="5320" y="40077"/>
                    </a:moveTo>
                    <a:cubicBezTo>
                      <a:pt x="5196" y="38200"/>
                      <a:pt x="4405" y="36432"/>
                      <a:pt x="3722" y="34695"/>
                    </a:cubicBezTo>
                    <a:cubicBezTo>
                      <a:pt x="0" y="24707"/>
                      <a:pt x="1923" y="12997"/>
                      <a:pt x="8112" y="4312"/>
                    </a:cubicBezTo>
                    <a:cubicBezTo>
                      <a:pt x="9197" y="2761"/>
                      <a:pt x="10454" y="1303"/>
                      <a:pt x="12113" y="434"/>
                    </a:cubicBezTo>
                    <a:cubicBezTo>
                      <a:pt x="12578" y="186"/>
                      <a:pt x="13090" y="0"/>
                      <a:pt x="13633" y="62"/>
                    </a:cubicBezTo>
                    <a:cubicBezTo>
                      <a:pt x="14052" y="109"/>
                      <a:pt x="14471" y="310"/>
                      <a:pt x="14858" y="527"/>
                    </a:cubicBezTo>
                    <a:cubicBezTo>
                      <a:pt x="19697" y="3195"/>
                      <a:pt x="23637" y="7507"/>
                      <a:pt x="25917" y="12563"/>
                    </a:cubicBezTo>
                    <a:cubicBezTo>
                      <a:pt x="27297" y="15649"/>
                      <a:pt x="28088" y="19046"/>
                      <a:pt x="28708" y="22380"/>
                    </a:cubicBezTo>
                    <a:cubicBezTo>
                      <a:pt x="30228" y="30228"/>
                      <a:pt x="31019" y="38185"/>
                      <a:pt x="31795" y="46110"/>
                    </a:cubicBezTo>
                  </a:path>
                </a:pathLst>
              </a:custGeom>
              <a:noFill/>
              <a:ln w="21325" cap="rnd" cmpd="sng">
                <a:solidFill>
                  <a:schemeClr val="dk1"/>
                </a:solidFill>
                <a:prstDash val="solid"/>
                <a:miter lim="155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26" name="Google Shape;2026;p35"/>
              <p:cNvSpPr/>
              <p:nvPr/>
            </p:nvSpPr>
            <p:spPr>
              <a:xfrm>
                <a:off x="4826527" y="1763875"/>
                <a:ext cx="397862" cy="605227"/>
              </a:xfrm>
              <a:custGeom>
                <a:avLst/>
                <a:gdLst/>
                <a:ahLst/>
                <a:cxnLst/>
                <a:rect l="l" t="t" r="r" b="b"/>
                <a:pathLst>
                  <a:path w="32525" h="49477" fill="none" extrusionOk="0">
                    <a:moveTo>
                      <a:pt x="4778" y="44002"/>
                    </a:moveTo>
                    <a:cubicBezTo>
                      <a:pt x="6003" y="34122"/>
                      <a:pt x="1" y="24072"/>
                      <a:pt x="2823" y="14549"/>
                    </a:cubicBezTo>
                    <a:cubicBezTo>
                      <a:pt x="3537" y="12083"/>
                      <a:pt x="4809" y="9772"/>
                      <a:pt x="6158" y="7570"/>
                    </a:cubicBezTo>
                    <a:cubicBezTo>
                      <a:pt x="6949" y="6267"/>
                      <a:pt x="7740" y="4964"/>
                      <a:pt x="8872" y="3987"/>
                    </a:cubicBezTo>
                    <a:cubicBezTo>
                      <a:pt x="13385" y="1"/>
                      <a:pt x="19605" y="5786"/>
                      <a:pt x="22831" y="8950"/>
                    </a:cubicBezTo>
                    <a:cubicBezTo>
                      <a:pt x="27918" y="13960"/>
                      <a:pt x="30679" y="21016"/>
                      <a:pt x="31609" y="28073"/>
                    </a:cubicBezTo>
                    <a:cubicBezTo>
                      <a:pt x="32524" y="35177"/>
                      <a:pt x="31826" y="42373"/>
                      <a:pt x="30942" y="49477"/>
                    </a:cubicBezTo>
                  </a:path>
                </a:pathLst>
              </a:custGeom>
              <a:noFill/>
              <a:ln w="21325" cap="rnd" cmpd="sng">
                <a:solidFill>
                  <a:schemeClr val="dk1"/>
                </a:solidFill>
                <a:prstDash val="solid"/>
                <a:miter lim="155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27" name="Google Shape;2027;p35"/>
              <p:cNvSpPr/>
              <p:nvPr/>
            </p:nvSpPr>
            <p:spPr>
              <a:xfrm>
                <a:off x="4962748" y="1787410"/>
                <a:ext cx="16893" cy="62802"/>
              </a:xfrm>
              <a:custGeom>
                <a:avLst/>
                <a:gdLst/>
                <a:ahLst/>
                <a:cxnLst/>
                <a:rect l="l" t="t" r="r" b="b"/>
                <a:pathLst>
                  <a:path w="1381" h="5134" fill="none" extrusionOk="0">
                    <a:moveTo>
                      <a:pt x="1" y="0"/>
                    </a:moveTo>
                    <a:cubicBezTo>
                      <a:pt x="714" y="2141"/>
                      <a:pt x="1086" y="2885"/>
                      <a:pt x="1381" y="5134"/>
                    </a:cubicBezTo>
                  </a:path>
                </a:pathLst>
              </a:custGeom>
              <a:noFill/>
              <a:ln w="31800" cap="rnd" cmpd="sng">
                <a:solidFill>
                  <a:schemeClr val="dk1"/>
                </a:solidFill>
                <a:prstDash val="solid"/>
                <a:miter lim="155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28" name="Google Shape;2028;p35"/>
              <p:cNvSpPr/>
              <p:nvPr/>
            </p:nvSpPr>
            <p:spPr>
              <a:xfrm>
                <a:off x="4966736" y="1778114"/>
                <a:ext cx="15951" cy="48196"/>
              </a:xfrm>
              <a:custGeom>
                <a:avLst/>
                <a:gdLst/>
                <a:ahLst/>
                <a:cxnLst/>
                <a:rect l="l" t="t" r="r" b="b"/>
                <a:pathLst>
                  <a:path w="1304" h="3940" fill="none" extrusionOk="0">
                    <a:moveTo>
                      <a:pt x="0" y="0"/>
                    </a:moveTo>
                    <a:cubicBezTo>
                      <a:pt x="543" y="1303"/>
                      <a:pt x="977" y="2606"/>
                      <a:pt x="1303" y="3940"/>
                    </a:cubicBezTo>
                  </a:path>
                </a:pathLst>
              </a:custGeom>
              <a:noFill/>
              <a:ln w="31800" cap="rnd" cmpd="sng">
                <a:solidFill>
                  <a:schemeClr val="dk1"/>
                </a:solidFill>
                <a:prstDash val="solid"/>
                <a:miter lim="155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grpSp>
        <p:grpSp>
          <p:nvGrpSpPr>
            <p:cNvPr id="2029" name="Google Shape;2029;p35"/>
            <p:cNvGrpSpPr/>
            <p:nvPr/>
          </p:nvGrpSpPr>
          <p:grpSpPr>
            <a:xfrm>
              <a:off x="3969934" y="1171027"/>
              <a:ext cx="579992" cy="1310945"/>
              <a:chOff x="3969934" y="1171027"/>
              <a:chExt cx="579992" cy="1310945"/>
            </a:xfrm>
          </p:grpSpPr>
          <p:sp>
            <p:nvSpPr>
              <p:cNvPr id="2030" name="Google Shape;2030;p35"/>
              <p:cNvSpPr/>
              <p:nvPr/>
            </p:nvSpPr>
            <p:spPr>
              <a:xfrm>
                <a:off x="3982080" y="1204312"/>
                <a:ext cx="567845" cy="1277660"/>
              </a:xfrm>
              <a:custGeom>
                <a:avLst/>
                <a:gdLst/>
                <a:ahLst/>
                <a:cxnLst/>
                <a:rect l="l" t="t" r="r" b="b"/>
                <a:pathLst>
                  <a:path w="46421" h="104448" extrusionOk="0">
                    <a:moveTo>
                      <a:pt x="31869" y="1"/>
                    </a:moveTo>
                    <a:cubicBezTo>
                      <a:pt x="28571" y="1"/>
                      <a:pt x="25172" y="2422"/>
                      <a:pt x="22195" y="3854"/>
                    </a:cubicBezTo>
                    <a:cubicBezTo>
                      <a:pt x="11772" y="8972"/>
                      <a:pt x="7042" y="18293"/>
                      <a:pt x="4948" y="28731"/>
                    </a:cubicBezTo>
                    <a:cubicBezTo>
                      <a:pt x="4483" y="30902"/>
                      <a:pt x="4188" y="33151"/>
                      <a:pt x="3940" y="35416"/>
                    </a:cubicBezTo>
                    <a:cubicBezTo>
                      <a:pt x="2234" y="51546"/>
                      <a:pt x="3568" y="67846"/>
                      <a:pt x="1800" y="83961"/>
                    </a:cubicBezTo>
                    <a:cubicBezTo>
                      <a:pt x="1443" y="87218"/>
                      <a:pt x="1" y="91111"/>
                      <a:pt x="1148" y="94197"/>
                    </a:cubicBezTo>
                    <a:cubicBezTo>
                      <a:pt x="4119" y="102252"/>
                      <a:pt x="11753" y="104448"/>
                      <a:pt x="19009" y="104448"/>
                    </a:cubicBezTo>
                    <a:cubicBezTo>
                      <a:pt x="19899" y="104448"/>
                      <a:pt x="20783" y="104415"/>
                      <a:pt x="21652" y="104356"/>
                    </a:cubicBezTo>
                    <a:cubicBezTo>
                      <a:pt x="31857" y="103704"/>
                      <a:pt x="34649" y="92196"/>
                      <a:pt x="34277" y="83806"/>
                    </a:cubicBezTo>
                    <a:cubicBezTo>
                      <a:pt x="33982" y="76873"/>
                      <a:pt x="32865" y="70142"/>
                      <a:pt x="34789" y="63333"/>
                    </a:cubicBezTo>
                    <a:cubicBezTo>
                      <a:pt x="36665" y="56648"/>
                      <a:pt x="40605" y="50848"/>
                      <a:pt x="43024" y="44349"/>
                    </a:cubicBezTo>
                    <a:cubicBezTo>
                      <a:pt x="45273" y="38378"/>
                      <a:pt x="46421" y="31941"/>
                      <a:pt x="46359" y="25552"/>
                    </a:cubicBezTo>
                    <a:cubicBezTo>
                      <a:pt x="46312" y="19906"/>
                      <a:pt x="45351" y="9592"/>
                      <a:pt x="41799" y="4939"/>
                    </a:cubicBezTo>
                    <a:cubicBezTo>
                      <a:pt x="39628" y="2086"/>
                      <a:pt x="36340" y="519"/>
                      <a:pt x="32695" y="54"/>
                    </a:cubicBezTo>
                    <a:cubicBezTo>
                      <a:pt x="32420" y="18"/>
                      <a:pt x="32145" y="1"/>
                      <a:pt x="318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31" name="Google Shape;2031;p35"/>
              <p:cNvSpPr/>
              <p:nvPr/>
            </p:nvSpPr>
            <p:spPr>
              <a:xfrm>
                <a:off x="3973542" y="1172825"/>
                <a:ext cx="567845" cy="1277648"/>
              </a:xfrm>
              <a:custGeom>
                <a:avLst/>
                <a:gdLst/>
                <a:ahLst/>
                <a:cxnLst/>
                <a:rect l="l" t="t" r="r" b="b"/>
                <a:pathLst>
                  <a:path w="46421" h="104447" extrusionOk="0">
                    <a:moveTo>
                      <a:pt x="31869" y="0"/>
                    </a:moveTo>
                    <a:cubicBezTo>
                      <a:pt x="28571" y="0"/>
                      <a:pt x="25172" y="2422"/>
                      <a:pt x="22195" y="3853"/>
                    </a:cubicBezTo>
                    <a:cubicBezTo>
                      <a:pt x="11757" y="8909"/>
                      <a:pt x="7026" y="18277"/>
                      <a:pt x="4948" y="28730"/>
                    </a:cubicBezTo>
                    <a:cubicBezTo>
                      <a:pt x="4483" y="30902"/>
                      <a:pt x="4188" y="33135"/>
                      <a:pt x="3940" y="35415"/>
                    </a:cubicBezTo>
                    <a:cubicBezTo>
                      <a:pt x="2234" y="51545"/>
                      <a:pt x="3568" y="67846"/>
                      <a:pt x="1800" y="83960"/>
                    </a:cubicBezTo>
                    <a:cubicBezTo>
                      <a:pt x="1443" y="87217"/>
                      <a:pt x="1" y="91110"/>
                      <a:pt x="1148" y="94196"/>
                    </a:cubicBezTo>
                    <a:cubicBezTo>
                      <a:pt x="4120" y="102242"/>
                      <a:pt x="11762" y="104447"/>
                      <a:pt x="19022" y="104447"/>
                    </a:cubicBezTo>
                    <a:cubicBezTo>
                      <a:pt x="19907" y="104447"/>
                      <a:pt x="20787" y="104414"/>
                      <a:pt x="21652" y="104355"/>
                    </a:cubicBezTo>
                    <a:cubicBezTo>
                      <a:pt x="31857" y="103688"/>
                      <a:pt x="34649" y="92196"/>
                      <a:pt x="34277" y="83805"/>
                    </a:cubicBezTo>
                    <a:cubicBezTo>
                      <a:pt x="33982" y="76857"/>
                      <a:pt x="32865" y="70125"/>
                      <a:pt x="34789" y="63332"/>
                    </a:cubicBezTo>
                    <a:cubicBezTo>
                      <a:pt x="36665" y="56632"/>
                      <a:pt x="40605" y="50847"/>
                      <a:pt x="43024" y="44349"/>
                    </a:cubicBezTo>
                    <a:cubicBezTo>
                      <a:pt x="45273" y="38377"/>
                      <a:pt x="46421" y="31941"/>
                      <a:pt x="46359" y="25535"/>
                    </a:cubicBezTo>
                    <a:cubicBezTo>
                      <a:pt x="46312" y="19905"/>
                      <a:pt x="45351" y="9592"/>
                      <a:pt x="41799" y="4939"/>
                    </a:cubicBezTo>
                    <a:cubicBezTo>
                      <a:pt x="39628" y="2085"/>
                      <a:pt x="36340" y="518"/>
                      <a:pt x="32695" y="53"/>
                    </a:cubicBezTo>
                    <a:cubicBezTo>
                      <a:pt x="32420" y="17"/>
                      <a:pt x="32145" y="0"/>
                      <a:pt x="31869" y="0"/>
                    </a:cubicBezTo>
                    <a:close/>
                  </a:path>
                </a:pathLst>
              </a:custGeom>
              <a:solidFill>
                <a:srgbClr val="BA6F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32" name="Google Shape;2032;p35"/>
              <p:cNvSpPr/>
              <p:nvPr/>
            </p:nvSpPr>
            <p:spPr>
              <a:xfrm>
                <a:off x="3973542" y="1172825"/>
                <a:ext cx="567845" cy="1277648"/>
              </a:xfrm>
              <a:custGeom>
                <a:avLst/>
                <a:gdLst/>
                <a:ahLst/>
                <a:cxnLst/>
                <a:rect l="l" t="t" r="r" b="b"/>
                <a:pathLst>
                  <a:path w="46421" h="104447" extrusionOk="0">
                    <a:moveTo>
                      <a:pt x="31869" y="0"/>
                    </a:moveTo>
                    <a:cubicBezTo>
                      <a:pt x="28571" y="0"/>
                      <a:pt x="25172" y="2422"/>
                      <a:pt x="22195" y="3853"/>
                    </a:cubicBezTo>
                    <a:cubicBezTo>
                      <a:pt x="11757" y="8909"/>
                      <a:pt x="7026" y="18277"/>
                      <a:pt x="4948" y="28730"/>
                    </a:cubicBezTo>
                    <a:cubicBezTo>
                      <a:pt x="4483" y="30902"/>
                      <a:pt x="4188" y="33135"/>
                      <a:pt x="3940" y="35415"/>
                    </a:cubicBezTo>
                    <a:cubicBezTo>
                      <a:pt x="2234" y="51545"/>
                      <a:pt x="3568" y="67846"/>
                      <a:pt x="1800" y="83960"/>
                    </a:cubicBezTo>
                    <a:cubicBezTo>
                      <a:pt x="1443" y="87217"/>
                      <a:pt x="1" y="91110"/>
                      <a:pt x="1148" y="94196"/>
                    </a:cubicBezTo>
                    <a:cubicBezTo>
                      <a:pt x="4120" y="102242"/>
                      <a:pt x="11762" y="104447"/>
                      <a:pt x="19022" y="104447"/>
                    </a:cubicBezTo>
                    <a:cubicBezTo>
                      <a:pt x="19907" y="104447"/>
                      <a:pt x="20787" y="104414"/>
                      <a:pt x="21652" y="104355"/>
                    </a:cubicBezTo>
                    <a:cubicBezTo>
                      <a:pt x="31857" y="103688"/>
                      <a:pt x="34649" y="92196"/>
                      <a:pt x="34277" y="83805"/>
                    </a:cubicBezTo>
                    <a:cubicBezTo>
                      <a:pt x="33982" y="76857"/>
                      <a:pt x="32865" y="70125"/>
                      <a:pt x="34789" y="63332"/>
                    </a:cubicBezTo>
                    <a:cubicBezTo>
                      <a:pt x="36665" y="56632"/>
                      <a:pt x="40605" y="50847"/>
                      <a:pt x="43024" y="44349"/>
                    </a:cubicBezTo>
                    <a:cubicBezTo>
                      <a:pt x="45273" y="38377"/>
                      <a:pt x="46421" y="31941"/>
                      <a:pt x="46359" y="25535"/>
                    </a:cubicBezTo>
                    <a:cubicBezTo>
                      <a:pt x="46312" y="19905"/>
                      <a:pt x="45351" y="9592"/>
                      <a:pt x="41799" y="4939"/>
                    </a:cubicBezTo>
                    <a:cubicBezTo>
                      <a:pt x="39628" y="2085"/>
                      <a:pt x="36340" y="518"/>
                      <a:pt x="32695" y="53"/>
                    </a:cubicBezTo>
                    <a:cubicBezTo>
                      <a:pt x="32420" y="17"/>
                      <a:pt x="32145" y="0"/>
                      <a:pt x="31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33" name="Google Shape;2033;p35"/>
              <p:cNvSpPr/>
              <p:nvPr/>
            </p:nvSpPr>
            <p:spPr>
              <a:xfrm>
                <a:off x="3969934" y="1171027"/>
                <a:ext cx="555515" cy="1259079"/>
              </a:xfrm>
              <a:custGeom>
                <a:avLst/>
                <a:gdLst/>
                <a:ahLst/>
                <a:cxnLst/>
                <a:rect l="l" t="t" r="r" b="b"/>
                <a:pathLst>
                  <a:path w="45413" h="102929" extrusionOk="0">
                    <a:moveTo>
                      <a:pt x="30548" y="0"/>
                    </a:moveTo>
                    <a:cubicBezTo>
                      <a:pt x="27322" y="0"/>
                      <a:pt x="24121" y="962"/>
                      <a:pt x="21203" y="2372"/>
                    </a:cubicBezTo>
                    <a:cubicBezTo>
                      <a:pt x="10749" y="7474"/>
                      <a:pt x="6034" y="16795"/>
                      <a:pt x="3940" y="27249"/>
                    </a:cubicBezTo>
                    <a:cubicBezTo>
                      <a:pt x="3475" y="29420"/>
                      <a:pt x="3180" y="31669"/>
                      <a:pt x="2932" y="33934"/>
                    </a:cubicBezTo>
                    <a:cubicBezTo>
                      <a:pt x="1226" y="50063"/>
                      <a:pt x="2560" y="66364"/>
                      <a:pt x="807" y="82479"/>
                    </a:cubicBezTo>
                    <a:cubicBezTo>
                      <a:pt x="435" y="85736"/>
                      <a:pt x="1" y="89086"/>
                      <a:pt x="807" y="92281"/>
                    </a:cubicBezTo>
                    <a:cubicBezTo>
                      <a:pt x="2737" y="100522"/>
                      <a:pt x="10976" y="102928"/>
                      <a:pt x="18433" y="102928"/>
                    </a:cubicBezTo>
                    <a:cubicBezTo>
                      <a:pt x="19186" y="102928"/>
                      <a:pt x="19930" y="102904"/>
                      <a:pt x="20660" y="102858"/>
                    </a:cubicBezTo>
                    <a:cubicBezTo>
                      <a:pt x="30850" y="102191"/>
                      <a:pt x="33641" y="90699"/>
                      <a:pt x="33269" y="82308"/>
                    </a:cubicBezTo>
                    <a:cubicBezTo>
                      <a:pt x="32990" y="75360"/>
                      <a:pt x="31858" y="68628"/>
                      <a:pt x="33781" y="61835"/>
                    </a:cubicBezTo>
                    <a:cubicBezTo>
                      <a:pt x="35657" y="55135"/>
                      <a:pt x="39597" y="49350"/>
                      <a:pt x="42016" y="42852"/>
                    </a:cubicBezTo>
                    <a:cubicBezTo>
                      <a:pt x="44265" y="36880"/>
                      <a:pt x="45413" y="30444"/>
                      <a:pt x="45351" y="24038"/>
                    </a:cubicBezTo>
                    <a:cubicBezTo>
                      <a:pt x="45320" y="18408"/>
                      <a:pt x="44389" y="9258"/>
                      <a:pt x="40838" y="4651"/>
                    </a:cubicBezTo>
                    <a:cubicBezTo>
                      <a:pt x="38666" y="1813"/>
                      <a:pt x="35115" y="278"/>
                      <a:pt x="31516" y="30"/>
                    </a:cubicBezTo>
                    <a:cubicBezTo>
                      <a:pt x="31194" y="10"/>
                      <a:pt x="30871" y="0"/>
                      <a:pt x="305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34" name="Google Shape;2034;p35"/>
              <p:cNvSpPr/>
              <p:nvPr/>
            </p:nvSpPr>
            <p:spPr>
              <a:xfrm>
                <a:off x="4111097" y="1263590"/>
                <a:ext cx="401838" cy="75144"/>
              </a:xfrm>
              <a:custGeom>
                <a:avLst/>
                <a:gdLst/>
                <a:ahLst/>
                <a:cxnLst/>
                <a:rect l="l" t="t" r="r" b="b"/>
                <a:pathLst>
                  <a:path w="32850" h="6143" extrusionOk="0">
                    <a:moveTo>
                      <a:pt x="2202" y="0"/>
                    </a:moveTo>
                    <a:cubicBezTo>
                      <a:pt x="1411" y="760"/>
                      <a:pt x="651" y="1582"/>
                      <a:pt x="0" y="2420"/>
                    </a:cubicBezTo>
                    <a:cubicBezTo>
                      <a:pt x="10857" y="4296"/>
                      <a:pt x="21853" y="5568"/>
                      <a:pt x="32849" y="6142"/>
                    </a:cubicBezTo>
                    <a:cubicBezTo>
                      <a:pt x="32586" y="5180"/>
                      <a:pt x="32384" y="4203"/>
                      <a:pt x="32120" y="3335"/>
                    </a:cubicBezTo>
                    <a:cubicBezTo>
                      <a:pt x="22101" y="2745"/>
                      <a:pt x="12113" y="1629"/>
                      <a:pt x="22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35" name="Google Shape;2035;p35"/>
              <p:cNvSpPr/>
              <p:nvPr/>
            </p:nvSpPr>
            <p:spPr>
              <a:xfrm>
                <a:off x="4048099" y="1368888"/>
                <a:ext cx="475832" cy="79120"/>
              </a:xfrm>
              <a:custGeom>
                <a:avLst/>
                <a:gdLst/>
                <a:ahLst/>
                <a:cxnLst/>
                <a:rect l="l" t="t" r="r" b="b"/>
                <a:pathLst>
                  <a:path w="38899" h="6468" extrusionOk="0">
                    <a:moveTo>
                      <a:pt x="1118" y="0"/>
                    </a:moveTo>
                    <a:cubicBezTo>
                      <a:pt x="699" y="838"/>
                      <a:pt x="327" y="1706"/>
                      <a:pt x="1" y="2590"/>
                    </a:cubicBezTo>
                    <a:cubicBezTo>
                      <a:pt x="11866" y="5196"/>
                      <a:pt x="23932" y="6468"/>
                      <a:pt x="36061" y="6468"/>
                    </a:cubicBezTo>
                    <a:cubicBezTo>
                      <a:pt x="36976" y="6437"/>
                      <a:pt x="37953" y="6437"/>
                      <a:pt x="38899" y="6437"/>
                    </a:cubicBezTo>
                    <a:cubicBezTo>
                      <a:pt x="38868" y="5568"/>
                      <a:pt x="38821" y="4637"/>
                      <a:pt x="38728" y="3676"/>
                    </a:cubicBezTo>
                    <a:cubicBezTo>
                      <a:pt x="37794" y="3692"/>
                      <a:pt x="36859" y="3700"/>
                      <a:pt x="35925" y="3700"/>
                    </a:cubicBezTo>
                    <a:cubicBezTo>
                      <a:pt x="24216" y="3700"/>
                      <a:pt x="12580" y="2442"/>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36" name="Google Shape;2036;p35"/>
              <p:cNvSpPr/>
              <p:nvPr/>
            </p:nvSpPr>
            <p:spPr>
              <a:xfrm>
                <a:off x="4012062" y="1500925"/>
                <a:ext cx="505997" cy="91646"/>
              </a:xfrm>
              <a:custGeom>
                <a:avLst/>
                <a:gdLst/>
                <a:ahLst/>
                <a:cxnLst/>
                <a:rect l="l" t="t" r="r" b="b"/>
                <a:pathLst>
                  <a:path w="41365" h="7492" extrusionOk="0">
                    <a:moveTo>
                      <a:pt x="496" y="1"/>
                    </a:moveTo>
                    <a:cubicBezTo>
                      <a:pt x="496" y="78"/>
                      <a:pt x="465" y="171"/>
                      <a:pt x="465" y="249"/>
                    </a:cubicBezTo>
                    <a:cubicBezTo>
                      <a:pt x="279" y="1055"/>
                      <a:pt x="171" y="1877"/>
                      <a:pt x="0" y="2715"/>
                    </a:cubicBezTo>
                    <a:cubicBezTo>
                      <a:pt x="13416" y="5801"/>
                      <a:pt x="27111" y="7445"/>
                      <a:pt x="40868" y="7492"/>
                    </a:cubicBezTo>
                    <a:cubicBezTo>
                      <a:pt x="41116" y="6577"/>
                      <a:pt x="41225" y="5662"/>
                      <a:pt x="41364" y="4731"/>
                    </a:cubicBezTo>
                    <a:cubicBezTo>
                      <a:pt x="27623" y="4731"/>
                      <a:pt x="13912" y="3149"/>
                      <a:pt x="4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37" name="Google Shape;2037;p35"/>
              <p:cNvSpPr/>
              <p:nvPr/>
            </p:nvSpPr>
            <p:spPr>
              <a:xfrm>
                <a:off x="3998019" y="1645880"/>
                <a:ext cx="486450" cy="79695"/>
              </a:xfrm>
              <a:custGeom>
                <a:avLst/>
                <a:gdLst/>
                <a:ahLst/>
                <a:cxnLst/>
                <a:rect l="l" t="t" r="r" b="b"/>
                <a:pathLst>
                  <a:path w="39767" h="6515" extrusionOk="0">
                    <a:moveTo>
                      <a:pt x="171" y="0"/>
                    </a:moveTo>
                    <a:cubicBezTo>
                      <a:pt x="93" y="915"/>
                      <a:pt x="62" y="1846"/>
                      <a:pt x="0" y="2745"/>
                    </a:cubicBezTo>
                    <a:cubicBezTo>
                      <a:pt x="12548" y="5258"/>
                      <a:pt x="25312" y="6514"/>
                      <a:pt x="38061" y="6514"/>
                    </a:cubicBezTo>
                    <a:lnTo>
                      <a:pt x="38635" y="6514"/>
                    </a:lnTo>
                    <a:cubicBezTo>
                      <a:pt x="38960" y="5723"/>
                      <a:pt x="39302" y="4886"/>
                      <a:pt x="39643" y="4095"/>
                    </a:cubicBezTo>
                    <a:cubicBezTo>
                      <a:pt x="39689" y="4017"/>
                      <a:pt x="39720" y="3877"/>
                      <a:pt x="39767" y="3800"/>
                    </a:cubicBezTo>
                    <a:lnTo>
                      <a:pt x="39767" y="3800"/>
                    </a:lnTo>
                    <a:cubicBezTo>
                      <a:pt x="39607" y="3800"/>
                      <a:pt x="39447" y="3800"/>
                      <a:pt x="39288" y="3800"/>
                    </a:cubicBezTo>
                    <a:cubicBezTo>
                      <a:pt x="26186" y="3800"/>
                      <a:pt x="13057" y="2544"/>
                      <a:pt x="1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38" name="Google Shape;2038;p35"/>
              <p:cNvSpPr/>
              <p:nvPr/>
            </p:nvSpPr>
            <p:spPr>
              <a:xfrm>
                <a:off x="3993469" y="1793857"/>
                <a:ext cx="423269" cy="78178"/>
              </a:xfrm>
              <a:custGeom>
                <a:avLst/>
                <a:gdLst/>
                <a:ahLst/>
                <a:cxnLst/>
                <a:rect l="l" t="t" r="r" b="b"/>
                <a:pathLst>
                  <a:path w="34602" h="6391" extrusionOk="0">
                    <a:moveTo>
                      <a:pt x="62" y="1"/>
                    </a:moveTo>
                    <a:cubicBezTo>
                      <a:pt x="47" y="962"/>
                      <a:pt x="0" y="1893"/>
                      <a:pt x="0" y="2808"/>
                    </a:cubicBezTo>
                    <a:cubicBezTo>
                      <a:pt x="10996" y="4979"/>
                      <a:pt x="22179" y="6204"/>
                      <a:pt x="33392" y="6390"/>
                    </a:cubicBezTo>
                    <a:cubicBezTo>
                      <a:pt x="33749" y="5491"/>
                      <a:pt x="34183" y="4560"/>
                      <a:pt x="34602" y="3676"/>
                    </a:cubicBezTo>
                    <a:cubicBezTo>
                      <a:pt x="23001" y="3568"/>
                      <a:pt x="11415" y="2311"/>
                      <a:pt x="6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39" name="Google Shape;2039;p35"/>
              <p:cNvSpPr/>
              <p:nvPr/>
            </p:nvSpPr>
            <p:spPr>
              <a:xfrm>
                <a:off x="3991194" y="1958531"/>
                <a:ext cx="381348" cy="59401"/>
              </a:xfrm>
              <a:custGeom>
                <a:avLst/>
                <a:gdLst/>
                <a:ahLst/>
                <a:cxnLst/>
                <a:rect l="l" t="t" r="r" b="b"/>
                <a:pathLst>
                  <a:path w="31175" h="4856" extrusionOk="0">
                    <a:moveTo>
                      <a:pt x="62" y="1"/>
                    </a:moveTo>
                    <a:cubicBezTo>
                      <a:pt x="31" y="916"/>
                      <a:pt x="31" y="1846"/>
                      <a:pt x="0" y="2762"/>
                    </a:cubicBezTo>
                    <a:cubicBezTo>
                      <a:pt x="10236" y="4018"/>
                      <a:pt x="20597" y="4716"/>
                      <a:pt x="30957" y="4855"/>
                    </a:cubicBezTo>
                    <a:cubicBezTo>
                      <a:pt x="30988" y="3940"/>
                      <a:pt x="31035" y="3010"/>
                      <a:pt x="31174" y="2095"/>
                    </a:cubicBezTo>
                    <a:cubicBezTo>
                      <a:pt x="20798" y="1986"/>
                      <a:pt x="10360" y="1273"/>
                      <a:pt x="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40" name="Google Shape;2040;p35"/>
              <p:cNvSpPr/>
              <p:nvPr/>
            </p:nvSpPr>
            <p:spPr>
              <a:xfrm>
                <a:off x="3982276" y="2117138"/>
                <a:ext cx="394058" cy="52184"/>
              </a:xfrm>
              <a:custGeom>
                <a:avLst/>
                <a:gdLst/>
                <a:ahLst/>
                <a:cxnLst/>
                <a:rect l="l" t="t" r="r" b="b"/>
                <a:pathLst>
                  <a:path w="32214" h="4266" extrusionOk="0">
                    <a:moveTo>
                      <a:pt x="233" y="1"/>
                    </a:moveTo>
                    <a:cubicBezTo>
                      <a:pt x="155" y="962"/>
                      <a:pt x="78" y="1831"/>
                      <a:pt x="0" y="2746"/>
                    </a:cubicBezTo>
                    <a:cubicBezTo>
                      <a:pt x="10205" y="3754"/>
                      <a:pt x="20473" y="4266"/>
                      <a:pt x="30756" y="4266"/>
                    </a:cubicBezTo>
                    <a:lnTo>
                      <a:pt x="32213" y="4266"/>
                    </a:lnTo>
                    <a:cubicBezTo>
                      <a:pt x="32167" y="3351"/>
                      <a:pt x="32136" y="2420"/>
                      <a:pt x="32027" y="1505"/>
                    </a:cubicBezTo>
                    <a:cubicBezTo>
                      <a:pt x="31585" y="1507"/>
                      <a:pt x="31143" y="1508"/>
                      <a:pt x="30701" y="1508"/>
                    </a:cubicBezTo>
                    <a:cubicBezTo>
                      <a:pt x="20544" y="1508"/>
                      <a:pt x="10324" y="997"/>
                      <a:pt x="2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41" name="Google Shape;2041;p35"/>
              <p:cNvSpPr/>
              <p:nvPr/>
            </p:nvSpPr>
            <p:spPr>
              <a:xfrm>
                <a:off x="3975634" y="2279548"/>
                <a:ext cx="385899" cy="58814"/>
              </a:xfrm>
              <a:custGeom>
                <a:avLst/>
                <a:gdLst/>
                <a:ahLst/>
                <a:cxnLst/>
                <a:rect l="l" t="t" r="r" b="b"/>
                <a:pathLst>
                  <a:path w="31547" h="4808" extrusionOk="0">
                    <a:moveTo>
                      <a:pt x="0" y="0"/>
                    </a:moveTo>
                    <a:cubicBezTo>
                      <a:pt x="78" y="543"/>
                      <a:pt x="171" y="1117"/>
                      <a:pt x="295" y="1660"/>
                    </a:cubicBezTo>
                    <a:cubicBezTo>
                      <a:pt x="372" y="2094"/>
                      <a:pt x="512" y="2497"/>
                      <a:pt x="621" y="2885"/>
                    </a:cubicBezTo>
                    <a:cubicBezTo>
                      <a:pt x="9151" y="4141"/>
                      <a:pt x="17728" y="4808"/>
                      <a:pt x="26336" y="4808"/>
                    </a:cubicBezTo>
                    <a:cubicBezTo>
                      <a:pt x="27716" y="4808"/>
                      <a:pt x="29081" y="4761"/>
                      <a:pt x="30461" y="4761"/>
                    </a:cubicBezTo>
                    <a:cubicBezTo>
                      <a:pt x="30880" y="3893"/>
                      <a:pt x="31221" y="2916"/>
                      <a:pt x="31547" y="2016"/>
                    </a:cubicBezTo>
                    <a:lnTo>
                      <a:pt x="31547" y="2016"/>
                    </a:lnTo>
                    <a:cubicBezTo>
                      <a:pt x="29955" y="2061"/>
                      <a:pt x="28362" y="2083"/>
                      <a:pt x="26770" y="2083"/>
                    </a:cubicBezTo>
                    <a:cubicBezTo>
                      <a:pt x="17825" y="2083"/>
                      <a:pt x="8874" y="1382"/>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42" name="Google Shape;2042;p35"/>
              <p:cNvSpPr/>
              <p:nvPr/>
            </p:nvSpPr>
            <p:spPr>
              <a:xfrm>
                <a:off x="4034448" y="1393732"/>
                <a:ext cx="341128" cy="599539"/>
              </a:xfrm>
              <a:custGeom>
                <a:avLst/>
                <a:gdLst/>
                <a:ahLst/>
                <a:cxnLst/>
                <a:rect l="l" t="t" r="r" b="b"/>
                <a:pathLst>
                  <a:path w="27887" h="49012" fill="none" extrusionOk="0">
                    <a:moveTo>
                      <a:pt x="0" y="49011"/>
                    </a:moveTo>
                    <a:cubicBezTo>
                      <a:pt x="1768" y="40031"/>
                      <a:pt x="3598" y="31004"/>
                      <a:pt x="6437" y="22273"/>
                    </a:cubicBezTo>
                    <a:cubicBezTo>
                      <a:pt x="7864" y="17976"/>
                      <a:pt x="9523" y="13711"/>
                      <a:pt x="11539" y="9663"/>
                    </a:cubicBezTo>
                    <a:cubicBezTo>
                      <a:pt x="12920" y="6872"/>
                      <a:pt x="15479" y="1"/>
                      <a:pt x="19604" y="792"/>
                    </a:cubicBezTo>
                    <a:cubicBezTo>
                      <a:pt x="20737" y="1009"/>
                      <a:pt x="21605" y="1924"/>
                      <a:pt x="22318" y="2855"/>
                    </a:cubicBezTo>
                    <a:cubicBezTo>
                      <a:pt x="25203" y="6608"/>
                      <a:pt x="26801" y="11245"/>
                      <a:pt x="27344" y="15945"/>
                    </a:cubicBezTo>
                    <a:cubicBezTo>
                      <a:pt x="27886" y="20675"/>
                      <a:pt x="27344" y="25421"/>
                      <a:pt x="26258" y="30012"/>
                    </a:cubicBezTo>
                    <a:cubicBezTo>
                      <a:pt x="25793" y="31888"/>
                      <a:pt x="25250" y="33781"/>
                      <a:pt x="25172" y="35688"/>
                    </a:cubicBezTo>
                    <a:cubicBezTo>
                      <a:pt x="25095" y="37612"/>
                      <a:pt x="25529" y="39674"/>
                      <a:pt x="26832" y="41086"/>
                    </a:cubicBezTo>
                  </a:path>
                </a:pathLst>
              </a:custGeom>
              <a:noFill/>
              <a:ln w="21325" cap="rnd" cmpd="sng">
                <a:solidFill>
                  <a:schemeClr val="dk1"/>
                </a:solidFill>
                <a:prstDash val="solid"/>
                <a:miter lim="155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43" name="Google Shape;2043;p35"/>
              <p:cNvSpPr/>
              <p:nvPr/>
            </p:nvSpPr>
            <p:spPr>
              <a:xfrm>
                <a:off x="4025530" y="1394307"/>
                <a:ext cx="336956" cy="594022"/>
              </a:xfrm>
              <a:custGeom>
                <a:avLst/>
                <a:gdLst/>
                <a:ahLst/>
                <a:cxnLst/>
                <a:rect l="l" t="t" r="r" b="b"/>
                <a:pathLst>
                  <a:path w="27546" h="48561" fill="none" extrusionOk="0">
                    <a:moveTo>
                      <a:pt x="27545" y="41209"/>
                    </a:moveTo>
                    <a:cubicBezTo>
                      <a:pt x="26211" y="40713"/>
                      <a:pt x="25234" y="39503"/>
                      <a:pt x="24754" y="38200"/>
                    </a:cubicBezTo>
                    <a:cubicBezTo>
                      <a:pt x="24257" y="36867"/>
                      <a:pt x="24180" y="35455"/>
                      <a:pt x="24180" y="34013"/>
                    </a:cubicBezTo>
                    <a:cubicBezTo>
                      <a:pt x="24180" y="30291"/>
                      <a:pt x="25002" y="26925"/>
                      <a:pt x="25591" y="23280"/>
                    </a:cubicBezTo>
                    <a:cubicBezTo>
                      <a:pt x="26165" y="19853"/>
                      <a:pt x="26056" y="16053"/>
                      <a:pt x="25669" y="12610"/>
                    </a:cubicBezTo>
                    <a:cubicBezTo>
                      <a:pt x="25374" y="9942"/>
                      <a:pt x="24831" y="7259"/>
                      <a:pt x="23745" y="4762"/>
                    </a:cubicBezTo>
                    <a:cubicBezTo>
                      <a:pt x="22985" y="3102"/>
                      <a:pt x="21497" y="0"/>
                      <a:pt x="19263" y="124"/>
                    </a:cubicBezTo>
                    <a:cubicBezTo>
                      <a:pt x="18177" y="202"/>
                      <a:pt x="17216" y="853"/>
                      <a:pt x="16347" y="1505"/>
                    </a:cubicBezTo>
                    <a:cubicBezTo>
                      <a:pt x="9725" y="6561"/>
                      <a:pt x="4048" y="14455"/>
                      <a:pt x="1629" y="22443"/>
                    </a:cubicBezTo>
                    <a:cubicBezTo>
                      <a:pt x="497" y="26165"/>
                      <a:pt x="248" y="30135"/>
                      <a:pt x="109" y="34013"/>
                    </a:cubicBezTo>
                    <a:cubicBezTo>
                      <a:pt x="0" y="38867"/>
                      <a:pt x="109" y="43706"/>
                      <a:pt x="435" y="48561"/>
                    </a:cubicBezTo>
                  </a:path>
                </a:pathLst>
              </a:custGeom>
              <a:noFill/>
              <a:ln w="21325" cap="rnd" cmpd="sng">
                <a:solidFill>
                  <a:schemeClr val="dk1"/>
                </a:solidFill>
                <a:prstDash val="solid"/>
                <a:miter lim="155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44" name="Google Shape;2044;p35"/>
              <p:cNvSpPr/>
              <p:nvPr/>
            </p:nvSpPr>
            <p:spPr>
              <a:xfrm>
                <a:off x="4256798" y="1392790"/>
                <a:ext cx="15376" cy="62802"/>
              </a:xfrm>
              <a:custGeom>
                <a:avLst/>
                <a:gdLst/>
                <a:ahLst/>
                <a:cxnLst/>
                <a:rect l="l" t="t" r="r" b="b"/>
                <a:pathLst>
                  <a:path w="1257" h="5134" fill="none" extrusionOk="0">
                    <a:moveTo>
                      <a:pt x="0" y="5134"/>
                    </a:moveTo>
                    <a:cubicBezTo>
                      <a:pt x="249" y="3381"/>
                      <a:pt x="652" y="1675"/>
                      <a:pt x="1257" y="0"/>
                    </a:cubicBezTo>
                  </a:path>
                </a:pathLst>
              </a:custGeom>
              <a:noFill/>
              <a:ln w="31800" cap="rnd" cmpd="sng">
                <a:solidFill>
                  <a:schemeClr val="dk1"/>
                </a:solidFill>
                <a:prstDash val="solid"/>
                <a:miter lim="155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2045" name="Google Shape;2045;p35"/>
              <p:cNvSpPr/>
              <p:nvPr/>
            </p:nvSpPr>
            <p:spPr>
              <a:xfrm>
                <a:off x="4261923" y="1382160"/>
                <a:ext cx="15939" cy="48208"/>
              </a:xfrm>
              <a:custGeom>
                <a:avLst/>
                <a:gdLst/>
                <a:ahLst/>
                <a:cxnLst/>
                <a:rect l="l" t="t" r="r" b="b"/>
                <a:pathLst>
                  <a:path w="1303" h="3941" fill="none" extrusionOk="0">
                    <a:moveTo>
                      <a:pt x="1303" y="1"/>
                    </a:moveTo>
                    <a:cubicBezTo>
                      <a:pt x="760" y="1304"/>
                      <a:pt x="326" y="2591"/>
                      <a:pt x="0" y="3940"/>
                    </a:cubicBezTo>
                  </a:path>
                </a:pathLst>
              </a:custGeom>
              <a:noFill/>
              <a:ln w="31800" cap="rnd" cmpd="sng">
                <a:solidFill>
                  <a:schemeClr val="dk1"/>
                </a:solidFill>
                <a:prstDash val="solid"/>
                <a:miter lim="155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grpSp>
      </p:grpSp>
      <p:sp>
        <p:nvSpPr>
          <p:cNvPr id="3" name="Google Shape;1934;p35">
            <a:extLst>
              <a:ext uri="{FF2B5EF4-FFF2-40B4-BE49-F238E27FC236}">
                <a16:creationId xmlns:a16="http://schemas.microsoft.com/office/drawing/2014/main" id="{524F1E6E-1B9F-D379-6D56-A84EFA86A7E4}"/>
              </a:ext>
            </a:extLst>
          </p:cNvPr>
          <p:cNvSpPr txBox="1">
            <a:spLocks/>
          </p:cNvSpPr>
          <p:nvPr/>
        </p:nvSpPr>
        <p:spPr>
          <a:xfrm>
            <a:off x="2264850" y="4116675"/>
            <a:ext cx="4614300" cy="475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Barlow Semi Condensed"/>
              <a:buNone/>
              <a:defRPr sz="1600" b="0" i="0" u="none" strike="noStrike" cap="none">
                <a:solidFill>
                  <a:schemeClr val="dk1"/>
                </a:solidFill>
                <a:latin typeface="Barlow Semi Condensed"/>
                <a:ea typeface="Barlow Semi Condensed"/>
                <a:cs typeface="Barlow Semi Condensed"/>
                <a:sym typeface="Barlow Semi Condensed"/>
              </a:defRPr>
            </a:lvl1pPr>
            <a:lvl2pPr marL="914400" marR="0" lvl="1" indent="-317500" algn="ctr" rtl="0">
              <a:lnSpc>
                <a:spcPct val="100000"/>
              </a:lnSpc>
              <a:spcBef>
                <a:spcPts val="0"/>
              </a:spcBef>
              <a:spcAft>
                <a:spcPts val="0"/>
              </a:spcAft>
              <a:buClr>
                <a:schemeClr val="dk1"/>
              </a:buClr>
              <a:buSzPts val="1800"/>
              <a:buFont typeface="Barlow Semi Condensed"/>
              <a:buNone/>
              <a:defRPr sz="1800" b="0" i="0" u="none" strike="noStrike" cap="none">
                <a:solidFill>
                  <a:schemeClr val="dk1"/>
                </a:solidFill>
                <a:latin typeface="Barlow Semi Condensed"/>
                <a:ea typeface="Barlow Semi Condensed"/>
                <a:cs typeface="Barlow Semi Condensed"/>
                <a:sym typeface="Barlow Semi Condensed"/>
              </a:defRPr>
            </a:lvl2pPr>
            <a:lvl3pPr marL="1371600" marR="0" lvl="2" indent="-317500" algn="ctr" rtl="0">
              <a:lnSpc>
                <a:spcPct val="100000"/>
              </a:lnSpc>
              <a:spcBef>
                <a:spcPts val="0"/>
              </a:spcBef>
              <a:spcAft>
                <a:spcPts val="0"/>
              </a:spcAft>
              <a:buClr>
                <a:schemeClr val="dk1"/>
              </a:buClr>
              <a:buSzPts val="1800"/>
              <a:buFont typeface="Barlow Semi Condensed"/>
              <a:buNone/>
              <a:defRPr sz="1800" b="0" i="0" u="none" strike="noStrike" cap="none">
                <a:solidFill>
                  <a:schemeClr val="dk1"/>
                </a:solidFill>
                <a:latin typeface="Barlow Semi Condensed"/>
                <a:ea typeface="Barlow Semi Condensed"/>
                <a:cs typeface="Barlow Semi Condensed"/>
                <a:sym typeface="Barlow Semi Condensed"/>
              </a:defRPr>
            </a:lvl3pPr>
            <a:lvl4pPr marL="1828800" marR="0" lvl="3" indent="-317500" algn="ctr" rtl="0">
              <a:lnSpc>
                <a:spcPct val="100000"/>
              </a:lnSpc>
              <a:spcBef>
                <a:spcPts val="0"/>
              </a:spcBef>
              <a:spcAft>
                <a:spcPts val="0"/>
              </a:spcAft>
              <a:buClr>
                <a:schemeClr val="dk1"/>
              </a:buClr>
              <a:buSzPts val="1800"/>
              <a:buFont typeface="Barlow Semi Condensed"/>
              <a:buNone/>
              <a:defRPr sz="1800" b="0" i="0" u="none" strike="noStrike" cap="none">
                <a:solidFill>
                  <a:schemeClr val="dk1"/>
                </a:solidFill>
                <a:latin typeface="Barlow Semi Condensed"/>
                <a:ea typeface="Barlow Semi Condensed"/>
                <a:cs typeface="Barlow Semi Condensed"/>
                <a:sym typeface="Barlow Semi Condensed"/>
              </a:defRPr>
            </a:lvl4pPr>
            <a:lvl5pPr marL="2286000" marR="0" lvl="4" indent="-317500" algn="ctr" rtl="0">
              <a:lnSpc>
                <a:spcPct val="100000"/>
              </a:lnSpc>
              <a:spcBef>
                <a:spcPts val="0"/>
              </a:spcBef>
              <a:spcAft>
                <a:spcPts val="0"/>
              </a:spcAft>
              <a:buClr>
                <a:schemeClr val="dk1"/>
              </a:buClr>
              <a:buSzPts val="1800"/>
              <a:buFont typeface="Barlow Semi Condensed"/>
              <a:buNone/>
              <a:defRPr sz="1800" b="0" i="0" u="none" strike="noStrike" cap="none">
                <a:solidFill>
                  <a:schemeClr val="dk1"/>
                </a:solidFill>
                <a:latin typeface="Barlow Semi Condensed"/>
                <a:ea typeface="Barlow Semi Condensed"/>
                <a:cs typeface="Barlow Semi Condensed"/>
                <a:sym typeface="Barlow Semi Condensed"/>
              </a:defRPr>
            </a:lvl5pPr>
            <a:lvl6pPr marL="2743200" marR="0" lvl="5" indent="-317500" algn="ctr" rtl="0">
              <a:lnSpc>
                <a:spcPct val="100000"/>
              </a:lnSpc>
              <a:spcBef>
                <a:spcPts val="0"/>
              </a:spcBef>
              <a:spcAft>
                <a:spcPts val="0"/>
              </a:spcAft>
              <a:buClr>
                <a:schemeClr val="dk1"/>
              </a:buClr>
              <a:buSzPts val="1800"/>
              <a:buFont typeface="Barlow Semi Condensed"/>
              <a:buNone/>
              <a:defRPr sz="1800" b="0" i="0" u="none" strike="noStrike" cap="none">
                <a:solidFill>
                  <a:schemeClr val="dk1"/>
                </a:solidFill>
                <a:latin typeface="Barlow Semi Condensed"/>
                <a:ea typeface="Barlow Semi Condensed"/>
                <a:cs typeface="Barlow Semi Condensed"/>
                <a:sym typeface="Barlow Semi Condensed"/>
              </a:defRPr>
            </a:lvl6pPr>
            <a:lvl7pPr marL="3200400" marR="0" lvl="6" indent="-317500" algn="ctr" rtl="0">
              <a:lnSpc>
                <a:spcPct val="100000"/>
              </a:lnSpc>
              <a:spcBef>
                <a:spcPts val="0"/>
              </a:spcBef>
              <a:spcAft>
                <a:spcPts val="0"/>
              </a:spcAft>
              <a:buClr>
                <a:schemeClr val="dk1"/>
              </a:buClr>
              <a:buSzPts val="1800"/>
              <a:buFont typeface="Barlow Semi Condensed"/>
              <a:buNone/>
              <a:defRPr sz="1800" b="0" i="0" u="none" strike="noStrike" cap="none">
                <a:solidFill>
                  <a:schemeClr val="dk1"/>
                </a:solidFill>
                <a:latin typeface="Barlow Semi Condensed"/>
                <a:ea typeface="Barlow Semi Condensed"/>
                <a:cs typeface="Barlow Semi Condensed"/>
                <a:sym typeface="Barlow Semi Condensed"/>
              </a:defRPr>
            </a:lvl7pPr>
            <a:lvl8pPr marL="3657600" marR="0" lvl="7" indent="-317500" algn="ctr" rtl="0">
              <a:lnSpc>
                <a:spcPct val="100000"/>
              </a:lnSpc>
              <a:spcBef>
                <a:spcPts val="0"/>
              </a:spcBef>
              <a:spcAft>
                <a:spcPts val="0"/>
              </a:spcAft>
              <a:buClr>
                <a:schemeClr val="dk1"/>
              </a:buClr>
              <a:buSzPts val="1800"/>
              <a:buFont typeface="Barlow Semi Condensed"/>
              <a:buNone/>
              <a:defRPr sz="1800" b="0" i="0" u="none" strike="noStrike" cap="none">
                <a:solidFill>
                  <a:schemeClr val="dk1"/>
                </a:solidFill>
                <a:latin typeface="Barlow Semi Condensed"/>
                <a:ea typeface="Barlow Semi Condensed"/>
                <a:cs typeface="Barlow Semi Condensed"/>
                <a:sym typeface="Barlow Semi Condensed"/>
              </a:defRPr>
            </a:lvl8pPr>
            <a:lvl9pPr marL="4114800" marR="0" lvl="8" indent="-317500" algn="ctr" rtl="0">
              <a:lnSpc>
                <a:spcPct val="100000"/>
              </a:lnSpc>
              <a:spcBef>
                <a:spcPts val="0"/>
              </a:spcBef>
              <a:spcAft>
                <a:spcPts val="0"/>
              </a:spcAft>
              <a:buClr>
                <a:schemeClr val="dk1"/>
              </a:buClr>
              <a:buSzPts val="1800"/>
              <a:buFont typeface="Barlow Semi Condensed"/>
              <a:buNone/>
              <a:defRPr sz="1800" b="0" i="0" u="none" strike="noStrike" cap="none">
                <a:solidFill>
                  <a:schemeClr val="dk1"/>
                </a:solidFill>
                <a:latin typeface="Barlow Semi Condensed"/>
                <a:ea typeface="Barlow Semi Condensed"/>
                <a:cs typeface="Barlow Semi Condensed"/>
                <a:sym typeface="Barlow Semi Condensed"/>
              </a:defRPr>
            </a:lvl9pPr>
          </a:lstStyle>
          <a:p>
            <a:pPr marL="0" indent="0"/>
            <a:r>
              <a:rPr lang="en-US" dirty="0">
                <a:latin typeface="Barlow" pitchFamily="2" charset="77"/>
              </a:rPr>
              <a:t>Team 9 – </a:t>
            </a:r>
            <a:r>
              <a:rPr lang="en-US" dirty="0" err="1">
                <a:latin typeface="Barlow" pitchFamily="2" charset="77"/>
              </a:rPr>
              <a:t>Nirmit</a:t>
            </a:r>
            <a:r>
              <a:rPr lang="en-US" dirty="0">
                <a:latin typeface="Barlow" pitchFamily="2" charset="77"/>
              </a:rPr>
              <a:t> </a:t>
            </a:r>
            <a:r>
              <a:rPr lang="en-US" dirty="0" err="1">
                <a:latin typeface="Barlow" pitchFamily="2" charset="77"/>
              </a:rPr>
              <a:t>Sachde</a:t>
            </a:r>
            <a:r>
              <a:rPr lang="en-US" dirty="0">
                <a:latin typeface="Barlow" pitchFamily="2" charset="77"/>
              </a:rPr>
              <a:t>, </a:t>
            </a:r>
            <a:r>
              <a:rPr lang="en-US" dirty="0" err="1">
                <a:latin typeface="Barlow" pitchFamily="2" charset="77"/>
              </a:rPr>
              <a:t>Ashmita</a:t>
            </a:r>
            <a:r>
              <a:rPr lang="en-US" dirty="0">
                <a:latin typeface="Barlow" pitchFamily="2" charset="77"/>
              </a:rPr>
              <a:t> Pal, Aakash Mehta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2370"/>
        <p:cNvGrpSpPr/>
        <p:nvPr/>
      </p:nvGrpSpPr>
      <p:grpSpPr>
        <a:xfrm>
          <a:off x="0" y="0"/>
          <a:ext cx="0" cy="0"/>
          <a:chOff x="0" y="0"/>
          <a:chExt cx="0" cy="0"/>
        </a:xfrm>
      </p:grpSpPr>
      <p:sp>
        <p:nvSpPr>
          <p:cNvPr id="2378" name="Google Shape;2378;p37"/>
          <p:cNvSpPr txBox="1">
            <a:spLocks noGrp="1"/>
          </p:cNvSpPr>
          <p:nvPr>
            <p:ph type="title"/>
          </p:nvPr>
        </p:nvSpPr>
        <p:spPr>
          <a:xfrm>
            <a:off x="720000" y="289162"/>
            <a:ext cx="7704000" cy="59867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b="1">
                <a:latin typeface="Barlow"/>
              </a:rPr>
              <a:t>Project Flow</a:t>
            </a:r>
            <a:endParaRPr lang="en-US" sz="2400" b="1">
              <a:latin typeface="Barlow"/>
            </a:endParaRPr>
          </a:p>
        </p:txBody>
      </p:sp>
      <p:grpSp>
        <p:nvGrpSpPr>
          <p:cNvPr id="2409" name="Google Shape;9388;p82">
            <a:extLst>
              <a:ext uri="{FF2B5EF4-FFF2-40B4-BE49-F238E27FC236}">
                <a16:creationId xmlns:a16="http://schemas.microsoft.com/office/drawing/2014/main" id="{6D0C2F53-80B4-F1A1-29F7-52B2DD7785DB}"/>
              </a:ext>
            </a:extLst>
          </p:cNvPr>
          <p:cNvGrpSpPr>
            <a:grpSpLocks noChangeAspect="1"/>
          </p:cNvGrpSpPr>
          <p:nvPr/>
        </p:nvGrpSpPr>
        <p:grpSpPr>
          <a:xfrm>
            <a:off x="2264037" y="1630802"/>
            <a:ext cx="4615926" cy="2574304"/>
            <a:chOff x="4403010" y="3547942"/>
            <a:chExt cx="1109519" cy="618779"/>
          </a:xfrm>
        </p:grpSpPr>
        <p:grpSp>
          <p:nvGrpSpPr>
            <p:cNvPr id="2411" name="Google Shape;9392;p82">
              <a:extLst>
                <a:ext uri="{FF2B5EF4-FFF2-40B4-BE49-F238E27FC236}">
                  <a16:creationId xmlns:a16="http://schemas.microsoft.com/office/drawing/2014/main" id="{6E2A637A-FEB5-4FF4-16E7-C321A11A8997}"/>
                </a:ext>
              </a:extLst>
            </p:cNvPr>
            <p:cNvGrpSpPr/>
            <p:nvPr/>
          </p:nvGrpSpPr>
          <p:grpSpPr>
            <a:xfrm>
              <a:off x="4403010" y="3985221"/>
              <a:ext cx="1109519" cy="181500"/>
              <a:chOff x="4403010" y="3985221"/>
              <a:chExt cx="1109519" cy="181500"/>
            </a:xfrm>
          </p:grpSpPr>
          <p:cxnSp>
            <p:nvCxnSpPr>
              <p:cNvPr id="2419" name="Google Shape;9394;p82">
                <a:extLst>
                  <a:ext uri="{FF2B5EF4-FFF2-40B4-BE49-F238E27FC236}">
                    <a16:creationId xmlns:a16="http://schemas.microsoft.com/office/drawing/2014/main" id="{9C0A2F10-B304-3CD3-6115-A18DDB561C36}"/>
                  </a:ext>
                </a:extLst>
              </p:cNvPr>
              <p:cNvCxnSpPr/>
              <p:nvPr/>
            </p:nvCxnSpPr>
            <p:spPr>
              <a:xfrm>
                <a:off x="4403010" y="4075993"/>
                <a:ext cx="145500" cy="0"/>
              </a:xfrm>
              <a:prstGeom prst="straightConnector1">
                <a:avLst/>
              </a:prstGeom>
              <a:solidFill>
                <a:schemeClr val="bg1">
                  <a:lumMod val="50000"/>
                </a:schemeClr>
              </a:solidFill>
              <a:ln w="28575" cap="flat" cmpd="sng">
                <a:solidFill>
                  <a:schemeClr val="bg1">
                    <a:lumMod val="50000"/>
                  </a:schemeClr>
                </a:solidFill>
                <a:prstDash val="solid"/>
                <a:round/>
                <a:headEnd type="none" w="med" len="med"/>
                <a:tailEnd type="none" w="med" len="med"/>
              </a:ln>
            </p:spPr>
          </p:cxnSp>
          <p:sp>
            <p:nvSpPr>
              <p:cNvPr id="2418" name="Google Shape;9393;p82">
                <a:extLst>
                  <a:ext uri="{FF2B5EF4-FFF2-40B4-BE49-F238E27FC236}">
                    <a16:creationId xmlns:a16="http://schemas.microsoft.com/office/drawing/2014/main" id="{50E39F6A-B134-4CD7-3DE1-8C9E2075E5BB}"/>
                  </a:ext>
                </a:extLst>
              </p:cNvPr>
              <p:cNvSpPr/>
              <p:nvPr/>
            </p:nvSpPr>
            <p:spPr>
              <a:xfrm rot="10800000" flipV="1">
                <a:off x="4471829" y="3985221"/>
                <a:ext cx="1040700" cy="181500"/>
              </a:xfrm>
              <a:prstGeom prst="rect">
                <a:avLst/>
              </a:prstGeom>
              <a:solidFill>
                <a:schemeClr val="bg1">
                  <a:lumMod val="50000"/>
                </a:schemeClr>
              </a:solidFill>
              <a:ln>
                <a:noFill/>
              </a:ln>
            </p:spPr>
            <p:txBody>
              <a:bodyPr spcFirstLastPara="1" wrap="square" lIns="91425" tIns="91425" rIns="91425" bIns="91425" anchor="ctr" anchorCtr="0">
                <a:noAutofit/>
              </a:bodyPr>
              <a:lstStyle/>
              <a:p>
                <a:pPr algn="ctr"/>
                <a:r>
                  <a:rPr lang="en-US" b="1" dirty="0">
                    <a:solidFill>
                      <a:schemeClr val="bg1">
                        <a:lumMod val="10000"/>
                      </a:schemeClr>
                    </a:solidFill>
                    <a:latin typeface="Barlow" pitchFamily="2" charset="77"/>
                  </a:rPr>
                  <a:t>Flights, Hotel Bookings, Public Transit Ridership, Air Quality (AQI)</a:t>
                </a:r>
              </a:p>
            </p:txBody>
          </p:sp>
        </p:grpSp>
        <p:grpSp>
          <p:nvGrpSpPr>
            <p:cNvPr id="2412" name="Google Shape;9395;p82">
              <a:extLst>
                <a:ext uri="{FF2B5EF4-FFF2-40B4-BE49-F238E27FC236}">
                  <a16:creationId xmlns:a16="http://schemas.microsoft.com/office/drawing/2014/main" id="{2B2B2CBD-07BB-89A8-7AED-FB310677887E}"/>
                </a:ext>
              </a:extLst>
            </p:cNvPr>
            <p:cNvGrpSpPr/>
            <p:nvPr/>
          </p:nvGrpSpPr>
          <p:grpSpPr>
            <a:xfrm>
              <a:off x="4618704" y="3766582"/>
              <a:ext cx="807858" cy="181500"/>
              <a:chOff x="4618704" y="3766582"/>
              <a:chExt cx="807858" cy="181500"/>
            </a:xfrm>
          </p:grpSpPr>
          <p:cxnSp>
            <p:nvCxnSpPr>
              <p:cNvPr id="2417" name="Google Shape;9397;p82">
                <a:extLst>
                  <a:ext uri="{FF2B5EF4-FFF2-40B4-BE49-F238E27FC236}">
                    <a16:creationId xmlns:a16="http://schemas.microsoft.com/office/drawing/2014/main" id="{2BF94B30-7D4D-4BAA-8DF1-1A5A1C20EA8D}"/>
                  </a:ext>
                </a:extLst>
              </p:cNvPr>
              <p:cNvCxnSpPr/>
              <p:nvPr/>
            </p:nvCxnSpPr>
            <p:spPr>
              <a:xfrm>
                <a:off x="5281062" y="3855291"/>
                <a:ext cx="145500" cy="0"/>
              </a:xfrm>
              <a:prstGeom prst="straightConnector1">
                <a:avLst/>
              </a:prstGeom>
              <a:noFill/>
              <a:ln w="28575" cap="flat" cmpd="sng">
                <a:solidFill>
                  <a:schemeClr val="bg1">
                    <a:lumMod val="75000"/>
                  </a:schemeClr>
                </a:solidFill>
                <a:prstDash val="solid"/>
                <a:round/>
                <a:headEnd type="none" w="med" len="med"/>
                <a:tailEnd type="none" w="med" len="med"/>
              </a:ln>
            </p:spPr>
          </p:cxnSp>
          <p:sp>
            <p:nvSpPr>
              <p:cNvPr id="2416" name="Google Shape;9396;p82">
                <a:extLst>
                  <a:ext uri="{FF2B5EF4-FFF2-40B4-BE49-F238E27FC236}">
                    <a16:creationId xmlns:a16="http://schemas.microsoft.com/office/drawing/2014/main" id="{01CADEDA-4500-FBF5-840C-B50ECC79AC6A}"/>
                  </a:ext>
                </a:extLst>
              </p:cNvPr>
              <p:cNvSpPr/>
              <p:nvPr/>
            </p:nvSpPr>
            <p:spPr>
              <a:xfrm rot="10800000" flipV="1">
                <a:off x="4618704" y="3766582"/>
                <a:ext cx="747000" cy="181500"/>
              </a:xfrm>
              <a:prstGeom prst="rect">
                <a:avLst/>
              </a:prstGeom>
              <a:solidFill>
                <a:schemeClr val="bg1">
                  <a:lumMod val="75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solidFill>
                      <a:schemeClr val="bg1">
                        <a:lumMod val="10000"/>
                      </a:schemeClr>
                    </a:solidFill>
                    <a:latin typeface="Barlow" pitchFamily="2" charset="77"/>
                  </a:rPr>
                  <a:t>Before / On / After Holiday Dynamics</a:t>
                </a:r>
              </a:p>
            </p:txBody>
          </p:sp>
        </p:grpSp>
        <p:grpSp>
          <p:nvGrpSpPr>
            <p:cNvPr id="2413" name="Google Shape;9398;p82">
              <a:extLst>
                <a:ext uri="{FF2B5EF4-FFF2-40B4-BE49-F238E27FC236}">
                  <a16:creationId xmlns:a16="http://schemas.microsoft.com/office/drawing/2014/main" id="{BD74C492-C55E-1A6F-F7EB-6360B9BE744C}"/>
                </a:ext>
              </a:extLst>
            </p:cNvPr>
            <p:cNvGrpSpPr/>
            <p:nvPr/>
          </p:nvGrpSpPr>
          <p:grpSpPr>
            <a:xfrm>
              <a:off x="4735238" y="3547942"/>
              <a:ext cx="462839" cy="181500"/>
              <a:chOff x="4735238" y="3547942"/>
              <a:chExt cx="462839" cy="181500"/>
            </a:xfrm>
          </p:grpSpPr>
          <p:cxnSp>
            <p:nvCxnSpPr>
              <p:cNvPr id="2415" name="Google Shape;9400;p82">
                <a:extLst>
                  <a:ext uri="{FF2B5EF4-FFF2-40B4-BE49-F238E27FC236}">
                    <a16:creationId xmlns:a16="http://schemas.microsoft.com/office/drawing/2014/main" id="{27E1853D-DDFC-6CEA-5D1D-D933ECE96DCA}"/>
                  </a:ext>
                </a:extLst>
              </p:cNvPr>
              <p:cNvCxnSpPr/>
              <p:nvPr/>
            </p:nvCxnSpPr>
            <p:spPr>
              <a:xfrm>
                <a:off x="4735238" y="3636872"/>
                <a:ext cx="145500" cy="0"/>
              </a:xfrm>
              <a:prstGeom prst="straightConnector1">
                <a:avLst/>
              </a:prstGeom>
              <a:noFill/>
              <a:ln w="28575" cap="flat" cmpd="sng">
                <a:solidFill>
                  <a:schemeClr val="bg1">
                    <a:lumMod val="90000"/>
                  </a:schemeClr>
                </a:solidFill>
                <a:prstDash val="solid"/>
                <a:round/>
                <a:headEnd type="none" w="med" len="med"/>
                <a:tailEnd type="none" w="med" len="med"/>
              </a:ln>
            </p:spPr>
          </p:cxnSp>
          <p:sp>
            <p:nvSpPr>
              <p:cNvPr id="2414" name="Google Shape;9399;p82">
                <a:extLst>
                  <a:ext uri="{FF2B5EF4-FFF2-40B4-BE49-F238E27FC236}">
                    <a16:creationId xmlns:a16="http://schemas.microsoft.com/office/drawing/2014/main" id="{700FD041-A2E2-685E-9248-2FF31641A616}"/>
                  </a:ext>
                </a:extLst>
              </p:cNvPr>
              <p:cNvSpPr/>
              <p:nvPr/>
            </p:nvSpPr>
            <p:spPr>
              <a:xfrm rot="10800000" flipV="1">
                <a:off x="4786477" y="3547942"/>
                <a:ext cx="411600" cy="181500"/>
              </a:xfrm>
              <a:prstGeom prst="rect">
                <a:avLst/>
              </a:prstGeom>
              <a:solidFill>
                <a:schemeClr val="bg1">
                  <a:lumMod val="9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solidFill>
                      <a:schemeClr val="bg1">
                        <a:lumMod val="10000"/>
                      </a:schemeClr>
                    </a:solidFill>
                    <a:latin typeface="Barlow" pitchFamily="2" charset="77"/>
                  </a:rPr>
                  <a:t>From Celebration to Impact</a:t>
                </a:r>
              </a:p>
            </p:txBody>
          </p:sp>
        </p:grpSp>
      </p:grpSp>
      <p:sp>
        <p:nvSpPr>
          <p:cNvPr id="2423" name="TextBox 2422">
            <a:extLst>
              <a:ext uri="{FF2B5EF4-FFF2-40B4-BE49-F238E27FC236}">
                <a16:creationId xmlns:a16="http://schemas.microsoft.com/office/drawing/2014/main" id="{20855E7F-74AE-627C-423F-3C976DFE61B0}"/>
              </a:ext>
            </a:extLst>
          </p:cNvPr>
          <p:cNvSpPr txBox="1"/>
          <p:nvPr/>
        </p:nvSpPr>
        <p:spPr>
          <a:xfrm>
            <a:off x="6522315" y="2755576"/>
            <a:ext cx="1405759" cy="307777"/>
          </a:xfrm>
          <a:prstGeom prst="rect">
            <a:avLst/>
          </a:prstGeom>
          <a:noFill/>
        </p:spPr>
        <p:txBody>
          <a:bodyPr wrap="square">
            <a:spAutoFit/>
          </a:bodyPr>
          <a:lstStyle/>
          <a:p>
            <a:r>
              <a:rPr lang="en-US" b="1" dirty="0">
                <a:solidFill>
                  <a:schemeClr val="bg1">
                    <a:lumMod val="10000"/>
                  </a:schemeClr>
                </a:solidFill>
                <a:latin typeface="Barlow" pitchFamily="2" charset="77"/>
              </a:rPr>
              <a:t>Public Holidays</a:t>
            </a:r>
            <a:endParaRPr lang="en-US" dirty="0"/>
          </a:p>
        </p:txBody>
      </p:sp>
      <p:sp>
        <p:nvSpPr>
          <p:cNvPr id="2425" name="TextBox 2424">
            <a:extLst>
              <a:ext uri="{FF2B5EF4-FFF2-40B4-BE49-F238E27FC236}">
                <a16:creationId xmlns:a16="http://schemas.microsoft.com/office/drawing/2014/main" id="{55CA1DDC-A2F9-AB40-0B0B-9D3148E79B9C}"/>
              </a:ext>
            </a:extLst>
          </p:cNvPr>
          <p:cNvSpPr txBox="1"/>
          <p:nvPr/>
        </p:nvSpPr>
        <p:spPr>
          <a:xfrm>
            <a:off x="1121035" y="3652650"/>
            <a:ext cx="1216572" cy="307777"/>
          </a:xfrm>
          <a:prstGeom prst="rect">
            <a:avLst/>
          </a:prstGeom>
          <a:noFill/>
        </p:spPr>
        <p:txBody>
          <a:bodyPr wrap="square">
            <a:spAutoFit/>
          </a:bodyPr>
          <a:lstStyle/>
          <a:p>
            <a:r>
              <a:rPr lang="en-US" b="1" dirty="0">
                <a:solidFill>
                  <a:schemeClr val="bg1">
                    <a:lumMod val="10000"/>
                  </a:schemeClr>
                </a:solidFill>
                <a:latin typeface="Barlow" pitchFamily="2" charset="77"/>
              </a:rPr>
              <a:t>Four Factors</a:t>
            </a:r>
            <a:endParaRPr lang="en-US" dirty="0"/>
          </a:p>
        </p:txBody>
      </p:sp>
      <p:sp>
        <p:nvSpPr>
          <p:cNvPr id="2428" name="TextBox 2427">
            <a:extLst>
              <a:ext uri="{FF2B5EF4-FFF2-40B4-BE49-F238E27FC236}">
                <a16:creationId xmlns:a16="http://schemas.microsoft.com/office/drawing/2014/main" id="{2579DDAA-78BD-7C4F-0844-4D619C4CFC09}"/>
              </a:ext>
            </a:extLst>
          </p:cNvPr>
          <p:cNvSpPr txBox="1"/>
          <p:nvPr/>
        </p:nvSpPr>
        <p:spPr>
          <a:xfrm>
            <a:off x="2028497" y="1857103"/>
            <a:ext cx="1619616" cy="307777"/>
          </a:xfrm>
          <a:prstGeom prst="rect">
            <a:avLst/>
          </a:prstGeom>
          <a:noFill/>
        </p:spPr>
        <p:txBody>
          <a:bodyPr wrap="square">
            <a:spAutoFit/>
          </a:bodyPr>
          <a:lstStyle/>
          <a:p>
            <a:pPr algn="r"/>
            <a:r>
              <a:rPr lang="en-US" b="1" dirty="0">
                <a:solidFill>
                  <a:schemeClr val="bg1">
                    <a:lumMod val="10000"/>
                  </a:schemeClr>
                </a:solidFill>
                <a:latin typeface="Barlow" pitchFamily="2" charset="77"/>
              </a:rPr>
              <a:t>Holiday Insights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2964"/>
        <p:cNvGrpSpPr/>
        <p:nvPr/>
      </p:nvGrpSpPr>
      <p:grpSpPr>
        <a:xfrm>
          <a:off x="0" y="0"/>
          <a:ext cx="0" cy="0"/>
          <a:chOff x="0" y="0"/>
          <a:chExt cx="0" cy="0"/>
        </a:xfrm>
      </p:grpSpPr>
      <p:sp>
        <p:nvSpPr>
          <p:cNvPr id="2965" name="Google Shape;2965;p40"/>
          <p:cNvSpPr txBox="1">
            <a:spLocks noGrp="1"/>
          </p:cNvSpPr>
          <p:nvPr>
            <p:ph type="title"/>
          </p:nvPr>
        </p:nvSpPr>
        <p:spPr>
          <a:xfrm>
            <a:off x="720000" y="14496"/>
            <a:ext cx="7704000" cy="572700"/>
          </a:xfrm>
          <a:prstGeom prst="rect">
            <a:avLst/>
          </a:prstGeom>
        </p:spPr>
        <p:txBody>
          <a:bodyPr spcFirstLastPara="1" wrap="square" lIns="91425" tIns="91425" rIns="91425" bIns="91425" anchor="t" anchorCtr="0">
            <a:noAutofit/>
          </a:bodyPr>
          <a:lstStyle/>
          <a:p>
            <a:pPr algn="ctr"/>
            <a:r>
              <a:rPr lang="en-US" sz="2400" b="1">
                <a:latin typeface="Barlow"/>
              </a:rPr>
              <a:t>   Insights – Flights and Public Holidays</a:t>
            </a:r>
          </a:p>
        </p:txBody>
      </p:sp>
      <p:pic>
        <p:nvPicPr>
          <p:cNvPr id="8" name="Picture 7">
            <a:extLst>
              <a:ext uri="{FF2B5EF4-FFF2-40B4-BE49-F238E27FC236}">
                <a16:creationId xmlns:a16="http://schemas.microsoft.com/office/drawing/2014/main" id="{E8D9C4AF-B122-BF86-EDC3-DB5A656BF23C}"/>
              </a:ext>
            </a:extLst>
          </p:cNvPr>
          <p:cNvPicPr>
            <a:picLocks noChangeAspect="1"/>
          </p:cNvPicPr>
          <p:nvPr/>
        </p:nvPicPr>
        <p:blipFill>
          <a:blip r:embed="rId3"/>
          <a:stretch>
            <a:fillRect/>
          </a:stretch>
        </p:blipFill>
        <p:spPr>
          <a:xfrm>
            <a:off x="4345771" y="1017723"/>
            <a:ext cx="2842713" cy="2334715"/>
          </a:xfrm>
          <a:prstGeom prst="rect">
            <a:avLst/>
          </a:prstGeom>
        </p:spPr>
      </p:pic>
      <p:sp>
        <p:nvSpPr>
          <p:cNvPr id="10" name="TextBox 9">
            <a:extLst>
              <a:ext uri="{FF2B5EF4-FFF2-40B4-BE49-F238E27FC236}">
                <a16:creationId xmlns:a16="http://schemas.microsoft.com/office/drawing/2014/main" id="{DA347175-D004-53B4-B036-8ACC424EDCFF}"/>
              </a:ext>
            </a:extLst>
          </p:cNvPr>
          <p:cNvSpPr txBox="1"/>
          <p:nvPr/>
        </p:nvSpPr>
        <p:spPr>
          <a:xfrm>
            <a:off x="4345771" y="3351471"/>
            <a:ext cx="4456322" cy="1161857"/>
          </a:xfrm>
          <a:prstGeom prst="rect">
            <a:avLst/>
          </a:prstGeom>
          <a:noFill/>
        </p:spPr>
        <p:txBody>
          <a:bodyPr wrap="square" lIns="91440" tIns="45720" rIns="91440" bIns="45720" anchor="t">
            <a:spAutoFit/>
          </a:bodyPr>
          <a:lstStyle/>
          <a:p>
            <a:pPr algn="just">
              <a:lnSpc>
                <a:spcPct val="150000"/>
              </a:lnSpc>
            </a:pPr>
            <a:r>
              <a:rPr lang="en-US" sz="1200" b="1" dirty="0">
                <a:latin typeface="Barlow" pitchFamily="2" charset="77"/>
              </a:rPr>
              <a:t>Memorial Day 2019 Spike:</a:t>
            </a:r>
            <a:endParaRPr lang="en-US" sz="1200" dirty="0">
              <a:latin typeface="Barlow" pitchFamily="2" charset="77"/>
            </a:endParaRPr>
          </a:p>
          <a:p>
            <a:pPr marL="285750" indent="-285750" algn="just">
              <a:lnSpc>
                <a:spcPct val="150000"/>
              </a:lnSpc>
              <a:buFont typeface="Arial" panose="020B0604020202020204" pitchFamily="34" charset="0"/>
              <a:buChar char="•"/>
            </a:pPr>
            <a:r>
              <a:rPr lang="en-US" sz="1200" dirty="0">
                <a:latin typeface="Barlow" pitchFamily="2" charset="77"/>
              </a:rPr>
              <a:t>Noticeable surge in average ticket prices on Memorial Day.</a:t>
            </a:r>
          </a:p>
          <a:p>
            <a:pPr marL="285750" indent="-285750" algn="just">
              <a:lnSpc>
                <a:spcPct val="150000"/>
              </a:lnSpc>
              <a:buFont typeface="Arial" panose="020B0604020202020204" pitchFamily="34" charset="0"/>
              <a:buChar char="•"/>
            </a:pPr>
            <a:r>
              <a:rPr lang="en-US" sz="1200" dirty="0">
                <a:latin typeface="Barlow" pitchFamily="2" charset="77"/>
              </a:rPr>
              <a:t>Indicates peak travel demand before the holiday impacting fares.</a:t>
            </a:r>
          </a:p>
        </p:txBody>
      </p:sp>
      <p:sp>
        <p:nvSpPr>
          <p:cNvPr id="11" name="TextBox 10">
            <a:extLst>
              <a:ext uri="{FF2B5EF4-FFF2-40B4-BE49-F238E27FC236}">
                <a16:creationId xmlns:a16="http://schemas.microsoft.com/office/drawing/2014/main" id="{44D731ED-F369-4568-0EA9-7F1EF4BB5AD9}"/>
              </a:ext>
            </a:extLst>
          </p:cNvPr>
          <p:cNvSpPr txBox="1"/>
          <p:nvPr/>
        </p:nvSpPr>
        <p:spPr>
          <a:xfrm>
            <a:off x="7259478" y="1032858"/>
            <a:ext cx="1800081" cy="884858"/>
          </a:xfrm>
          <a:prstGeom prst="rect">
            <a:avLst/>
          </a:prstGeom>
          <a:noFill/>
        </p:spPr>
        <p:txBody>
          <a:bodyPr wrap="square" lIns="91440" tIns="45720" rIns="91440" bIns="45720" anchor="t">
            <a:spAutoFit/>
          </a:bodyPr>
          <a:lstStyle/>
          <a:p>
            <a:pPr algn="just">
              <a:lnSpc>
                <a:spcPct val="150000"/>
              </a:lnSpc>
            </a:pPr>
            <a:r>
              <a:rPr lang="en-US" sz="1200" dirty="0">
                <a:latin typeface="Barlow" pitchFamily="2" charset="77"/>
              </a:rPr>
              <a:t>U.S. average Domestic Fares for 2019: </a:t>
            </a:r>
            <a:r>
              <a:rPr lang="en-US" sz="1200" b="1" dirty="0">
                <a:latin typeface="Barlow" pitchFamily="2" charset="77"/>
              </a:rPr>
              <a:t>$355</a:t>
            </a:r>
            <a:endParaRPr lang="en-US" dirty="0"/>
          </a:p>
          <a:p>
            <a:pPr algn="just">
              <a:lnSpc>
                <a:spcPct val="150000"/>
              </a:lnSpc>
            </a:pPr>
            <a:r>
              <a:rPr lang="en-US" sz="1200" dirty="0">
                <a:latin typeface="Barlow"/>
              </a:rPr>
              <a:t>- </a:t>
            </a:r>
            <a:r>
              <a:rPr lang="en-US" sz="1200" dirty="0">
                <a:latin typeface="Barlow"/>
                <a:hlinkClick r:id="rId4"/>
              </a:rPr>
              <a:t>BTS</a:t>
            </a:r>
            <a:endParaRPr lang="en-US" sz="1200" dirty="0">
              <a:latin typeface="Barlow"/>
            </a:endParaRPr>
          </a:p>
        </p:txBody>
      </p:sp>
      <p:pic>
        <p:nvPicPr>
          <p:cNvPr id="12" name="Picture 11">
            <a:extLst>
              <a:ext uri="{FF2B5EF4-FFF2-40B4-BE49-F238E27FC236}">
                <a16:creationId xmlns:a16="http://schemas.microsoft.com/office/drawing/2014/main" id="{791E81E3-5C8C-56AF-04E1-95FEC90754B8}"/>
              </a:ext>
            </a:extLst>
          </p:cNvPr>
          <p:cNvPicPr>
            <a:picLocks noChangeAspect="1"/>
          </p:cNvPicPr>
          <p:nvPr/>
        </p:nvPicPr>
        <p:blipFill>
          <a:blip r:embed="rId5"/>
          <a:stretch>
            <a:fillRect/>
          </a:stretch>
        </p:blipFill>
        <p:spPr>
          <a:xfrm>
            <a:off x="462535" y="1017723"/>
            <a:ext cx="3754882" cy="1510928"/>
          </a:xfrm>
          <a:prstGeom prst="rect">
            <a:avLst/>
          </a:prstGeom>
        </p:spPr>
      </p:pic>
      <p:pic>
        <p:nvPicPr>
          <p:cNvPr id="13" name="Picture 12">
            <a:extLst>
              <a:ext uri="{FF2B5EF4-FFF2-40B4-BE49-F238E27FC236}">
                <a16:creationId xmlns:a16="http://schemas.microsoft.com/office/drawing/2014/main" id="{8B15981E-072A-76DF-B15C-227C6A2DF9CD}"/>
              </a:ext>
            </a:extLst>
          </p:cNvPr>
          <p:cNvPicPr>
            <a:picLocks noChangeAspect="1"/>
          </p:cNvPicPr>
          <p:nvPr/>
        </p:nvPicPr>
        <p:blipFill>
          <a:blip r:embed="rId6"/>
          <a:stretch>
            <a:fillRect/>
          </a:stretch>
        </p:blipFill>
        <p:spPr>
          <a:xfrm>
            <a:off x="462535" y="2611268"/>
            <a:ext cx="3754882" cy="22064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2964">
          <a:extLst>
            <a:ext uri="{FF2B5EF4-FFF2-40B4-BE49-F238E27FC236}">
              <a16:creationId xmlns:a16="http://schemas.microsoft.com/office/drawing/2014/main" id="{165ACAF1-1A3C-20EF-2456-D4E99A250793}"/>
            </a:ext>
          </a:extLst>
        </p:cNvPr>
        <p:cNvGrpSpPr/>
        <p:nvPr/>
      </p:nvGrpSpPr>
      <p:grpSpPr>
        <a:xfrm>
          <a:off x="0" y="0"/>
          <a:ext cx="0" cy="0"/>
          <a:chOff x="0" y="0"/>
          <a:chExt cx="0" cy="0"/>
        </a:xfrm>
      </p:grpSpPr>
      <p:sp>
        <p:nvSpPr>
          <p:cNvPr id="2965" name="Google Shape;2965;p40">
            <a:extLst>
              <a:ext uri="{FF2B5EF4-FFF2-40B4-BE49-F238E27FC236}">
                <a16:creationId xmlns:a16="http://schemas.microsoft.com/office/drawing/2014/main" id="{3FCEE149-FF80-8884-ADDB-13FB8E3C26D7}"/>
              </a:ext>
            </a:extLst>
          </p:cNvPr>
          <p:cNvSpPr txBox="1">
            <a:spLocks noGrp="1"/>
          </p:cNvSpPr>
          <p:nvPr>
            <p:ph type="title"/>
          </p:nvPr>
        </p:nvSpPr>
        <p:spPr>
          <a:xfrm>
            <a:off x="720000" y="959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400" b="1" dirty="0">
                <a:latin typeface="Barlow" pitchFamily="2" charset="77"/>
              </a:rPr>
              <a:t>Insights – Flights and Public Holidays</a:t>
            </a:r>
            <a:endParaRPr sz="2800" b="1" dirty="0"/>
          </a:p>
        </p:txBody>
      </p:sp>
      <p:sp>
        <p:nvSpPr>
          <p:cNvPr id="3" name="TextBox 2">
            <a:extLst>
              <a:ext uri="{FF2B5EF4-FFF2-40B4-BE49-F238E27FC236}">
                <a16:creationId xmlns:a16="http://schemas.microsoft.com/office/drawing/2014/main" id="{9F269994-40BA-BAB3-D61D-6CFD2837D31F}"/>
              </a:ext>
            </a:extLst>
          </p:cNvPr>
          <p:cNvSpPr txBox="1"/>
          <p:nvPr/>
        </p:nvSpPr>
        <p:spPr>
          <a:xfrm>
            <a:off x="448686" y="1926772"/>
            <a:ext cx="3415743" cy="2491067"/>
          </a:xfrm>
          <a:prstGeom prst="rect">
            <a:avLst/>
          </a:prstGeom>
          <a:noFill/>
        </p:spPr>
        <p:txBody>
          <a:bodyPr wrap="square" lIns="91440" tIns="45720" rIns="91440" bIns="45720" anchor="t">
            <a:spAutoFit/>
          </a:bodyPr>
          <a:lstStyle/>
          <a:p>
            <a:pPr marL="285750" indent="-285750" algn="just">
              <a:lnSpc>
                <a:spcPts val="2100"/>
              </a:lnSpc>
              <a:buFont typeface="Arial" panose="020B0604020202020204" pitchFamily="34" charset="0"/>
              <a:buChar char="•"/>
            </a:pPr>
            <a:r>
              <a:rPr lang="en-US" sz="1100" i="0" dirty="0">
                <a:solidFill>
                  <a:srgbClr val="212123"/>
                </a:solidFill>
                <a:effectLst/>
                <a:latin typeface="Poppins" panose="020B0604020202020204" pitchFamily="34" charset="0"/>
              </a:rPr>
              <a:t>The article stated that – “Domestic travel dates for the sale fares were valid between May 28 and June 1, 2019”. That is after the Memorial day holiday</a:t>
            </a:r>
            <a:r>
              <a:rPr lang="en-US" sz="1100" dirty="0">
                <a:solidFill>
                  <a:srgbClr val="212123"/>
                </a:solidFill>
                <a:latin typeface="Poppins" panose="020B0604020202020204" pitchFamily="34" charset="0"/>
              </a:rPr>
              <a:t>. </a:t>
            </a:r>
            <a:endParaRPr lang="en-US" dirty="0"/>
          </a:p>
          <a:p>
            <a:pPr marL="285750" indent="-285750" algn="just">
              <a:lnSpc>
                <a:spcPts val="2100"/>
              </a:lnSpc>
              <a:buFont typeface="Arial" panose="020B0604020202020204" pitchFamily="34" charset="0"/>
              <a:buChar char="•"/>
            </a:pPr>
            <a:r>
              <a:rPr lang="en-US" sz="1100" dirty="0">
                <a:solidFill>
                  <a:srgbClr val="212123"/>
                </a:solidFill>
                <a:latin typeface="Poppins" panose="020B0604020202020204" pitchFamily="34" charset="0"/>
              </a:rPr>
              <a:t>So, we can clearly see in out bar chart that despite having a higher ticket price average before Holiday, American Airlines has one of the lowest average ticket price after Holiday.</a:t>
            </a:r>
          </a:p>
        </p:txBody>
      </p:sp>
      <p:pic>
        <p:nvPicPr>
          <p:cNvPr id="4" name="Picture 3">
            <a:extLst>
              <a:ext uri="{FF2B5EF4-FFF2-40B4-BE49-F238E27FC236}">
                <a16:creationId xmlns:a16="http://schemas.microsoft.com/office/drawing/2014/main" id="{DFC6A8C1-63E0-E6B5-8C4D-CB76916CD51E}"/>
              </a:ext>
            </a:extLst>
          </p:cNvPr>
          <p:cNvPicPr>
            <a:picLocks noChangeAspect="1"/>
          </p:cNvPicPr>
          <p:nvPr/>
        </p:nvPicPr>
        <p:blipFill>
          <a:blip r:embed="rId3"/>
          <a:srcRect l="203" r="-780" b="16066"/>
          <a:stretch/>
        </p:blipFill>
        <p:spPr>
          <a:xfrm>
            <a:off x="701605" y="489675"/>
            <a:ext cx="7817223" cy="1110767"/>
          </a:xfrm>
          <a:prstGeom prst="rect">
            <a:avLst/>
          </a:prstGeom>
        </p:spPr>
      </p:pic>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9176454D-EC9F-D2BF-E9C2-5A530840A1EC}"/>
                  </a:ext>
                </a:extLst>
              </p:cNvPr>
              <p:cNvGraphicFramePr>
                <a:graphicFrameLocks noGrp="1"/>
              </p:cNvGraphicFramePr>
              <p:nvPr>
                <p:extLst>
                  <p:ext uri="{D42A27DB-BD31-4B8C-83A1-F6EECF244321}">
                    <p14:modId xmlns:p14="http://schemas.microsoft.com/office/powerpoint/2010/main" val="3481835250"/>
                  </p:ext>
                </p:extLst>
              </p:nvPr>
            </p:nvGraphicFramePr>
            <p:xfrm>
              <a:off x="4005943" y="1926772"/>
              <a:ext cx="4844143" cy="2945876"/>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p:pic>
            <p:nvPicPr>
              <p:cNvPr id="6" name="Add-in 5">
                <a:extLst>
                  <a:ext uri="{FF2B5EF4-FFF2-40B4-BE49-F238E27FC236}">
                    <a16:creationId xmlns:a16="http://schemas.microsoft.com/office/drawing/2014/main" id="{9176454D-EC9F-D2BF-E9C2-5A530840A1EC}"/>
                  </a:ext>
                </a:extLst>
              </p:cNvPr>
              <p:cNvPicPr>
                <a:picLocks noGrp="1" noRot="1" noChangeAspect="1" noMove="1" noResize="1" noEditPoints="1" noAdjustHandles="1" noChangeArrowheads="1" noChangeShapeType="1"/>
              </p:cNvPicPr>
              <p:nvPr/>
            </p:nvPicPr>
            <p:blipFill>
              <a:blip r:embed="rId5">
                <a:clrChange>
                  <a:clrFrom>
                    <a:prstClr val="black"/>
                  </a:clrFrom>
                  <a:clrTo>
                    <a:prstClr val="black">
                      <a:alpha val="0"/>
                    </a:prstClr>
                  </a:clrTo>
                </a:clrChange>
              </a:blip>
              <a:stretch>
                <a:fillRect/>
              </a:stretch>
            </p:blipFill>
            <p:spPr>
              <a:xfrm>
                <a:off x="4005943" y="1926772"/>
                <a:ext cx="4844143" cy="2945876"/>
              </a:xfrm>
              <a:prstGeom prst="rect">
                <a:avLst/>
              </a:prstGeom>
            </p:spPr>
          </p:pic>
        </mc:Fallback>
      </mc:AlternateContent>
    </p:spTree>
    <p:extLst>
      <p:ext uri="{BB962C8B-B14F-4D97-AF65-F5344CB8AC3E}">
        <p14:creationId xmlns:p14="http://schemas.microsoft.com/office/powerpoint/2010/main" val="3860755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B6E4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C6B22-C8A9-8F4C-4955-17644394A623}"/>
              </a:ext>
            </a:extLst>
          </p:cNvPr>
          <p:cNvSpPr>
            <a:spLocks noGrp="1"/>
          </p:cNvSpPr>
          <p:nvPr>
            <p:ph type="title"/>
          </p:nvPr>
        </p:nvSpPr>
        <p:spPr>
          <a:xfrm>
            <a:off x="720000" y="9595"/>
            <a:ext cx="7704000" cy="572700"/>
          </a:xfrm>
        </p:spPr>
        <p:txBody>
          <a:bodyPr/>
          <a:lstStyle/>
          <a:p>
            <a:pPr algn="ctr"/>
            <a:r>
              <a:rPr lang="en-US" sz="2400" b="1">
                <a:latin typeface="Barlow"/>
              </a:rPr>
              <a:t>Insights – Hotels and Public Holidays</a:t>
            </a:r>
            <a:endParaRPr lang="en-US" b="1"/>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1" name="Add-in 10">
                <a:extLst>
                  <a:ext uri="{FF2B5EF4-FFF2-40B4-BE49-F238E27FC236}">
                    <a16:creationId xmlns:a16="http://schemas.microsoft.com/office/drawing/2014/main" id="{91F29038-E0B2-AB14-5979-98B91DF82412}"/>
                  </a:ext>
                </a:extLst>
              </p:cNvPr>
              <p:cNvGraphicFramePr>
                <a:graphicFrameLocks noGrp="1"/>
              </p:cNvGraphicFramePr>
              <p:nvPr>
                <p:extLst>
                  <p:ext uri="{D42A27DB-BD31-4B8C-83A1-F6EECF244321}">
                    <p14:modId xmlns:p14="http://schemas.microsoft.com/office/powerpoint/2010/main" val="1567622704"/>
                  </p:ext>
                </p:extLst>
              </p:nvPr>
            </p:nvGraphicFramePr>
            <p:xfrm>
              <a:off x="712850" y="801613"/>
              <a:ext cx="7445829" cy="2843893"/>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11" name="Add-in 10">
                <a:extLst>
                  <a:ext uri="{FF2B5EF4-FFF2-40B4-BE49-F238E27FC236}">
                    <a16:creationId xmlns:a16="http://schemas.microsoft.com/office/drawing/2014/main" id="{91F29038-E0B2-AB14-5979-98B91DF82412}"/>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712850" y="801613"/>
                <a:ext cx="7445829" cy="2843893"/>
              </a:xfrm>
              <a:prstGeom prst="rect">
                <a:avLst/>
              </a:prstGeom>
            </p:spPr>
          </p:pic>
        </mc:Fallback>
      </mc:AlternateContent>
      <p:sp>
        <p:nvSpPr>
          <p:cNvPr id="16" name="TextBox 15">
            <a:extLst>
              <a:ext uri="{FF2B5EF4-FFF2-40B4-BE49-F238E27FC236}">
                <a16:creationId xmlns:a16="http://schemas.microsoft.com/office/drawing/2014/main" id="{F097F575-CB55-934C-F1F1-5576CDDDEBC3}"/>
              </a:ext>
            </a:extLst>
          </p:cNvPr>
          <p:cNvSpPr txBox="1"/>
          <p:nvPr/>
        </p:nvSpPr>
        <p:spPr>
          <a:xfrm>
            <a:off x="712850" y="3666683"/>
            <a:ext cx="7445828" cy="134011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Barlow Semi Condensed"/>
              </a:rPr>
              <a:t>Hotel bookings saw a significant drop on Christmas Day, signaling that most travelers had already secured their accommodations in advance or chose not to travel on the holiday itself. </a:t>
            </a:r>
          </a:p>
          <a:p>
            <a:pPr marL="285750" indent="-285750" algn="just">
              <a:lnSpc>
                <a:spcPct val="150000"/>
              </a:lnSpc>
              <a:buFont typeface="Arial" panose="020B0604020202020204" pitchFamily="34" charset="0"/>
              <a:buChar char="•"/>
            </a:pPr>
            <a:r>
              <a:rPr lang="en-US" dirty="0">
                <a:latin typeface="Barlow Semi Condensed"/>
              </a:rPr>
              <a:t>This behavior reflects a pattern where people either arrive early to celebrate or stay at home with family, resulting in lower same-day booking activity.</a:t>
            </a:r>
          </a:p>
        </p:txBody>
      </p:sp>
    </p:spTree>
    <p:extLst>
      <p:ext uri="{BB962C8B-B14F-4D97-AF65-F5344CB8AC3E}">
        <p14:creationId xmlns:p14="http://schemas.microsoft.com/office/powerpoint/2010/main" val="1099762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2964">
          <a:extLst>
            <a:ext uri="{FF2B5EF4-FFF2-40B4-BE49-F238E27FC236}">
              <a16:creationId xmlns:a16="http://schemas.microsoft.com/office/drawing/2014/main" id="{C0B53A8C-2F45-272C-D5E4-6EB614CFDC19}"/>
            </a:ext>
          </a:extLst>
        </p:cNvPr>
        <p:cNvGrpSpPr/>
        <p:nvPr/>
      </p:nvGrpSpPr>
      <p:grpSpPr>
        <a:xfrm>
          <a:off x="0" y="0"/>
          <a:ext cx="0" cy="0"/>
          <a:chOff x="0" y="0"/>
          <a:chExt cx="0" cy="0"/>
        </a:xfrm>
      </p:grpSpPr>
      <p:sp>
        <p:nvSpPr>
          <p:cNvPr id="2965" name="Google Shape;2965;p40">
            <a:extLst>
              <a:ext uri="{FF2B5EF4-FFF2-40B4-BE49-F238E27FC236}">
                <a16:creationId xmlns:a16="http://schemas.microsoft.com/office/drawing/2014/main" id="{A68A7A95-CD7E-8C75-B5BD-88719E751F5B}"/>
              </a:ext>
            </a:extLst>
          </p:cNvPr>
          <p:cNvSpPr txBox="1">
            <a:spLocks noGrp="1"/>
          </p:cNvSpPr>
          <p:nvPr>
            <p:ph type="title"/>
          </p:nvPr>
        </p:nvSpPr>
        <p:spPr>
          <a:xfrm>
            <a:off x="720000" y="1751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400" b="1" dirty="0">
                <a:latin typeface="Barlow"/>
              </a:rPr>
              <a:t>Insights – Hotels and Public Holidays</a:t>
            </a:r>
          </a:p>
        </p:txBody>
      </p:sp>
      <p:sp>
        <p:nvSpPr>
          <p:cNvPr id="4" name="TextBox 3">
            <a:extLst>
              <a:ext uri="{FF2B5EF4-FFF2-40B4-BE49-F238E27FC236}">
                <a16:creationId xmlns:a16="http://schemas.microsoft.com/office/drawing/2014/main" id="{C0DA6D30-DD6F-C650-E136-7ABBBC035A9C}"/>
              </a:ext>
            </a:extLst>
          </p:cNvPr>
          <p:cNvSpPr txBox="1"/>
          <p:nvPr/>
        </p:nvSpPr>
        <p:spPr>
          <a:xfrm>
            <a:off x="359228" y="1298496"/>
            <a:ext cx="4452261" cy="36022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lnSpc>
                <a:spcPct val="150000"/>
              </a:lnSpc>
              <a:buFont typeface="Arial" panose="020B0604020202020204" pitchFamily="34" charset="0"/>
              <a:buChar char="•"/>
            </a:pPr>
            <a:r>
              <a:rPr lang="en-US" dirty="0">
                <a:latin typeface="Barlow Semi Condensed"/>
              </a:rPr>
              <a:t>Despite the drop in bookings, hotel rates on Christmas Day were noticeably higher.</a:t>
            </a:r>
          </a:p>
          <a:p>
            <a:pPr marL="285750" indent="-285750" algn="just">
              <a:lnSpc>
                <a:spcPct val="150000"/>
              </a:lnSpc>
              <a:buFont typeface="Arial" panose="020B0604020202020204" pitchFamily="34" charset="0"/>
              <a:buChar char="•"/>
            </a:pPr>
            <a:r>
              <a:rPr lang="en-US" dirty="0">
                <a:latin typeface="Barlow Semi Condensed"/>
              </a:rPr>
              <a:t>This surge in pricing likely stems from increased seasonal demand, limited availability, and the premium that hotels often apply during major holidays, regardless of booking volume.</a:t>
            </a:r>
          </a:p>
          <a:p>
            <a:pPr marL="285750" indent="-285750" algn="just">
              <a:lnSpc>
                <a:spcPct val="150000"/>
              </a:lnSpc>
              <a:buFont typeface="Arial" panose="020B0604020202020204" pitchFamily="34" charset="0"/>
              <a:buChar char="•"/>
            </a:pPr>
            <a:r>
              <a:rPr lang="en-US" dirty="0">
                <a:latin typeface="Barlow Semi Condensed"/>
              </a:rPr>
              <a:t>Interestingly, even after the holiday passed, hotel prices remained elevated. This trend suggests a continuation of travel activity throughout the festive week, possibly driven by extended vacations, post-Christmas getaways, and early preparations for New Year celebrations.</a:t>
            </a:r>
          </a:p>
        </p:txBody>
      </p:sp>
      <p:pic>
        <p:nvPicPr>
          <p:cNvPr id="5" name="Picture 4" descr="A building with a tree and a star&#10;&#10;AI-generated content may be incorrect.">
            <a:extLst>
              <a:ext uri="{FF2B5EF4-FFF2-40B4-BE49-F238E27FC236}">
                <a16:creationId xmlns:a16="http://schemas.microsoft.com/office/drawing/2014/main" id="{2F2F8056-855A-D4B7-FBA5-6FA1708BA233}"/>
              </a:ext>
            </a:extLst>
          </p:cNvPr>
          <p:cNvPicPr>
            <a:picLocks noChangeAspect="1"/>
          </p:cNvPicPr>
          <p:nvPr/>
        </p:nvPicPr>
        <p:blipFill>
          <a:blip r:embed="rId3"/>
          <a:stretch>
            <a:fillRect/>
          </a:stretch>
        </p:blipFill>
        <p:spPr>
          <a:xfrm>
            <a:off x="0" y="-9920"/>
            <a:ext cx="1477949" cy="1482590"/>
          </a:xfrm>
          <a:prstGeom prst="rect">
            <a:avLst/>
          </a:prstGeom>
        </p:spPr>
      </p:pic>
      <p:pic>
        <p:nvPicPr>
          <p:cNvPr id="3" name="Picture 2">
            <a:extLst>
              <a:ext uri="{FF2B5EF4-FFF2-40B4-BE49-F238E27FC236}">
                <a16:creationId xmlns:a16="http://schemas.microsoft.com/office/drawing/2014/main" id="{1383B534-254D-68B9-69A1-694C7FD5A422}"/>
              </a:ext>
            </a:extLst>
          </p:cNvPr>
          <p:cNvPicPr>
            <a:picLocks noChangeAspect="1"/>
          </p:cNvPicPr>
          <p:nvPr/>
        </p:nvPicPr>
        <p:blipFill>
          <a:blip r:embed="rId4"/>
          <a:stretch>
            <a:fillRect/>
          </a:stretch>
        </p:blipFill>
        <p:spPr>
          <a:xfrm>
            <a:off x="5068499" y="1232922"/>
            <a:ext cx="3716273" cy="3425939"/>
          </a:xfrm>
          <a:prstGeom prst="rect">
            <a:avLst/>
          </a:prstGeom>
        </p:spPr>
      </p:pic>
    </p:spTree>
    <p:extLst>
      <p:ext uri="{BB962C8B-B14F-4D97-AF65-F5344CB8AC3E}">
        <p14:creationId xmlns:p14="http://schemas.microsoft.com/office/powerpoint/2010/main" val="2341464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83">
          <a:extLst>
            <a:ext uri="{FF2B5EF4-FFF2-40B4-BE49-F238E27FC236}">
              <a16:creationId xmlns:a16="http://schemas.microsoft.com/office/drawing/2014/main" id="{FDB491C7-2A4A-74AA-6906-C322F92AB09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913AA7A-A786-A947-F123-6FFB67AB200F}"/>
              </a:ext>
            </a:extLst>
          </p:cNvPr>
          <p:cNvSpPr>
            <a:spLocks noGrp="1"/>
          </p:cNvSpPr>
          <p:nvPr>
            <p:ph type="title"/>
          </p:nvPr>
        </p:nvSpPr>
        <p:spPr>
          <a:xfrm>
            <a:off x="331407" y="10476"/>
            <a:ext cx="8049808" cy="434154"/>
          </a:xfrm>
        </p:spPr>
        <p:txBody>
          <a:bodyPr/>
          <a:lstStyle/>
          <a:p>
            <a:pPr algn="ctr"/>
            <a:r>
              <a:rPr lang="en-US" sz="2400" b="1">
                <a:latin typeface="Barlow"/>
              </a:rPr>
              <a:t>           Impact of Ridership on Public Holidays</a:t>
            </a:r>
          </a:p>
        </p:txBody>
      </p:sp>
      <p:sp>
        <p:nvSpPr>
          <p:cNvPr id="7" name="TextBox 6">
            <a:extLst>
              <a:ext uri="{FF2B5EF4-FFF2-40B4-BE49-F238E27FC236}">
                <a16:creationId xmlns:a16="http://schemas.microsoft.com/office/drawing/2014/main" id="{F64D0726-F25D-1D6B-8E72-716C7FAEB798}"/>
              </a:ext>
            </a:extLst>
          </p:cNvPr>
          <p:cNvSpPr txBox="1"/>
          <p:nvPr/>
        </p:nvSpPr>
        <p:spPr>
          <a:xfrm>
            <a:off x="5539610" y="1232921"/>
            <a:ext cx="3484644" cy="2677656"/>
          </a:xfrm>
          <a:prstGeom prst="rect">
            <a:avLst/>
          </a:prstGeom>
          <a:noFill/>
        </p:spPr>
        <p:txBody>
          <a:bodyPr wrap="square" lIns="91440" tIns="45720" rIns="91440" bIns="45720" anchor="t">
            <a:spAutoFit/>
          </a:bodyPr>
          <a:lstStyle/>
          <a:p>
            <a:r>
              <a:rPr lang="en-US" b="0" i="0" dirty="0">
                <a:effectLst/>
                <a:latin typeface="Barlow" pitchFamily="2" charset="77"/>
              </a:rPr>
              <a:t>Key Finding: Ridership consistently drops on weekends and public holidays.</a:t>
            </a:r>
            <a:endParaRPr lang="en-US"/>
          </a:p>
          <a:p>
            <a:r>
              <a:rPr lang="en-US" b="0" i="0" dirty="0">
                <a:effectLst/>
                <a:latin typeface="Barlow" pitchFamily="2" charset="77"/>
              </a:rPr>
              <a:t>Why?</a:t>
            </a:r>
            <a:endParaRPr lang="en-US" b="0" i="0">
              <a:effectLst/>
              <a:latin typeface="Barlow" pitchFamily="2" charset="77"/>
            </a:endParaRPr>
          </a:p>
          <a:p>
            <a:pPr marL="742950" lvl="1" indent="-285750">
              <a:buFont typeface="Arial" panose="020B0604020202020204" pitchFamily="34" charset="0"/>
              <a:buChar char="•"/>
            </a:pPr>
            <a:r>
              <a:rPr lang="en-US" b="0" i="0" dirty="0">
                <a:effectLst/>
                <a:latin typeface="Barlow" pitchFamily="2" charset="77"/>
              </a:rPr>
              <a:t>Reduced commuter volume (work/school trips cease).</a:t>
            </a:r>
            <a:endParaRPr lang="en-US" b="0" i="0">
              <a:effectLst/>
              <a:latin typeface="Barlow" pitchFamily="2" charset="77"/>
            </a:endParaRPr>
          </a:p>
          <a:p>
            <a:pPr marL="742950" lvl="1" indent="-285750">
              <a:buFont typeface="Arial" panose="020B0604020202020204" pitchFamily="34" charset="0"/>
              <a:buChar char="•"/>
            </a:pPr>
            <a:r>
              <a:rPr lang="en-US" b="0" i="0" dirty="0">
                <a:effectLst/>
                <a:latin typeface="Barlow" pitchFamily="2" charset="77"/>
              </a:rPr>
              <a:t>Transit agencies often run modified/reduced schedules.</a:t>
            </a:r>
            <a:endParaRPr lang="en-US" b="0" i="0">
              <a:effectLst/>
              <a:latin typeface="Barlow" pitchFamily="2" charset="77"/>
            </a:endParaRPr>
          </a:p>
          <a:p>
            <a:pPr marL="742950" lvl="1" indent="-285750">
              <a:buFont typeface="Arial" panose="020B0604020202020204" pitchFamily="34" charset="0"/>
              <a:buChar char="•"/>
            </a:pPr>
            <a:r>
              <a:rPr lang="en-US" b="0" i="0">
                <a:effectLst/>
                <a:latin typeface="Barlow"/>
              </a:rPr>
              <a:t>Maintenance/</a:t>
            </a:r>
            <a:r>
              <a:rPr lang="en-US">
                <a:latin typeface="Barlow"/>
              </a:rPr>
              <a:t>track work</a:t>
            </a:r>
            <a:r>
              <a:rPr lang="en-US" b="0" i="0">
                <a:effectLst/>
                <a:latin typeface="Barlow"/>
              </a:rPr>
              <a:t> frequently scheduled during these lower-demand periods.</a:t>
            </a:r>
          </a:p>
          <a:p>
            <a:br>
              <a:rPr lang="en-US" dirty="0">
                <a:latin typeface="Barlow" pitchFamily="2" charset="77"/>
              </a:rPr>
            </a:br>
            <a:endParaRPr lang="en-US">
              <a:latin typeface="Barlow" pitchFamily="2" charset="77"/>
            </a:endParaRP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8" name="Add-in 7">
                <a:extLst>
                  <a:ext uri="{FF2B5EF4-FFF2-40B4-BE49-F238E27FC236}">
                    <a16:creationId xmlns:a16="http://schemas.microsoft.com/office/drawing/2014/main" id="{52CF2C3D-A8C3-AE01-B2F4-41AC185777EB}"/>
                  </a:ext>
                </a:extLst>
              </p:cNvPr>
              <p:cNvGraphicFramePr>
                <a:graphicFrameLocks noGrp="1"/>
              </p:cNvGraphicFramePr>
              <p:nvPr>
                <p:extLst>
                  <p:ext uri="{D42A27DB-BD31-4B8C-83A1-F6EECF244321}">
                    <p14:modId xmlns:p14="http://schemas.microsoft.com/office/powerpoint/2010/main" val="1278851567"/>
                  </p:ext>
                </p:extLst>
              </p:nvPr>
            </p:nvGraphicFramePr>
            <p:xfrm>
              <a:off x="631371" y="968829"/>
              <a:ext cx="4811486" cy="3646714"/>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8" name="Add-in 7">
                <a:extLst>
                  <a:ext uri="{FF2B5EF4-FFF2-40B4-BE49-F238E27FC236}">
                    <a16:creationId xmlns:a16="http://schemas.microsoft.com/office/drawing/2014/main" id="{52CF2C3D-A8C3-AE01-B2F4-41AC185777EB}"/>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631371" y="968829"/>
                <a:ext cx="4811486" cy="3646714"/>
              </a:xfrm>
              <a:prstGeom prst="rect">
                <a:avLst/>
              </a:prstGeom>
            </p:spPr>
          </p:pic>
        </mc:Fallback>
      </mc:AlternateContent>
    </p:spTree>
    <p:extLst>
      <p:ext uri="{BB962C8B-B14F-4D97-AF65-F5344CB8AC3E}">
        <p14:creationId xmlns:p14="http://schemas.microsoft.com/office/powerpoint/2010/main" val="321074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Shape 3183">
          <a:extLst>
            <a:ext uri="{FF2B5EF4-FFF2-40B4-BE49-F238E27FC236}">
              <a16:creationId xmlns:a16="http://schemas.microsoft.com/office/drawing/2014/main" id="{FAE5823D-4B27-B563-029A-0BD3A46CC2E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D44467D-7323-7288-B437-BA77B58C0D52}"/>
              </a:ext>
            </a:extLst>
          </p:cNvPr>
          <p:cNvSpPr>
            <a:spLocks noGrp="1"/>
          </p:cNvSpPr>
          <p:nvPr>
            <p:ph type="title"/>
          </p:nvPr>
        </p:nvSpPr>
        <p:spPr>
          <a:xfrm>
            <a:off x="331407" y="21363"/>
            <a:ext cx="8049808" cy="434154"/>
          </a:xfrm>
        </p:spPr>
        <p:txBody>
          <a:bodyPr/>
          <a:lstStyle/>
          <a:p>
            <a:pPr algn="ctr"/>
            <a:r>
              <a:rPr lang="en-US" sz="2400" b="1" dirty="0">
                <a:latin typeface="Barlow"/>
              </a:rPr>
              <a:t>Impact of Public Holidays AQI (PM2.5)</a:t>
            </a:r>
          </a:p>
        </p:txBody>
      </p:sp>
      <p:sp>
        <p:nvSpPr>
          <p:cNvPr id="12" name="TextBox 11">
            <a:extLst>
              <a:ext uri="{FF2B5EF4-FFF2-40B4-BE49-F238E27FC236}">
                <a16:creationId xmlns:a16="http://schemas.microsoft.com/office/drawing/2014/main" id="{F0B2403C-8B95-6143-8321-6F81350EA121}"/>
              </a:ext>
            </a:extLst>
          </p:cNvPr>
          <p:cNvSpPr txBox="1"/>
          <p:nvPr/>
        </p:nvSpPr>
        <p:spPr>
          <a:xfrm>
            <a:off x="1011151" y="1992408"/>
            <a:ext cx="7577677" cy="1815882"/>
          </a:xfrm>
          <a:prstGeom prst="rect">
            <a:avLst/>
          </a:prstGeom>
          <a:noFill/>
          <a:ln>
            <a:solidFill>
              <a:schemeClr val="bg1"/>
            </a:solidFill>
          </a:ln>
        </p:spPr>
        <p:txBody>
          <a:bodyPr wrap="square">
            <a:spAutoFit/>
          </a:bodyPr>
          <a:lstStyle/>
          <a:p>
            <a:pPr marL="285750" indent="-285750" algn="just">
              <a:buFont typeface="Arial" panose="020B0604020202020204" pitchFamily="34" charset="0"/>
              <a:buChar char="•"/>
            </a:pPr>
            <a:r>
              <a:rPr lang="en-US" b="0" i="0" dirty="0">
                <a:solidFill>
                  <a:srgbClr val="000000"/>
                </a:solidFill>
                <a:effectLst/>
                <a:latin typeface="Barlow" pitchFamily="2" charset="77"/>
              </a:rPr>
              <a:t>Fireworks are known to emit high levels of PM2.5 and PM10 as well as metal air pollutants, all of which can contribute to negative health effects. Breathing high levels of fine particulate matter can lead to a wide variety of cardiovascular and respiratory health effects such as heart attacks, asthma aggravation, decreased lung function, coughing and difficulty breathing. Source: </a:t>
            </a:r>
            <a:r>
              <a:rPr lang="en-US" b="0" i="0" dirty="0">
                <a:solidFill>
                  <a:srgbClr val="000000"/>
                </a:solidFill>
                <a:effectLst/>
                <a:latin typeface="Barlow" pitchFamily="2" charset="77"/>
                <a:hlinkClick r:id="rId3"/>
              </a:rPr>
              <a:t>South Coast AQMD</a:t>
            </a:r>
            <a:endParaRPr lang="en-US" b="0" i="0" dirty="0">
              <a:solidFill>
                <a:srgbClr val="000000"/>
              </a:solidFill>
              <a:effectLst/>
              <a:latin typeface="Barlow" pitchFamily="2" charset="77"/>
            </a:endParaRPr>
          </a:p>
          <a:p>
            <a:pPr algn="just"/>
            <a:endParaRPr lang="en-US" dirty="0">
              <a:latin typeface="Barlow" pitchFamily="2" charset="77"/>
            </a:endParaRPr>
          </a:p>
          <a:p>
            <a:pPr marL="285750" indent="-285750" algn="just">
              <a:buFont typeface="Arial" panose="020B0604020202020204" pitchFamily="34" charset="0"/>
              <a:buChar char="•"/>
            </a:pPr>
            <a:r>
              <a:rPr lang="en-US" dirty="0">
                <a:latin typeface="Barlow" pitchFamily="2" charset="77"/>
              </a:rPr>
              <a:t>An air quality </a:t>
            </a:r>
            <a:r>
              <a:rPr lang="en-US" dirty="0">
                <a:latin typeface="Barlow" pitchFamily="2" charset="77"/>
                <a:hlinkClick r:id="rId4"/>
              </a:rPr>
              <a:t>study</a:t>
            </a:r>
            <a:r>
              <a:rPr lang="en-US" dirty="0">
                <a:latin typeface="Barlow" pitchFamily="2" charset="77"/>
              </a:rPr>
              <a:t> observed that fireworks also increase PM2.5 levels by as much as 370%</a:t>
            </a:r>
          </a:p>
          <a:p>
            <a:pPr algn="just"/>
            <a:endParaRPr lang="en-US" dirty="0">
              <a:latin typeface="Barlow" pitchFamily="2" charset="77"/>
            </a:endParaRPr>
          </a:p>
        </p:txBody>
      </p:sp>
      <p:sp>
        <p:nvSpPr>
          <p:cNvPr id="15" name="TextBox 14">
            <a:extLst>
              <a:ext uri="{FF2B5EF4-FFF2-40B4-BE49-F238E27FC236}">
                <a16:creationId xmlns:a16="http://schemas.microsoft.com/office/drawing/2014/main" id="{DE1FD9E6-4517-9BAF-7A27-4087AFEEF0BA}"/>
              </a:ext>
            </a:extLst>
          </p:cNvPr>
          <p:cNvSpPr txBox="1"/>
          <p:nvPr/>
        </p:nvSpPr>
        <p:spPr>
          <a:xfrm>
            <a:off x="1011152" y="1009432"/>
            <a:ext cx="7577676" cy="954107"/>
          </a:xfrm>
          <a:prstGeom prst="rect">
            <a:avLst/>
          </a:prstGeom>
          <a:noFill/>
        </p:spPr>
        <p:txBody>
          <a:bodyPr wrap="square">
            <a:spAutoFit/>
          </a:bodyPr>
          <a:lstStyle/>
          <a:p>
            <a:pPr algn="just"/>
            <a:r>
              <a:rPr lang="en-US" dirty="0">
                <a:latin typeface="Barlow" pitchFamily="2" charset="77"/>
              </a:rPr>
              <a:t>PM 2.5 - Particulate matter in the air, particles with a diameter of 2.5 micrometers or less.</a:t>
            </a:r>
          </a:p>
          <a:p>
            <a:pPr algn="just"/>
            <a:endParaRPr lang="en-US" dirty="0">
              <a:latin typeface="Barlow" pitchFamily="2" charset="77"/>
            </a:endParaRPr>
          </a:p>
          <a:p>
            <a:pPr marL="285750" indent="-285750" algn="just">
              <a:buFont typeface="Arial" panose="020B0604020202020204" pitchFamily="34" charset="0"/>
              <a:buChar char="•"/>
            </a:pPr>
            <a:r>
              <a:rPr lang="en-US" dirty="0">
                <a:latin typeface="Barlow" pitchFamily="2" charset="77"/>
              </a:rPr>
              <a:t>Exposure to high levels of PM2.5 can cause respiratory problems, eye, nose, and throat irritation, and other adverse health effects.</a:t>
            </a:r>
          </a:p>
        </p:txBody>
      </p:sp>
      <p:pic>
        <p:nvPicPr>
          <p:cNvPr id="5" name="Picture 4" descr="A fireworks and stars on a black background&#10;&#10;AI-generated content may be incorrect.">
            <a:extLst>
              <a:ext uri="{FF2B5EF4-FFF2-40B4-BE49-F238E27FC236}">
                <a16:creationId xmlns:a16="http://schemas.microsoft.com/office/drawing/2014/main" id="{99BD2774-5A21-A5C1-F396-9A4A6F02E59C}"/>
              </a:ext>
            </a:extLst>
          </p:cNvPr>
          <p:cNvPicPr>
            <a:picLocks noChangeAspect="1"/>
          </p:cNvPicPr>
          <p:nvPr/>
        </p:nvPicPr>
        <p:blipFill>
          <a:blip r:embed="rId5"/>
          <a:stretch>
            <a:fillRect/>
          </a:stretch>
        </p:blipFill>
        <p:spPr>
          <a:xfrm>
            <a:off x="-1006928" y="3730454"/>
            <a:ext cx="2833631" cy="2833631"/>
          </a:xfrm>
          <a:prstGeom prst="rect">
            <a:avLst/>
          </a:prstGeom>
        </p:spPr>
      </p:pic>
      <p:pic>
        <p:nvPicPr>
          <p:cNvPr id="6" name="Picture 5" descr="A colorful fireworks in the dark&#10;&#10;AI-generated content may be incorrect.">
            <a:extLst>
              <a:ext uri="{FF2B5EF4-FFF2-40B4-BE49-F238E27FC236}">
                <a16:creationId xmlns:a16="http://schemas.microsoft.com/office/drawing/2014/main" id="{A886F463-69DE-7566-CF0F-1DFA88B4FBC1}"/>
              </a:ext>
            </a:extLst>
          </p:cNvPr>
          <p:cNvPicPr>
            <a:picLocks noChangeAspect="1"/>
          </p:cNvPicPr>
          <p:nvPr/>
        </p:nvPicPr>
        <p:blipFill>
          <a:blip r:embed="rId6"/>
          <a:stretch>
            <a:fillRect/>
          </a:stretch>
        </p:blipFill>
        <p:spPr>
          <a:xfrm>
            <a:off x="7811124" y="-769048"/>
            <a:ext cx="2244152" cy="2234784"/>
          </a:xfrm>
          <a:prstGeom prst="rect">
            <a:avLst/>
          </a:prstGeom>
        </p:spPr>
      </p:pic>
    </p:spTree>
    <p:extLst>
      <p:ext uri="{BB962C8B-B14F-4D97-AF65-F5344CB8AC3E}">
        <p14:creationId xmlns:p14="http://schemas.microsoft.com/office/powerpoint/2010/main" val="3131508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3183">
          <a:extLst>
            <a:ext uri="{FF2B5EF4-FFF2-40B4-BE49-F238E27FC236}">
              <a16:creationId xmlns:a16="http://schemas.microsoft.com/office/drawing/2014/main" id="{D5B45FA1-C01D-3FF3-3FDB-D747D5F1AD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E56C844-5EBB-FA28-52B4-80D9008C2D35}"/>
              </a:ext>
            </a:extLst>
          </p:cNvPr>
          <p:cNvSpPr>
            <a:spLocks noGrp="1"/>
          </p:cNvSpPr>
          <p:nvPr>
            <p:ph type="title"/>
          </p:nvPr>
        </p:nvSpPr>
        <p:spPr>
          <a:xfrm>
            <a:off x="331407" y="-410"/>
            <a:ext cx="8049808" cy="434154"/>
          </a:xfrm>
        </p:spPr>
        <p:txBody>
          <a:bodyPr/>
          <a:lstStyle/>
          <a:p>
            <a:pPr algn="ctr"/>
            <a:r>
              <a:rPr lang="en-US" sz="2400" b="1">
                <a:latin typeface="Barlow"/>
              </a:rPr>
              <a:t>     Impact of Public Holidays AQI (PM2.5)</a:t>
            </a:r>
          </a:p>
        </p:txBody>
      </p:sp>
      <p:pic>
        <p:nvPicPr>
          <p:cNvPr id="4" name="Picture 3">
            <a:extLst>
              <a:ext uri="{FF2B5EF4-FFF2-40B4-BE49-F238E27FC236}">
                <a16:creationId xmlns:a16="http://schemas.microsoft.com/office/drawing/2014/main" id="{6D8CE85F-B9D6-3301-4415-615B4F303542}"/>
              </a:ext>
            </a:extLst>
          </p:cNvPr>
          <p:cNvPicPr>
            <a:picLocks noChangeAspect="1"/>
          </p:cNvPicPr>
          <p:nvPr/>
        </p:nvPicPr>
        <p:blipFill>
          <a:blip r:embed="rId3"/>
          <a:stretch>
            <a:fillRect/>
          </a:stretch>
        </p:blipFill>
        <p:spPr>
          <a:xfrm>
            <a:off x="685800" y="1483179"/>
            <a:ext cx="7772400" cy="3505200"/>
          </a:xfrm>
          <a:prstGeom prst="rect">
            <a:avLst/>
          </a:prstGeom>
        </p:spPr>
      </p:pic>
      <p:sp>
        <p:nvSpPr>
          <p:cNvPr id="5" name="TextBox 4">
            <a:extLst>
              <a:ext uri="{FF2B5EF4-FFF2-40B4-BE49-F238E27FC236}">
                <a16:creationId xmlns:a16="http://schemas.microsoft.com/office/drawing/2014/main" id="{8ADD2369-44B1-A6BF-288D-9ED3220F9392}"/>
              </a:ext>
            </a:extLst>
          </p:cNvPr>
          <p:cNvSpPr txBox="1"/>
          <p:nvPr/>
        </p:nvSpPr>
        <p:spPr>
          <a:xfrm>
            <a:off x="1550604" y="978746"/>
            <a:ext cx="6042791" cy="307777"/>
          </a:xfrm>
          <a:prstGeom prst="rect">
            <a:avLst/>
          </a:prstGeom>
          <a:noFill/>
        </p:spPr>
        <p:txBody>
          <a:bodyPr wrap="square">
            <a:spAutoFit/>
          </a:bodyPr>
          <a:lstStyle/>
          <a:p>
            <a:pPr algn="ctr"/>
            <a:r>
              <a:rPr lang="en-US" dirty="0">
                <a:latin typeface="Barlow" pitchFamily="2" charset="77"/>
              </a:rPr>
              <a:t>Independence Day</a:t>
            </a:r>
          </a:p>
        </p:txBody>
      </p:sp>
      <p:sp>
        <p:nvSpPr>
          <p:cNvPr id="6" name="TextBox 5">
            <a:extLst>
              <a:ext uri="{FF2B5EF4-FFF2-40B4-BE49-F238E27FC236}">
                <a16:creationId xmlns:a16="http://schemas.microsoft.com/office/drawing/2014/main" id="{1A78F4B2-6769-0B6B-DFC4-1851B6B3AF8D}"/>
              </a:ext>
            </a:extLst>
          </p:cNvPr>
          <p:cNvSpPr txBox="1"/>
          <p:nvPr/>
        </p:nvSpPr>
        <p:spPr>
          <a:xfrm>
            <a:off x="1550602" y="978745"/>
            <a:ext cx="6042791" cy="307777"/>
          </a:xfrm>
          <a:prstGeom prst="rect">
            <a:avLst/>
          </a:prstGeom>
          <a:solidFill>
            <a:srgbClr val="B6E4DC"/>
          </a:solidFill>
        </p:spPr>
        <p:txBody>
          <a:bodyPr wrap="square">
            <a:spAutoFit/>
          </a:bodyPr>
          <a:lstStyle/>
          <a:p>
            <a:pPr algn="ctr"/>
            <a:r>
              <a:rPr lang="en-US" dirty="0">
                <a:latin typeface="Barlow" pitchFamily="2" charset="77"/>
              </a:rPr>
              <a:t>New Year’s Day</a:t>
            </a:r>
          </a:p>
        </p:txBody>
      </p:sp>
      <p:pic>
        <p:nvPicPr>
          <p:cNvPr id="7" name="Picture 6">
            <a:extLst>
              <a:ext uri="{FF2B5EF4-FFF2-40B4-BE49-F238E27FC236}">
                <a16:creationId xmlns:a16="http://schemas.microsoft.com/office/drawing/2014/main" id="{016C3165-C624-C508-05FD-7BF0752DE0BE}"/>
              </a:ext>
            </a:extLst>
          </p:cNvPr>
          <p:cNvPicPr>
            <a:picLocks noChangeAspect="1"/>
          </p:cNvPicPr>
          <p:nvPr/>
        </p:nvPicPr>
        <p:blipFill>
          <a:blip r:embed="rId4"/>
          <a:stretch>
            <a:fillRect/>
          </a:stretch>
        </p:blipFill>
        <p:spPr>
          <a:xfrm>
            <a:off x="685798" y="1467041"/>
            <a:ext cx="7772400" cy="3521338"/>
          </a:xfrm>
          <a:prstGeom prst="rect">
            <a:avLst/>
          </a:prstGeom>
        </p:spPr>
      </p:pic>
      <p:pic>
        <p:nvPicPr>
          <p:cNvPr id="9" name="Picture 8" descr="A colorful fireworks in the dark&#10;&#10;AI-generated content may be incorrect.">
            <a:extLst>
              <a:ext uri="{FF2B5EF4-FFF2-40B4-BE49-F238E27FC236}">
                <a16:creationId xmlns:a16="http://schemas.microsoft.com/office/drawing/2014/main" id="{3673D32D-1D8A-C73C-BB2A-13C953650AD5}"/>
              </a:ext>
            </a:extLst>
          </p:cNvPr>
          <p:cNvPicPr>
            <a:picLocks noChangeAspect="1"/>
          </p:cNvPicPr>
          <p:nvPr/>
        </p:nvPicPr>
        <p:blipFill>
          <a:blip r:embed="rId5"/>
          <a:stretch>
            <a:fillRect/>
          </a:stretch>
        </p:blipFill>
        <p:spPr>
          <a:xfrm>
            <a:off x="8033656" y="-769048"/>
            <a:ext cx="2021619" cy="2013180"/>
          </a:xfrm>
          <a:prstGeom prst="rect">
            <a:avLst/>
          </a:prstGeom>
        </p:spPr>
      </p:pic>
    </p:spTree>
    <p:extLst>
      <p:ext uri="{BB962C8B-B14F-4D97-AF65-F5344CB8AC3E}">
        <p14:creationId xmlns:p14="http://schemas.microsoft.com/office/powerpoint/2010/main" val="141846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02"/>
        <p:cNvGrpSpPr/>
        <p:nvPr/>
      </p:nvGrpSpPr>
      <p:grpSpPr>
        <a:xfrm>
          <a:off x="0" y="0"/>
          <a:ext cx="0" cy="0"/>
          <a:chOff x="0" y="0"/>
          <a:chExt cx="0" cy="0"/>
        </a:xfrm>
      </p:grpSpPr>
      <p:sp>
        <p:nvSpPr>
          <p:cNvPr id="4703" name="Google Shape;4703;p68"/>
          <p:cNvSpPr/>
          <p:nvPr/>
        </p:nvSpPr>
        <p:spPr>
          <a:xfrm>
            <a:off x="432972" y="2312763"/>
            <a:ext cx="519600" cy="519600"/>
          </a:xfrm>
          <a:prstGeom prst="ellipse">
            <a:avLst/>
          </a:pr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4704" name="Google Shape;4704;p68"/>
          <p:cNvSpPr/>
          <p:nvPr/>
        </p:nvSpPr>
        <p:spPr>
          <a:xfrm>
            <a:off x="432972" y="1535350"/>
            <a:ext cx="519600" cy="519600"/>
          </a:xfrm>
          <a:prstGeom prst="ellipse">
            <a:avLst/>
          </a:pr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4705" name="Google Shape;4705;p68"/>
          <p:cNvSpPr txBox="1">
            <a:spLocks noGrp="1"/>
          </p:cNvSpPr>
          <p:nvPr>
            <p:ph type="title"/>
          </p:nvPr>
        </p:nvSpPr>
        <p:spPr>
          <a:xfrm>
            <a:off x="784943" y="43636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b="1">
                <a:latin typeface="Barlow"/>
              </a:rPr>
              <a:t>Conclusion</a:t>
            </a:r>
            <a:endParaRPr lang="en-US" sz="2400" b="1">
              <a:latin typeface="Barlow"/>
            </a:endParaRPr>
          </a:p>
        </p:txBody>
      </p:sp>
      <p:sp>
        <p:nvSpPr>
          <p:cNvPr id="4742" name="Google Shape;4742;p68"/>
          <p:cNvSpPr txBox="1"/>
          <p:nvPr/>
        </p:nvSpPr>
        <p:spPr>
          <a:xfrm>
            <a:off x="5023773" y="1535381"/>
            <a:ext cx="3991438" cy="674598"/>
          </a:xfrm>
          <a:prstGeom prst="rect">
            <a:avLst/>
          </a:prstGeom>
          <a:noFill/>
          <a:ln>
            <a:noFill/>
          </a:ln>
        </p:spPr>
        <p:txBody>
          <a:bodyPr spcFirstLastPara="1" wrap="square" lIns="91425" tIns="91425" rIns="91425" bIns="91425" anchor="t" anchorCtr="0">
            <a:noAutofit/>
          </a:bodyPr>
          <a:lstStyle/>
          <a:p>
            <a:pPr algn="just"/>
            <a:r>
              <a:rPr lang="en" sz="1100">
                <a:solidFill>
                  <a:schemeClr val="dk1"/>
                </a:solidFill>
                <a:latin typeface="Barlow"/>
                <a:ea typeface="Barlow Semi Condensed"/>
              </a:rPr>
              <a:t>Flight prices often rise before and during holidays due to high travel demand. Knowing this trend can help travelers book smarter and save money.</a:t>
            </a:r>
            <a:endParaRPr lang="en-US">
              <a:solidFill>
                <a:schemeClr val="dk1"/>
              </a:solidFill>
              <a:latin typeface="Barlow"/>
            </a:endParaRPr>
          </a:p>
        </p:txBody>
      </p:sp>
      <p:sp>
        <p:nvSpPr>
          <p:cNvPr id="4743" name="Google Shape;4743;p68"/>
          <p:cNvSpPr txBox="1"/>
          <p:nvPr/>
        </p:nvSpPr>
        <p:spPr>
          <a:xfrm>
            <a:off x="5023777" y="3089373"/>
            <a:ext cx="3883199" cy="557700"/>
          </a:xfrm>
          <a:prstGeom prst="rect">
            <a:avLst/>
          </a:prstGeom>
          <a:noFill/>
          <a:ln>
            <a:noFill/>
          </a:ln>
        </p:spPr>
        <p:txBody>
          <a:bodyPr spcFirstLastPara="1" wrap="square" lIns="91425" tIns="91425" rIns="91425" bIns="91425" anchor="t" anchorCtr="0">
            <a:noAutofit/>
          </a:bodyPr>
          <a:lstStyle/>
          <a:p>
            <a:pPr algn="just"/>
            <a:r>
              <a:rPr lang="en" sz="1100">
                <a:solidFill>
                  <a:schemeClr val="dk1"/>
                </a:solidFill>
                <a:latin typeface="Barlow"/>
                <a:ea typeface="Barlow Semi Condensed"/>
              </a:rPr>
              <a:t>Ridership consistently dips on most weekends and holidays, but often spikes before or after holidays, showing increased public transport use around these periods.</a:t>
            </a:r>
            <a:endParaRPr lang="en-US" sz="1100">
              <a:solidFill>
                <a:schemeClr val="dk1"/>
              </a:solidFill>
              <a:latin typeface="Barlow"/>
            </a:endParaRPr>
          </a:p>
        </p:txBody>
      </p:sp>
      <p:sp>
        <p:nvSpPr>
          <p:cNvPr id="4744" name="Google Shape;4744;p68"/>
          <p:cNvSpPr txBox="1"/>
          <p:nvPr/>
        </p:nvSpPr>
        <p:spPr>
          <a:xfrm>
            <a:off x="5023773" y="2301559"/>
            <a:ext cx="4199256" cy="540382"/>
          </a:xfrm>
          <a:prstGeom prst="rect">
            <a:avLst/>
          </a:prstGeom>
          <a:noFill/>
          <a:ln>
            <a:noFill/>
          </a:ln>
        </p:spPr>
        <p:txBody>
          <a:bodyPr spcFirstLastPara="1" wrap="square" lIns="91425" tIns="91425" rIns="91425" bIns="91425" anchor="t" anchorCtr="0">
            <a:noAutofit/>
          </a:bodyPr>
          <a:lstStyle/>
          <a:p>
            <a:pPr algn="just"/>
            <a:r>
              <a:rPr lang="en" sz="1100">
                <a:solidFill>
                  <a:schemeClr val="dk1"/>
                </a:solidFill>
                <a:latin typeface="Barlow"/>
                <a:ea typeface="Barlow Semi Condensed"/>
              </a:rPr>
              <a:t>Hotel bookings tend to stay steady or dip slightly on holidays, but prices usually spike due to high demand and limited availability.</a:t>
            </a:r>
            <a:endParaRPr lang="en-US" sz="1100">
              <a:solidFill>
                <a:schemeClr val="dk1"/>
              </a:solidFill>
              <a:latin typeface="Barlow"/>
            </a:endParaRPr>
          </a:p>
        </p:txBody>
      </p:sp>
      <p:sp>
        <p:nvSpPr>
          <p:cNvPr id="4745" name="Google Shape;4745;p68"/>
          <p:cNvSpPr txBox="1"/>
          <p:nvPr/>
        </p:nvSpPr>
        <p:spPr>
          <a:xfrm>
            <a:off x="5023777" y="3851209"/>
            <a:ext cx="3865881" cy="549041"/>
          </a:xfrm>
          <a:prstGeom prst="rect">
            <a:avLst/>
          </a:prstGeom>
          <a:noFill/>
          <a:ln>
            <a:noFill/>
          </a:ln>
        </p:spPr>
        <p:txBody>
          <a:bodyPr spcFirstLastPara="1" wrap="square" lIns="91425" tIns="91425" rIns="91425" bIns="91425" anchor="t" anchorCtr="0">
            <a:noAutofit/>
          </a:bodyPr>
          <a:lstStyle/>
          <a:p>
            <a:pPr algn="just"/>
            <a:r>
              <a:rPr lang="en" sz="1100">
                <a:solidFill>
                  <a:schemeClr val="dk1"/>
                </a:solidFill>
                <a:latin typeface="Barlow" pitchFamily="2" charset="77"/>
                <a:ea typeface="Barlow Semi Condensed"/>
                <a:sym typeface="Barlow Semi Condensed"/>
              </a:rPr>
              <a:t>PM2.5 levels spike on U.S. holidays due to like fireworks. Notably, Independence Day and New Year’s Day show sharp increases in pollution. </a:t>
            </a:r>
            <a:endParaRPr lang="en-US" sz="1100">
              <a:solidFill>
                <a:schemeClr val="dk1"/>
              </a:solidFill>
              <a:latin typeface="Barlow" pitchFamily="2" charset="77"/>
            </a:endParaRPr>
          </a:p>
        </p:txBody>
      </p:sp>
      <p:sp>
        <p:nvSpPr>
          <p:cNvPr id="4746" name="Google Shape;4746;p68"/>
          <p:cNvSpPr txBox="1"/>
          <p:nvPr/>
        </p:nvSpPr>
        <p:spPr>
          <a:xfrm>
            <a:off x="1034143" y="1518050"/>
            <a:ext cx="1261200" cy="557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a:solidFill>
                  <a:schemeClr val="dk1"/>
                </a:solidFill>
                <a:latin typeface="Barlow" pitchFamily="2" charset="77"/>
                <a:ea typeface="Pacifico"/>
                <a:cs typeface="Pacifico"/>
                <a:sym typeface="Pacifico"/>
              </a:rPr>
              <a:t>Flights</a:t>
            </a:r>
            <a:endParaRPr sz="2400">
              <a:solidFill>
                <a:schemeClr val="dk1"/>
              </a:solidFill>
              <a:latin typeface="Barlow" pitchFamily="2" charset="77"/>
              <a:ea typeface="Pacifico"/>
              <a:cs typeface="Pacifico"/>
              <a:sym typeface="Pacifico"/>
            </a:endParaRPr>
          </a:p>
        </p:txBody>
      </p:sp>
      <p:sp>
        <p:nvSpPr>
          <p:cNvPr id="4747" name="Google Shape;4747;p68"/>
          <p:cNvSpPr txBox="1"/>
          <p:nvPr/>
        </p:nvSpPr>
        <p:spPr>
          <a:xfrm>
            <a:off x="1034143" y="2326425"/>
            <a:ext cx="1261200" cy="557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a:solidFill>
                  <a:schemeClr val="dk1"/>
                </a:solidFill>
                <a:latin typeface="Barlow" pitchFamily="2" charset="77"/>
                <a:ea typeface="Pacifico"/>
                <a:cs typeface="Pacifico"/>
                <a:sym typeface="Pacifico"/>
              </a:rPr>
              <a:t>Hotels</a:t>
            </a:r>
            <a:endParaRPr sz="2400">
              <a:solidFill>
                <a:schemeClr val="dk1"/>
              </a:solidFill>
              <a:latin typeface="Barlow" pitchFamily="2" charset="77"/>
              <a:ea typeface="Pacifico"/>
              <a:cs typeface="Pacifico"/>
              <a:sym typeface="Pacifico"/>
            </a:endParaRPr>
          </a:p>
        </p:txBody>
      </p:sp>
      <p:sp>
        <p:nvSpPr>
          <p:cNvPr id="4748" name="Google Shape;4748;p68"/>
          <p:cNvSpPr txBox="1"/>
          <p:nvPr/>
        </p:nvSpPr>
        <p:spPr>
          <a:xfrm>
            <a:off x="1034143" y="3083700"/>
            <a:ext cx="1451766" cy="557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a:solidFill>
                  <a:schemeClr val="dk1"/>
                </a:solidFill>
                <a:latin typeface="Barlow" pitchFamily="2" charset="77"/>
                <a:ea typeface="Pacifico"/>
                <a:cs typeface="Pacifico"/>
                <a:sym typeface="Pacifico"/>
              </a:rPr>
              <a:t>Ridership</a:t>
            </a:r>
            <a:endParaRPr sz="2400">
              <a:solidFill>
                <a:schemeClr val="dk1"/>
              </a:solidFill>
              <a:latin typeface="Barlow" pitchFamily="2" charset="77"/>
              <a:ea typeface="Pacifico"/>
              <a:cs typeface="Pacifico"/>
              <a:sym typeface="Pacifico"/>
            </a:endParaRPr>
          </a:p>
        </p:txBody>
      </p:sp>
      <p:sp>
        <p:nvSpPr>
          <p:cNvPr id="4749" name="Google Shape;4749;p68"/>
          <p:cNvSpPr txBox="1"/>
          <p:nvPr/>
        </p:nvSpPr>
        <p:spPr>
          <a:xfrm>
            <a:off x="1034143" y="3840975"/>
            <a:ext cx="2537868" cy="557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a:solidFill>
                  <a:schemeClr val="dk1"/>
                </a:solidFill>
                <a:latin typeface="Barlow" pitchFamily="2" charset="77"/>
                <a:ea typeface="Pacifico"/>
                <a:cs typeface="Pacifico"/>
                <a:sym typeface="Pacifico"/>
              </a:rPr>
              <a:t>Air Quality (PM2.5)</a:t>
            </a:r>
            <a:endParaRPr sz="2400">
              <a:solidFill>
                <a:schemeClr val="dk1"/>
              </a:solidFill>
              <a:latin typeface="Barlow" pitchFamily="2" charset="77"/>
              <a:ea typeface="Pacifico"/>
              <a:cs typeface="Pacifico"/>
              <a:sym typeface="Pacifico"/>
            </a:endParaRPr>
          </a:p>
        </p:txBody>
      </p:sp>
      <p:sp>
        <p:nvSpPr>
          <p:cNvPr id="4750" name="Google Shape;4750;p68"/>
          <p:cNvSpPr/>
          <p:nvPr/>
        </p:nvSpPr>
        <p:spPr>
          <a:xfrm>
            <a:off x="432972" y="3083700"/>
            <a:ext cx="519600" cy="519600"/>
          </a:xfrm>
          <a:prstGeom prst="ellipse">
            <a:avLst/>
          </a:pr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sp>
        <p:nvSpPr>
          <p:cNvPr id="4751" name="Google Shape;4751;p68"/>
          <p:cNvSpPr/>
          <p:nvPr/>
        </p:nvSpPr>
        <p:spPr>
          <a:xfrm>
            <a:off x="432972" y="3859275"/>
            <a:ext cx="519600" cy="519600"/>
          </a:xfrm>
          <a:prstGeom prst="ellipse">
            <a:avLst/>
          </a:pr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Barlow" pitchFamily="2" charset="77"/>
            </a:endParaRPr>
          </a:p>
        </p:txBody>
      </p:sp>
      <p:cxnSp>
        <p:nvCxnSpPr>
          <p:cNvPr id="4784" name="Google Shape;4784;p68"/>
          <p:cNvCxnSpPr>
            <a:cxnSpLocks/>
          </p:cNvCxnSpPr>
          <p:nvPr/>
        </p:nvCxnSpPr>
        <p:spPr>
          <a:xfrm flipV="1">
            <a:off x="2299672" y="1872680"/>
            <a:ext cx="2728430" cy="10810"/>
          </a:xfrm>
          <a:prstGeom prst="straightConnector1">
            <a:avLst/>
          </a:prstGeom>
          <a:noFill/>
          <a:ln w="9525" cap="flat" cmpd="sng">
            <a:solidFill>
              <a:schemeClr val="accent3"/>
            </a:solidFill>
            <a:prstDash val="solid"/>
            <a:round/>
            <a:headEnd type="none" w="med" len="med"/>
            <a:tailEnd type="oval" w="med" len="med"/>
          </a:ln>
        </p:spPr>
      </p:cxnSp>
      <p:cxnSp>
        <p:nvCxnSpPr>
          <p:cNvPr id="4785" name="Google Shape;4785;p68"/>
          <p:cNvCxnSpPr>
            <a:stCxn id="4747" idx="3"/>
            <a:endCxn id="4744" idx="1"/>
          </p:cNvCxnSpPr>
          <p:nvPr/>
        </p:nvCxnSpPr>
        <p:spPr>
          <a:xfrm flipV="1">
            <a:off x="2295343" y="2571750"/>
            <a:ext cx="2728430" cy="33525"/>
          </a:xfrm>
          <a:prstGeom prst="straightConnector1">
            <a:avLst/>
          </a:prstGeom>
          <a:noFill/>
          <a:ln w="9525" cap="flat" cmpd="sng">
            <a:solidFill>
              <a:schemeClr val="accent3"/>
            </a:solidFill>
            <a:prstDash val="solid"/>
            <a:round/>
            <a:headEnd type="none" w="med" len="med"/>
            <a:tailEnd type="oval" w="med" len="med"/>
          </a:ln>
        </p:spPr>
      </p:cxnSp>
      <p:cxnSp>
        <p:nvCxnSpPr>
          <p:cNvPr id="4786" name="Google Shape;4786;p68"/>
          <p:cNvCxnSpPr>
            <a:cxnSpLocks/>
            <a:stCxn id="4748" idx="3"/>
            <a:endCxn id="4743" idx="1"/>
          </p:cNvCxnSpPr>
          <p:nvPr/>
        </p:nvCxnSpPr>
        <p:spPr>
          <a:xfrm>
            <a:off x="2485909" y="3362550"/>
            <a:ext cx="2537868" cy="5673"/>
          </a:xfrm>
          <a:prstGeom prst="straightConnector1">
            <a:avLst/>
          </a:prstGeom>
          <a:noFill/>
          <a:ln w="9525" cap="flat" cmpd="sng">
            <a:solidFill>
              <a:schemeClr val="accent3"/>
            </a:solidFill>
            <a:prstDash val="solid"/>
            <a:round/>
            <a:headEnd type="none" w="med" len="med"/>
            <a:tailEnd type="oval" w="med" len="med"/>
          </a:ln>
        </p:spPr>
      </p:cxnSp>
      <p:cxnSp>
        <p:nvCxnSpPr>
          <p:cNvPr id="4787" name="Google Shape;4787;p68"/>
          <p:cNvCxnSpPr>
            <a:cxnSpLocks/>
            <a:stCxn id="4749" idx="3"/>
            <a:endCxn id="4745" idx="1"/>
          </p:cNvCxnSpPr>
          <p:nvPr/>
        </p:nvCxnSpPr>
        <p:spPr>
          <a:xfrm>
            <a:off x="3572011" y="4119825"/>
            <a:ext cx="1451766" cy="5905"/>
          </a:xfrm>
          <a:prstGeom prst="straightConnector1">
            <a:avLst/>
          </a:prstGeom>
          <a:noFill/>
          <a:ln w="9525" cap="flat" cmpd="sng">
            <a:solidFill>
              <a:schemeClr val="accent3"/>
            </a:solidFill>
            <a:prstDash val="solid"/>
            <a:round/>
            <a:headEnd type="none" w="med" len="med"/>
            <a:tailEnd type="oval" w="med" len="med"/>
          </a:ln>
        </p:spPr>
      </p:cxnSp>
      <p:pic>
        <p:nvPicPr>
          <p:cNvPr id="4" name="Graphic 3" descr="Take Off with solid fill">
            <a:extLst>
              <a:ext uri="{FF2B5EF4-FFF2-40B4-BE49-F238E27FC236}">
                <a16:creationId xmlns:a16="http://schemas.microsoft.com/office/drawing/2014/main" id="{DE692547-C92A-F8CB-166B-D07CF4393F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283" y="1621108"/>
            <a:ext cx="424465" cy="433834"/>
          </a:xfrm>
          <a:prstGeom prst="rect">
            <a:avLst/>
          </a:prstGeom>
        </p:spPr>
      </p:pic>
      <p:pic>
        <p:nvPicPr>
          <p:cNvPr id="6" name="Graphic 5" descr="Hotel Bell with solid fill">
            <a:extLst>
              <a:ext uri="{FF2B5EF4-FFF2-40B4-BE49-F238E27FC236}">
                <a16:creationId xmlns:a16="http://schemas.microsoft.com/office/drawing/2014/main" id="{18A112ED-B65F-84C4-03A7-6362864519D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6894" y="2297242"/>
            <a:ext cx="488118" cy="502170"/>
          </a:xfrm>
          <a:prstGeom prst="rect">
            <a:avLst/>
          </a:prstGeom>
        </p:spPr>
      </p:pic>
      <p:pic>
        <p:nvPicPr>
          <p:cNvPr id="10" name="Graphic 9" descr="Lungs outline">
            <a:extLst>
              <a:ext uri="{FF2B5EF4-FFF2-40B4-BE49-F238E27FC236}">
                <a16:creationId xmlns:a16="http://schemas.microsoft.com/office/drawing/2014/main" id="{496B3EB1-4F8F-0FA3-622B-5327DF6DB6C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0947" y="3852472"/>
            <a:ext cx="460011" cy="469380"/>
          </a:xfrm>
          <a:prstGeom prst="rect">
            <a:avLst/>
          </a:prstGeom>
        </p:spPr>
      </p:pic>
      <p:pic>
        <p:nvPicPr>
          <p:cNvPr id="3" name="Graphic 2" descr="Bus with solid fill">
            <a:extLst>
              <a:ext uri="{FF2B5EF4-FFF2-40B4-BE49-F238E27FC236}">
                <a16:creationId xmlns:a16="http://schemas.microsoft.com/office/drawing/2014/main" id="{96366F84-214A-0E50-0367-3A97222B91E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9548" y="3144870"/>
            <a:ext cx="392988" cy="3929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4791"/>
        <p:cNvGrpSpPr/>
        <p:nvPr/>
      </p:nvGrpSpPr>
      <p:grpSpPr>
        <a:xfrm>
          <a:off x="0" y="0"/>
          <a:ext cx="0" cy="0"/>
          <a:chOff x="0" y="0"/>
          <a:chExt cx="0" cy="0"/>
        </a:xfrm>
      </p:grpSpPr>
      <p:sp>
        <p:nvSpPr>
          <p:cNvPr id="4792" name="Google Shape;4792;p69"/>
          <p:cNvSpPr txBox="1">
            <a:spLocks noGrp="1"/>
          </p:cNvSpPr>
          <p:nvPr>
            <p:ph type="title"/>
          </p:nvPr>
        </p:nvSpPr>
        <p:spPr>
          <a:xfrm>
            <a:off x="2347950" y="1959000"/>
            <a:ext cx="4448100" cy="1225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b="1">
                <a:latin typeface="Barlow"/>
              </a:rPr>
              <a:t>Thanks!</a:t>
            </a:r>
            <a:endParaRPr lang="en-US" sz="5400" b="1">
              <a:latin typeface="Barlow"/>
            </a:endParaRPr>
          </a:p>
        </p:txBody>
      </p:sp>
      <p:grpSp>
        <p:nvGrpSpPr>
          <p:cNvPr id="4820" name="Google Shape;4820;p69"/>
          <p:cNvGrpSpPr/>
          <p:nvPr/>
        </p:nvGrpSpPr>
        <p:grpSpPr>
          <a:xfrm>
            <a:off x="1520707" y="1134444"/>
            <a:ext cx="416358" cy="1594930"/>
            <a:chOff x="10512770" y="3179919"/>
            <a:chExt cx="416358" cy="1594930"/>
          </a:xfrm>
        </p:grpSpPr>
        <p:sp>
          <p:nvSpPr>
            <p:cNvPr id="4821" name="Google Shape;4821;p69"/>
            <p:cNvSpPr/>
            <p:nvPr/>
          </p:nvSpPr>
          <p:spPr>
            <a:xfrm rot="10800000">
              <a:off x="10694807" y="4461480"/>
              <a:ext cx="64785" cy="64785"/>
            </a:xfrm>
            <a:custGeom>
              <a:avLst/>
              <a:gdLst/>
              <a:ahLst/>
              <a:cxnLst/>
              <a:rect l="l" t="t" r="r" b="b"/>
              <a:pathLst>
                <a:path w="4576" h="4576" extrusionOk="0">
                  <a:moveTo>
                    <a:pt x="2295" y="0"/>
                  </a:moveTo>
                  <a:cubicBezTo>
                    <a:pt x="1008" y="0"/>
                    <a:pt x="0" y="1040"/>
                    <a:pt x="0" y="2280"/>
                  </a:cubicBezTo>
                  <a:cubicBezTo>
                    <a:pt x="0" y="3552"/>
                    <a:pt x="1008" y="4576"/>
                    <a:pt x="2295" y="4576"/>
                  </a:cubicBezTo>
                  <a:cubicBezTo>
                    <a:pt x="3567" y="4576"/>
                    <a:pt x="4575" y="3521"/>
                    <a:pt x="4575" y="2280"/>
                  </a:cubicBezTo>
                  <a:cubicBezTo>
                    <a:pt x="4575" y="1009"/>
                    <a:pt x="3567" y="0"/>
                    <a:pt x="22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2" name="Google Shape;4822;p69"/>
            <p:cNvSpPr/>
            <p:nvPr/>
          </p:nvSpPr>
          <p:spPr>
            <a:xfrm rot="10800000">
              <a:off x="10636173" y="4349482"/>
              <a:ext cx="40193" cy="40193"/>
            </a:xfrm>
            <a:custGeom>
              <a:avLst/>
              <a:gdLst/>
              <a:ahLst/>
              <a:cxnLst/>
              <a:rect l="l" t="t" r="r" b="b"/>
              <a:pathLst>
                <a:path w="2839" h="2839" extrusionOk="0">
                  <a:moveTo>
                    <a:pt x="1412" y="0"/>
                  </a:moveTo>
                  <a:cubicBezTo>
                    <a:pt x="636" y="0"/>
                    <a:pt x="0" y="667"/>
                    <a:pt x="0" y="1427"/>
                  </a:cubicBezTo>
                  <a:cubicBezTo>
                    <a:pt x="0" y="2172"/>
                    <a:pt x="636" y="2839"/>
                    <a:pt x="1412" y="2839"/>
                  </a:cubicBezTo>
                  <a:cubicBezTo>
                    <a:pt x="2187" y="2839"/>
                    <a:pt x="2838" y="2172"/>
                    <a:pt x="2838" y="1427"/>
                  </a:cubicBezTo>
                  <a:cubicBezTo>
                    <a:pt x="2838" y="652"/>
                    <a:pt x="2171" y="0"/>
                    <a:pt x="14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3" name="Google Shape;4823;p69"/>
            <p:cNvSpPr/>
            <p:nvPr/>
          </p:nvSpPr>
          <p:spPr>
            <a:xfrm rot="10800000">
              <a:off x="10739397" y="4281187"/>
              <a:ext cx="116389" cy="116389"/>
            </a:xfrm>
            <a:custGeom>
              <a:avLst/>
              <a:gdLst/>
              <a:ahLst/>
              <a:cxnLst/>
              <a:rect l="l" t="t" r="r" b="b"/>
              <a:pathLst>
                <a:path w="8221" h="8221" extrusionOk="0">
                  <a:moveTo>
                    <a:pt x="4111" y="0"/>
                  </a:moveTo>
                  <a:cubicBezTo>
                    <a:pt x="1800" y="0"/>
                    <a:pt x="1" y="1861"/>
                    <a:pt x="1" y="4110"/>
                  </a:cubicBezTo>
                  <a:cubicBezTo>
                    <a:pt x="1" y="6359"/>
                    <a:pt x="1846" y="8189"/>
                    <a:pt x="4111" y="8220"/>
                  </a:cubicBezTo>
                  <a:cubicBezTo>
                    <a:pt x="6406" y="8220"/>
                    <a:pt x="8221" y="6359"/>
                    <a:pt x="8221" y="4110"/>
                  </a:cubicBezTo>
                  <a:cubicBezTo>
                    <a:pt x="8221" y="1799"/>
                    <a:pt x="6360" y="0"/>
                    <a:pt x="41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4" name="Google Shape;4824;p69"/>
            <p:cNvSpPr/>
            <p:nvPr/>
          </p:nvSpPr>
          <p:spPr>
            <a:xfrm rot="10800000">
              <a:off x="10660117" y="4190057"/>
              <a:ext cx="56007" cy="56007"/>
            </a:xfrm>
            <a:custGeom>
              <a:avLst/>
              <a:gdLst/>
              <a:ahLst/>
              <a:cxnLst/>
              <a:rect l="l" t="t" r="r" b="b"/>
              <a:pathLst>
                <a:path w="3956" h="3956" extrusionOk="0">
                  <a:moveTo>
                    <a:pt x="1971" y="1"/>
                  </a:moveTo>
                  <a:cubicBezTo>
                    <a:pt x="885" y="1"/>
                    <a:pt x="1" y="885"/>
                    <a:pt x="1" y="1986"/>
                  </a:cubicBezTo>
                  <a:cubicBezTo>
                    <a:pt x="1" y="3072"/>
                    <a:pt x="885" y="3956"/>
                    <a:pt x="1971" y="3956"/>
                  </a:cubicBezTo>
                  <a:cubicBezTo>
                    <a:pt x="3056" y="3956"/>
                    <a:pt x="3956" y="3056"/>
                    <a:pt x="3956" y="1986"/>
                  </a:cubicBezTo>
                  <a:cubicBezTo>
                    <a:pt x="3956" y="900"/>
                    <a:pt x="3056" y="1"/>
                    <a:pt x="19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5" name="Google Shape;4825;p69"/>
            <p:cNvSpPr/>
            <p:nvPr/>
          </p:nvSpPr>
          <p:spPr>
            <a:xfrm rot="10800000">
              <a:off x="10777379" y="4127914"/>
              <a:ext cx="52269" cy="52269"/>
            </a:xfrm>
            <a:custGeom>
              <a:avLst/>
              <a:gdLst/>
              <a:ahLst/>
              <a:cxnLst/>
              <a:rect l="l" t="t" r="r" b="b"/>
              <a:pathLst>
                <a:path w="3692" h="3692" extrusionOk="0">
                  <a:moveTo>
                    <a:pt x="1846" y="1"/>
                  </a:moveTo>
                  <a:cubicBezTo>
                    <a:pt x="822" y="1"/>
                    <a:pt x="0" y="838"/>
                    <a:pt x="0" y="1846"/>
                  </a:cubicBezTo>
                  <a:cubicBezTo>
                    <a:pt x="0" y="2839"/>
                    <a:pt x="807" y="3692"/>
                    <a:pt x="1846" y="3692"/>
                  </a:cubicBezTo>
                  <a:cubicBezTo>
                    <a:pt x="2885" y="3692"/>
                    <a:pt x="3692" y="2870"/>
                    <a:pt x="3692" y="1846"/>
                  </a:cubicBezTo>
                  <a:cubicBezTo>
                    <a:pt x="3692" y="823"/>
                    <a:pt x="2854" y="1"/>
                    <a:pt x="18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6" name="Google Shape;4826;p69"/>
            <p:cNvSpPr/>
            <p:nvPr/>
          </p:nvSpPr>
          <p:spPr>
            <a:xfrm rot="10800000">
              <a:off x="10699633" y="4025801"/>
              <a:ext cx="44596" cy="44582"/>
            </a:xfrm>
            <a:custGeom>
              <a:avLst/>
              <a:gdLst/>
              <a:ahLst/>
              <a:cxnLst/>
              <a:rect l="l" t="t" r="r" b="b"/>
              <a:pathLst>
                <a:path w="3150" h="3149" extrusionOk="0">
                  <a:moveTo>
                    <a:pt x="1583" y="0"/>
                  </a:moveTo>
                  <a:cubicBezTo>
                    <a:pt x="683" y="0"/>
                    <a:pt x="1" y="714"/>
                    <a:pt x="1" y="1567"/>
                  </a:cubicBezTo>
                  <a:cubicBezTo>
                    <a:pt x="1" y="2404"/>
                    <a:pt x="699" y="3102"/>
                    <a:pt x="1583" y="3149"/>
                  </a:cubicBezTo>
                  <a:cubicBezTo>
                    <a:pt x="2467" y="3149"/>
                    <a:pt x="3149" y="2420"/>
                    <a:pt x="3149" y="1567"/>
                  </a:cubicBezTo>
                  <a:cubicBezTo>
                    <a:pt x="3149" y="683"/>
                    <a:pt x="2436" y="0"/>
                    <a:pt x="15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7" name="Google Shape;4827;p69"/>
            <p:cNvSpPr/>
            <p:nvPr/>
          </p:nvSpPr>
          <p:spPr>
            <a:xfrm rot="10800000">
              <a:off x="10512770" y="4381541"/>
              <a:ext cx="79933" cy="79721"/>
            </a:xfrm>
            <a:custGeom>
              <a:avLst/>
              <a:gdLst/>
              <a:ahLst/>
              <a:cxnLst/>
              <a:rect l="l" t="t" r="r" b="b"/>
              <a:pathLst>
                <a:path w="5646" h="5631" extrusionOk="0">
                  <a:moveTo>
                    <a:pt x="2823" y="0"/>
                  </a:moveTo>
                  <a:cubicBezTo>
                    <a:pt x="1241" y="0"/>
                    <a:pt x="0" y="1241"/>
                    <a:pt x="0" y="2808"/>
                  </a:cubicBezTo>
                  <a:cubicBezTo>
                    <a:pt x="0" y="4389"/>
                    <a:pt x="1303" y="5630"/>
                    <a:pt x="2839" y="5630"/>
                  </a:cubicBezTo>
                  <a:cubicBezTo>
                    <a:pt x="4405" y="5630"/>
                    <a:pt x="5646" y="4389"/>
                    <a:pt x="5646" y="2808"/>
                  </a:cubicBezTo>
                  <a:cubicBezTo>
                    <a:pt x="5646" y="1241"/>
                    <a:pt x="4390" y="0"/>
                    <a:pt x="28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8" name="Google Shape;4828;p69"/>
            <p:cNvSpPr/>
            <p:nvPr/>
          </p:nvSpPr>
          <p:spPr>
            <a:xfrm rot="10800000">
              <a:off x="10868731" y="4490901"/>
              <a:ext cx="60396" cy="60396"/>
            </a:xfrm>
            <a:custGeom>
              <a:avLst/>
              <a:gdLst/>
              <a:ahLst/>
              <a:cxnLst/>
              <a:rect l="l" t="t" r="r" b="b"/>
              <a:pathLst>
                <a:path w="4266" h="4266" extrusionOk="0">
                  <a:moveTo>
                    <a:pt x="2125" y="0"/>
                  </a:moveTo>
                  <a:cubicBezTo>
                    <a:pt x="962" y="0"/>
                    <a:pt x="1" y="977"/>
                    <a:pt x="1" y="2141"/>
                  </a:cubicBezTo>
                  <a:cubicBezTo>
                    <a:pt x="1" y="3304"/>
                    <a:pt x="962" y="4265"/>
                    <a:pt x="2125" y="4265"/>
                  </a:cubicBezTo>
                  <a:cubicBezTo>
                    <a:pt x="3289" y="4265"/>
                    <a:pt x="4266" y="3304"/>
                    <a:pt x="4266" y="2141"/>
                  </a:cubicBezTo>
                  <a:cubicBezTo>
                    <a:pt x="4266" y="977"/>
                    <a:pt x="3289" y="0"/>
                    <a:pt x="2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9" name="Google Shape;4829;p69"/>
            <p:cNvSpPr/>
            <p:nvPr/>
          </p:nvSpPr>
          <p:spPr>
            <a:xfrm rot="10800000">
              <a:off x="10785065" y="4626383"/>
              <a:ext cx="28556" cy="28570"/>
            </a:xfrm>
            <a:custGeom>
              <a:avLst/>
              <a:gdLst/>
              <a:ahLst/>
              <a:cxnLst/>
              <a:rect l="l" t="t" r="r" b="b"/>
              <a:pathLst>
                <a:path w="2017" h="2018" extrusionOk="0">
                  <a:moveTo>
                    <a:pt x="1009" y="1"/>
                  </a:moveTo>
                  <a:cubicBezTo>
                    <a:pt x="450" y="1"/>
                    <a:pt x="1" y="435"/>
                    <a:pt x="1" y="1009"/>
                  </a:cubicBezTo>
                  <a:cubicBezTo>
                    <a:pt x="1" y="1521"/>
                    <a:pt x="450" y="1971"/>
                    <a:pt x="1009" y="2017"/>
                  </a:cubicBezTo>
                  <a:cubicBezTo>
                    <a:pt x="1567" y="2017"/>
                    <a:pt x="2017" y="1567"/>
                    <a:pt x="2017" y="1009"/>
                  </a:cubicBezTo>
                  <a:cubicBezTo>
                    <a:pt x="2017" y="435"/>
                    <a:pt x="1567" y="1"/>
                    <a:pt x="10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0" name="Google Shape;4830;p69"/>
            <p:cNvSpPr/>
            <p:nvPr/>
          </p:nvSpPr>
          <p:spPr>
            <a:xfrm rot="10800000">
              <a:off x="10760034" y="4726968"/>
              <a:ext cx="47881" cy="47881"/>
            </a:xfrm>
            <a:custGeom>
              <a:avLst/>
              <a:gdLst/>
              <a:ahLst/>
              <a:cxnLst/>
              <a:rect l="l" t="t" r="r" b="b"/>
              <a:pathLst>
                <a:path w="3382" h="3382" extrusionOk="0">
                  <a:moveTo>
                    <a:pt x="1691" y="1"/>
                  </a:moveTo>
                  <a:cubicBezTo>
                    <a:pt x="761" y="1"/>
                    <a:pt x="1" y="761"/>
                    <a:pt x="1" y="1691"/>
                  </a:cubicBezTo>
                  <a:cubicBezTo>
                    <a:pt x="1" y="2622"/>
                    <a:pt x="761" y="3382"/>
                    <a:pt x="1691" y="3382"/>
                  </a:cubicBezTo>
                  <a:cubicBezTo>
                    <a:pt x="2622" y="3382"/>
                    <a:pt x="3382" y="2622"/>
                    <a:pt x="3382" y="1691"/>
                  </a:cubicBezTo>
                  <a:cubicBezTo>
                    <a:pt x="3382" y="761"/>
                    <a:pt x="2622" y="1"/>
                    <a:pt x="1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1" name="Google Shape;4831;p69"/>
            <p:cNvSpPr/>
            <p:nvPr/>
          </p:nvSpPr>
          <p:spPr>
            <a:xfrm rot="10800000">
              <a:off x="10751469" y="3804446"/>
              <a:ext cx="60396" cy="60396"/>
            </a:xfrm>
            <a:custGeom>
              <a:avLst/>
              <a:gdLst/>
              <a:ahLst/>
              <a:cxnLst/>
              <a:rect l="l" t="t" r="r" b="b"/>
              <a:pathLst>
                <a:path w="4266" h="4266" extrusionOk="0">
                  <a:moveTo>
                    <a:pt x="2126" y="0"/>
                  </a:moveTo>
                  <a:cubicBezTo>
                    <a:pt x="962" y="0"/>
                    <a:pt x="1" y="977"/>
                    <a:pt x="1" y="2141"/>
                  </a:cubicBezTo>
                  <a:cubicBezTo>
                    <a:pt x="1" y="3304"/>
                    <a:pt x="962" y="4234"/>
                    <a:pt x="2126" y="4265"/>
                  </a:cubicBezTo>
                  <a:cubicBezTo>
                    <a:pt x="3289" y="4265"/>
                    <a:pt x="4266" y="3304"/>
                    <a:pt x="4266" y="2141"/>
                  </a:cubicBezTo>
                  <a:cubicBezTo>
                    <a:pt x="4266" y="977"/>
                    <a:pt x="3289" y="0"/>
                    <a:pt x="21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2" name="Google Shape;4832;p69"/>
            <p:cNvSpPr/>
            <p:nvPr/>
          </p:nvSpPr>
          <p:spPr>
            <a:xfrm rot="10800000">
              <a:off x="10805710" y="3637556"/>
              <a:ext cx="47654" cy="47654"/>
            </a:xfrm>
            <a:custGeom>
              <a:avLst/>
              <a:gdLst/>
              <a:ahLst/>
              <a:cxnLst/>
              <a:rect l="l" t="t" r="r" b="b"/>
              <a:pathLst>
                <a:path w="3366" h="3366" extrusionOk="0">
                  <a:moveTo>
                    <a:pt x="1675" y="0"/>
                  </a:moveTo>
                  <a:cubicBezTo>
                    <a:pt x="745" y="0"/>
                    <a:pt x="0" y="745"/>
                    <a:pt x="0" y="1691"/>
                  </a:cubicBezTo>
                  <a:cubicBezTo>
                    <a:pt x="0" y="2621"/>
                    <a:pt x="745" y="3366"/>
                    <a:pt x="1675" y="3366"/>
                  </a:cubicBezTo>
                  <a:cubicBezTo>
                    <a:pt x="2622" y="3366"/>
                    <a:pt x="3366" y="2621"/>
                    <a:pt x="3366" y="1691"/>
                  </a:cubicBezTo>
                  <a:cubicBezTo>
                    <a:pt x="3366" y="745"/>
                    <a:pt x="2622" y="0"/>
                    <a:pt x="16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3" name="Google Shape;4833;p69"/>
            <p:cNvSpPr/>
            <p:nvPr/>
          </p:nvSpPr>
          <p:spPr>
            <a:xfrm rot="10800000">
              <a:off x="10879489" y="3471756"/>
              <a:ext cx="20217" cy="20217"/>
            </a:xfrm>
            <a:custGeom>
              <a:avLst/>
              <a:gdLst/>
              <a:ahLst/>
              <a:cxnLst/>
              <a:rect l="l" t="t" r="r" b="b"/>
              <a:pathLst>
                <a:path w="1428" h="1428" extrusionOk="0">
                  <a:moveTo>
                    <a:pt x="714" y="1"/>
                  </a:moveTo>
                  <a:cubicBezTo>
                    <a:pt x="327" y="1"/>
                    <a:pt x="1" y="311"/>
                    <a:pt x="1" y="714"/>
                  </a:cubicBezTo>
                  <a:cubicBezTo>
                    <a:pt x="1" y="1117"/>
                    <a:pt x="327" y="1427"/>
                    <a:pt x="714" y="1427"/>
                  </a:cubicBezTo>
                  <a:cubicBezTo>
                    <a:pt x="1102" y="1427"/>
                    <a:pt x="1428" y="1117"/>
                    <a:pt x="1428" y="714"/>
                  </a:cubicBezTo>
                  <a:cubicBezTo>
                    <a:pt x="1428" y="326"/>
                    <a:pt x="1102" y="1"/>
                    <a:pt x="7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4" name="Google Shape;4834;p69"/>
            <p:cNvSpPr/>
            <p:nvPr/>
          </p:nvSpPr>
          <p:spPr>
            <a:xfrm rot="10800000">
              <a:off x="10780009" y="3338239"/>
              <a:ext cx="16040" cy="16040"/>
            </a:xfrm>
            <a:custGeom>
              <a:avLst/>
              <a:gdLst/>
              <a:ahLst/>
              <a:cxnLst/>
              <a:rect l="l" t="t" r="r" b="b"/>
              <a:pathLst>
                <a:path w="1133" h="1133" extrusionOk="0">
                  <a:moveTo>
                    <a:pt x="559" y="0"/>
                  </a:moveTo>
                  <a:cubicBezTo>
                    <a:pt x="233" y="0"/>
                    <a:pt x="0" y="233"/>
                    <a:pt x="0" y="558"/>
                  </a:cubicBezTo>
                  <a:cubicBezTo>
                    <a:pt x="0" y="900"/>
                    <a:pt x="233" y="1132"/>
                    <a:pt x="559" y="1132"/>
                  </a:cubicBezTo>
                  <a:cubicBezTo>
                    <a:pt x="900" y="1132"/>
                    <a:pt x="1133" y="900"/>
                    <a:pt x="1133" y="558"/>
                  </a:cubicBezTo>
                  <a:cubicBezTo>
                    <a:pt x="1133" y="233"/>
                    <a:pt x="900" y="0"/>
                    <a:pt x="5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5" name="Google Shape;4835;p69"/>
            <p:cNvSpPr/>
            <p:nvPr/>
          </p:nvSpPr>
          <p:spPr>
            <a:xfrm rot="10800000">
              <a:off x="10831393" y="3179919"/>
              <a:ext cx="36243" cy="36243"/>
            </a:xfrm>
            <a:custGeom>
              <a:avLst/>
              <a:gdLst/>
              <a:ahLst/>
              <a:cxnLst/>
              <a:rect l="l" t="t" r="r" b="b"/>
              <a:pathLst>
                <a:path w="2560" h="2560" extrusionOk="0">
                  <a:moveTo>
                    <a:pt x="1272" y="1"/>
                  </a:moveTo>
                  <a:cubicBezTo>
                    <a:pt x="559" y="1"/>
                    <a:pt x="0" y="606"/>
                    <a:pt x="0" y="1272"/>
                  </a:cubicBezTo>
                  <a:cubicBezTo>
                    <a:pt x="0" y="1955"/>
                    <a:pt x="559" y="2529"/>
                    <a:pt x="1272" y="2560"/>
                  </a:cubicBezTo>
                  <a:cubicBezTo>
                    <a:pt x="2001" y="2560"/>
                    <a:pt x="2559" y="1955"/>
                    <a:pt x="2559" y="1272"/>
                  </a:cubicBezTo>
                  <a:cubicBezTo>
                    <a:pt x="2559" y="559"/>
                    <a:pt x="1955" y="1"/>
                    <a:pt x="12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6" name="Google Shape;4836;p69"/>
          <p:cNvGrpSpPr/>
          <p:nvPr/>
        </p:nvGrpSpPr>
        <p:grpSpPr>
          <a:xfrm>
            <a:off x="6647859" y="1134459"/>
            <a:ext cx="870711" cy="827216"/>
            <a:chOff x="9980459" y="2165834"/>
            <a:chExt cx="870711" cy="827216"/>
          </a:xfrm>
        </p:grpSpPr>
        <p:sp>
          <p:nvSpPr>
            <p:cNvPr id="4837" name="Google Shape;4837;p69"/>
            <p:cNvSpPr/>
            <p:nvPr/>
          </p:nvSpPr>
          <p:spPr>
            <a:xfrm rot="10800000">
              <a:off x="10213460" y="2343701"/>
              <a:ext cx="134624" cy="134624"/>
            </a:xfrm>
            <a:custGeom>
              <a:avLst/>
              <a:gdLst/>
              <a:ahLst/>
              <a:cxnLst/>
              <a:rect l="l" t="t" r="r" b="b"/>
              <a:pathLst>
                <a:path w="9509" h="9509" extrusionOk="0">
                  <a:moveTo>
                    <a:pt x="4747" y="1"/>
                  </a:moveTo>
                  <a:cubicBezTo>
                    <a:pt x="2141" y="1"/>
                    <a:pt x="1" y="2141"/>
                    <a:pt x="1" y="4747"/>
                  </a:cubicBezTo>
                  <a:cubicBezTo>
                    <a:pt x="1" y="7368"/>
                    <a:pt x="2141" y="9508"/>
                    <a:pt x="4747" y="9508"/>
                  </a:cubicBezTo>
                  <a:cubicBezTo>
                    <a:pt x="7368" y="9508"/>
                    <a:pt x="9508" y="7368"/>
                    <a:pt x="9508" y="4747"/>
                  </a:cubicBezTo>
                  <a:cubicBezTo>
                    <a:pt x="9508" y="2141"/>
                    <a:pt x="7368" y="1"/>
                    <a:pt x="47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8" name="Google Shape;4838;p69"/>
            <p:cNvSpPr/>
            <p:nvPr/>
          </p:nvSpPr>
          <p:spPr>
            <a:xfrm rot="10800000">
              <a:off x="10777154" y="2288576"/>
              <a:ext cx="74015" cy="74242"/>
            </a:xfrm>
            <a:custGeom>
              <a:avLst/>
              <a:gdLst/>
              <a:ahLst/>
              <a:cxnLst/>
              <a:rect l="l" t="t" r="r" b="b"/>
              <a:pathLst>
                <a:path w="5228" h="5244" extrusionOk="0">
                  <a:moveTo>
                    <a:pt x="2622" y="1"/>
                  </a:moveTo>
                  <a:cubicBezTo>
                    <a:pt x="1164" y="1"/>
                    <a:pt x="1" y="1164"/>
                    <a:pt x="1" y="2622"/>
                  </a:cubicBezTo>
                  <a:cubicBezTo>
                    <a:pt x="1" y="4080"/>
                    <a:pt x="1164" y="5243"/>
                    <a:pt x="2622" y="5243"/>
                  </a:cubicBezTo>
                  <a:cubicBezTo>
                    <a:pt x="4064" y="5243"/>
                    <a:pt x="5227" y="4080"/>
                    <a:pt x="5227" y="2622"/>
                  </a:cubicBezTo>
                  <a:cubicBezTo>
                    <a:pt x="5227" y="1164"/>
                    <a:pt x="4064" y="1"/>
                    <a:pt x="26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9" name="Google Shape;4839;p69"/>
            <p:cNvSpPr/>
            <p:nvPr/>
          </p:nvSpPr>
          <p:spPr>
            <a:xfrm rot="10800000">
              <a:off x="10495198" y="2600634"/>
              <a:ext cx="74015" cy="74228"/>
            </a:xfrm>
            <a:custGeom>
              <a:avLst/>
              <a:gdLst/>
              <a:ahLst/>
              <a:cxnLst/>
              <a:rect l="l" t="t" r="r" b="b"/>
              <a:pathLst>
                <a:path w="5228" h="5243" extrusionOk="0">
                  <a:moveTo>
                    <a:pt x="2606" y="1"/>
                  </a:moveTo>
                  <a:cubicBezTo>
                    <a:pt x="1164" y="1"/>
                    <a:pt x="1" y="1164"/>
                    <a:pt x="1" y="2622"/>
                  </a:cubicBezTo>
                  <a:cubicBezTo>
                    <a:pt x="1" y="4080"/>
                    <a:pt x="1164" y="5243"/>
                    <a:pt x="2606" y="5243"/>
                  </a:cubicBezTo>
                  <a:cubicBezTo>
                    <a:pt x="4064" y="5196"/>
                    <a:pt x="5228" y="4018"/>
                    <a:pt x="5228" y="2622"/>
                  </a:cubicBezTo>
                  <a:cubicBezTo>
                    <a:pt x="5228" y="1164"/>
                    <a:pt x="4064" y="1"/>
                    <a:pt x="26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0" name="Google Shape;4840;p69"/>
            <p:cNvSpPr/>
            <p:nvPr/>
          </p:nvSpPr>
          <p:spPr>
            <a:xfrm rot="10800000">
              <a:off x="10489491" y="2202505"/>
              <a:ext cx="61486" cy="61486"/>
            </a:xfrm>
            <a:custGeom>
              <a:avLst/>
              <a:gdLst/>
              <a:ahLst/>
              <a:cxnLst/>
              <a:rect l="l" t="t" r="r" b="b"/>
              <a:pathLst>
                <a:path w="4343" h="4343" extrusionOk="0">
                  <a:moveTo>
                    <a:pt x="2171" y="0"/>
                  </a:moveTo>
                  <a:cubicBezTo>
                    <a:pt x="977" y="0"/>
                    <a:pt x="0" y="977"/>
                    <a:pt x="0" y="2172"/>
                  </a:cubicBezTo>
                  <a:cubicBezTo>
                    <a:pt x="0" y="3381"/>
                    <a:pt x="977" y="4343"/>
                    <a:pt x="2171" y="4343"/>
                  </a:cubicBezTo>
                  <a:cubicBezTo>
                    <a:pt x="3381" y="4312"/>
                    <a:pt x="4343" y="3335"/>
                    <a:pt x="4343" y="2172"/>
                  </a:cubicBezTo>
                  <a:cubicBezTo>
                    <a:pt x="4343" y="977"/>
                    <a:pt x="3381" y="0"/>
                    <a:pt x="21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1" name="Google Shape;4841;p69"/>
            <p:cNvSpPr/>
            <p:nvPr/>
          </p:nvSpPr>
          <p:spPr>
            <a:xfrm rot="10800000">
              <a:off x="9980459" y="2165834"/>
              <a:ext cx="61500" cy="61486"/>
            </a:xfrm>
            <a:custGeom>
              <a:avLst/>
              <a:gdLst/>
              <a:ahLst/>
              <a:cxnLst/>
              <a:rect l="l" t="t" r="r" b="b"/>
              <a:pathLst>
                <a:path w="4344" h="4343" extrusionOk="0">
                  <a:moveTo>
                    <a:pt x="2172" y="0"/>
                  </a:moveTo>
                  <a:cubicBezTo>
                    <a:pt x="962" y="0"/>
                    <a:pt x="0" y="962"/>
                    <a:pt x="0" y="2172"/>
                  </a:cubicBezTo>
                  <a:cubicBezTo>
                    <a:pt x="0" y="3366"/>
                    <a:pt x="962" y="4343"/>
                    <a:pt x="2172" y="4343"/>
                  </a:cubicBezTo>
                  <a:cubicBezTo>
                    <a:pt x="3366" y="4343"/>
                    <a:pt x="4343" y="3366"/>
                    <a:pt x="4343" y="2172"/>
                  </a:cubicBezTo>
                  <a:cubicBezTo>
                    <a:pt x="4343" y="962"/>
                    <a:pt x="3366" y="0"/>
                    <a:pt x="21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2" name="Google Shape;4842;p69"/>
            <p:cNvSpPr/>
            <p:nvPr/>
          </p:nvSpPr>
          <p:spPr>
            <a:xfrm rot="10800000">
              <a:off x="10821069" y="2980308"/>
              <a:ext cx="12529" cy="12742"/>
            </a:xfrm>
            <a:custGeom>
              <a:avLst/>
              <a:gdLst/>
              <a:ahLst/>
              <a:cxnLst/>
              <a:rect l="l" t="t" r="r" b="b"/>
              <a:pathLst>
                <a:path w="885" h="900" extrusionOk="0">
                  <a:moveTo>
                    <a:pt x="435" y="0"/>
                  </a:moveTo>
                  <a:cubicBezTo>
                    <a:pt x="186" y="0"/>
                    <a:pt x="0" y="218"/>
                    <a:pt x="0" y="450"/>
                  </a:cubicBezTo>
                  <a:cubicBezTo>
                    <a:pt x="0" y="698"/>
                    <a:pt x="171" y="853"/>
                    <a:pt x="435" y="900"/>
                  </a:cubicBezTo>
                  <a:cubicBezTo>
                    <a:pt x="698" y="900"/>
                    <a:pt x="884" y="698"/>
                    <a:pt x="884" y="450"/>
                  </a:cubicBezTo>
                  <a:cubicBezTo>
                    <a:pt x="884" y="202"/>
                    <a:pt x="667" y="0"/>
                    <a:pt x="4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43" name="Google Shape;4843;p69"/>
          <p:cNvGrpSpPr/>
          <p:nvPr/>
        </p:nvGrpSpPr>
        <p:grpSpPr>
          <a:xfrm rot="-1468812">
            <a:off x="7411319" y="2059704"/>
            <a:ext cx="2157196" cy="1868954"/>
            <a:chOff x="754636" y="1225152"/>
            <a:chExt cx="3111369" cy="2695632"/>
          </a:xfrm>
        </p:grpSpPr>
        <p:sp>
          <p:nvSpPr>
            <p:cNvPr id="4844" name="Google Shape;4844;p69"/>
            <p:cNvSpPr/>
            <p:nvPr/>
          </p:nvSpPr>
          <p:spPr>
            <a:xfrm>
              <a:off x="2618118" y="1905276"/>
              <a:ext cx="281512" cy="1560197"/>
            </a:xfrm>
            <a:custGeom>
              <a:avLst/>
              <a:gdLst/>
              <a:ahLst/>
              <a:cxnLst/>
              <a:rect l="l" t="t" r="r" b="b"/>
              <a:pathLst>
                <a:path w="12477" h="69150" extrusionOk="0">
                  <a:moveTo>
                    <a:pt x="1" y="0"/>
                  </a:moveTo>
                  <a:lnTo>
                    <a:pt x="1" y="0"/>
                  </a:lnTo>
                  <a:cubicBezTo>
                    <a:pt x="2436" y="3069"/>
                    <a:pt x="4537" y="10675"/>
                    <a:pt x="5872" y="15045"/>
                  </a:cubicBezTo>
                  <a:cubicBezTo>
                    <a:pt x="7506" y="20282"/>
                    <a:pt x="7940" y="27020"/>
                    <a:pt x="8040" y="32724"/>
                  </a:cubicBezTo>
                  <a:cubicBezTo>
                    <a:pt x="8340" y="45233"/>
                    <a:pt x="6405" y="57775"/>
                    <a:pt x="3003" y="69150"/>
                  </a:cubicBezTo>
                  <a:cubicBezTo>
                    <a:pt x="7039" y="64980"/>
                    <a:pt x="9775" y="58309"/>
                    <a:pt x="11109" y="51237"/>
                  </a:cubicBezTo>
                  <a:cubicBezTo>
                    <a:pt x="12443" y="44132"/>
                    <a:pt x="12476" y="36627"/>
                    <a:pt x="11976" y="29288"/>
                  </a:cubicBezTo>
                  <a:cubicBezTo>
                    <a:pt x="11709" y="25685"/>
                    <a:pt x="11342" y="22016"/>
                    <a:pt x="10475" y="18580"/>
                  </a:cubicBezTo>
                  <a:cubicBezTo>
                    <a:pt x="8474" y="10942"/>
                    <a:pt x="4471" y="4537"/>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5" name="Google Shape;4845;p69"/>
            <p:cNvSpPr/>
            <p:nvPr/>
          </p:nvSpPr>
          <p:spPr>
            <a:xfrm>
              <a:off x="754636" y="1278783"/>
              <a:ext cx="3111369" cy="2642001"/>
            </a:xfrm>
            <a:custGeom>
              <a:avLst/>
              <a:gdLst/>
              <a:ahLst/>
              <a:cxnLst/>
              <a:rect l="l" t="t" r="r" b="b"/>
              <a:pathLst>
                <a:path w="137900" h="117097" extrusionOk="0">
                  <a:moveTo>
                    <a:pt x="63822" y="1"/>
                  </a:moveTo>
                  <a:cubicBezTo>
                    <a:pt x="53685" y="1"/>
                    <a:pt x="43816" y="1711"/>
                    <a:pt x="35292" y="5351"/>
                  </a:cubicBezTo>
                  <a:cubicBezTo>
                    <a:pt x="15512" y="13824"/>
                    <a:pt x="1502" y="34372"/>
                    <a:pt x="768" y="55888"/>
                  </a:cubicBezTo>
                  <a:cubicBezTo>
                    <a:pt x="1" y="77403"/>
                    <a:pt x="12510" y="98852"/>
                    <a:pt x="31523" y="108859"/>
                  </a:cubicBezTo>
                  <a:cubicBezTo>
                    <a:pt x="42227" y="114491"/>
                    <a:pt x="54370" y="117096"/>
                    <a:pt x="66550" y="117096"/>
                  </a:cubicBezTo>
                  <a:cubicBezTo>
                    <a:pt x="77525" y="117096"/>
                    <a:pt x="88530" y="114981"/>
                    <a:pt x="98538" y="111060"/>
                  </a:cubicBezTo>
                  <a:cubicBezTo>
                    <a:pt x="110379" y="106424"/>
                    <a:pt x="119853" y="99585"/>
                    <a:pt x="126624" y="89245"/>
                  </a:cubicBezTo>
                  <a:cubicBezTo>
                    <a:pt x="127758" y="87544"/>
                    <a:pt x="128793" y="85742"/>
                    <a:pt x="129760" y="83874"/>
                  </a:cubicBezTo>
                  <a:cubicBezTo>
                    <a:pt x="135864" y="72132"/>
                    <a:pt x="137899" y="58223"/>
                    <a:pt x="134797" y="45313"/>
                  </a:cubicBezTo>
                  <a:cubicBezTo>
                    <a:pt x="132195" y="34272"/>
                    <a:pt x="125957" y="23965"/>
                    <a:pt x="117051" y="16960"/>
                  </a:cubicBezTo>
                  <a:cubicBezTo>
                    <a:pt x="103227" y="6150"/>
                    <a:pt x="83041" y="1"/>
                    <a:pt x="63822" y="1"/>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6" name="Google Shape;4846;p69"/>
            <p:cNvSpPr/>
            <p:nvPr/>
          </p:nvSpPr>
          <p:spPr>
            <a:xfrm>
              <a:off x="754636" y="1259966"/>
              <a:ext cx="3111369" cy="2642001"/>
            </a:xfrm>
            <a:custGeom>
              <a:avLst/>
              <a:gdLst/>
              <a:ahLst/>
              <a:cxnLst/>
              <a:rect l="l" t="t" r="r" b="b"/>
              <a:pathLst>
                <a:path w="137900" h="117097" extrusionOk="0">
                  <a:moveTo>
                    <a:pt x="63822" y="1"/>
                  </a:moveTo>
                  <a:cubicBezTo>
                    <a:pt x="53685" y="1"/>
                    <a:pt x="43816" y="1711"/>
                    <a:pt x="35292" y="5351"/>
                  </a:cubicBezTo>
                  <a:cubicBezTo>
                    <a:pt x="15512" y="13824"/>
                    <a:pt x="1502" y="34372"/>
                    <a:pt x="768" y="55888"/>
                  </a:cubicBezTo>
                  <a:cubicBezTo>
                    <a:pt x="1" y="77403"/>
                    <a:pt x="12510" y="98852"/>
                    <a:pt x="31523" y="108859"/>
                  </a:cubicBezTo>
                  <a:cubicBezTo>
                    <a:pt x="42227" y="114491"/>
                    <a:pt x="54370" y="117096"/>
                    <a:pt x="66550" y="117096"/>
                  </a:cubicBezTo>
                  <a:cubicBezTo>
                    <a:pt x="77525" y="117096"/>
                    <a:pt x="88530" y="114981"/>
                    <a:pt x="98538" y="111060"/>
                  </a:cubicBezTo>
                  <a:cubicBezTo>
                    <a:pt x="110379" y="106424"/>
                    <a:pt x="119853" y="99552"/>
                    <a:pt x="126624" y="89245"/>
                  </a:cubicBezTo>
                  <a:cubicBezTo>
                    <a:pt x="127758" y="87544"/>
                    <a:pt x="128793" y="85742"/>
                    <a:pt x="129760" y="83874"/>
                  </a:cubicBezTo>
                  <a:cubicBezTo>
                    <a:pt x="135864" y="72133"/>
                    <a:pt x="137899" y="58223"/>
                    <a:pt x="134797" y="45313"/>
                  </a:cubicBezTo>
                  <a:cubicBezTo>
                    <a:pt x="132195" y="34272"/>
                    <a:pt x="125957" y="23965"/>
                    <a:pt x="117051" y="16960"/>
                  </a:cubicBezTo>
                  <a:cubicBezTo>
                    <a:pt x="103227" y="6150"/>
                    <a:pt x="83041" y="1"/>
                    <a:pt x="638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7" name="Google Shape;4847;p69"/>
            <p:cNvSpPr/>
            <p:nvPr/>
          </p:nvSpPr>
          <p:spPr>
            <a:xfrm>
              <a:off x="773453" y="1259966"/>
              <a:ext cx="3051894" cy="1219571"/>
            </a:xfrm>
            <a:custGeom>
              <a:avLst/>
              <a:gdLst/>
              <a:ahLst/>
              <a:cxnLst/>
              <a:rect l="l" t="t" r="r" b="b"/>
              <a:pathLst>
                <a:path w="135264" h="54053" extrusionOk="0">
                  <a:moveTo>
                    <a:pt x="62988" y="1"/>
                  </a:moveTo>
                  <a:cubicBezTo>
                    <a:pt x="52851" y="1"/>
                    <a:pt x="42982" y="1711"/>
                    <a:pt x="34458" y="5351"/>
                  </a:cubicBezTo>
                  <a:cubicBezTo>
                    <a:pt x="15211" y="13591"/>
                    <a:pt x="1468" y="33205"/>
                    <a:pt x="1" y="54053"/>
                  </a:cubicBezTo>
                  <a:lnTo>
                    <a:pt x="135264" y="54053"/>
                  </a:lnTo>
                  <a:cubicBezTo>
                    <a:pt x="135097" y="51118"/>
                    <a:pt x="134697" y="48182"/>
                    <a:pt x="133963" y="45313"/>
                  </a:cubicBezTo>
                  <a:cubicBezTo>
                    <a:pt x="131361" y="34272"/>
                    <a:pt x="125123" y="23965"/>
                    <a:pt x="116217" y="16960"/>
                  </a:cubicBezTo>
                  <a:cubicBezTo>
                    <a:pt x="102393" y="6150"/>
                    <a:pt x="82207" y="1"/>
                    <a:pt x="629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8" name="Google Shape;4848;p69"/>
            <p:cNvSpPr/>
            <p:nvPr/>
          </p:nvSpPr>
          <p:spPr>
            <a:xfrm>
              <a:off x="776454" y="1228424"/>
              <a:ext cx="3049660" cy="1251113"/>
            </a:xfrm>
            <a:custGeom>
              <a:avLst/>
              <a:gdLst/>
              <a:ahLst/>
              <a:cxnLst/>
              <a:rect l="l" t="t" r="r" b="b"/>
              <a:pathLst>
                <a:path w="135165" h="55451" extrusionOk="0">
                  <a:moveTo>
                    <a:pt x="63447" y="1"/>
                  </a:moveTo>
                  <a:cubicBezTo>
                    <a:pt x="60637" y="1"/>
                    <a:pt x="57839" y="134"/>
                    <a:pt x="55040" y="412"/>
                  </a:cubicBezTo>
                  <a:cubicBezTo>
                    <a:pt x="50971" y="845"/>
                    <a:pt x="46968" y="1546"/>
                    <a:pt x="43032" y="2646"/>
                  </a:cubicBezTo>
                  <a:cubicBezTo>
                    <a:pt x="41064" y="3180"/>
                    <a:pt x="39096" y="3814"/>
                    <a:pt x="37194" y="4548"/>
                  </a:cubicBezTo>
                  <a:cubicBezTo>
                    <a:pt x="35259" y="5315"/>
                    <a:pt x="33358" y="6149"/>
                    <a:pt x="31557" y="7083"/>
                  </a:cubicBezTo>
                  <a:cubicBezTo>
                    <a:pt x="29756" y="8050"/>
                    <a:pt x="27954" y="9051"/>
                    <a:pt x="26253" y="10185"/>
                  </a:cubicBezTo>
                  <a:cubicBezTo>
                    <a:pt x="24552" y="11319"/>
                    <a:pt x="22884" y="12487"/>
                    <a:pt x="21283" y="13754"/>
                  </a:cubicBezTo>
                  <a:cubicBezTo>
                    <a:pt x="14978" y="18891"/>
                    <a:pt x="9708" y="25329"/>
                    <a:pt x="6039" y="32501"/>
                  </a:cubicBezTo>
                  <a:cubicBezTo>
                    <a:pt x="2403" y="39673"/>
                    <a:pt x="234" y="47545"/>
                    <a:pt x="1" y="55418"/>
                  </a:cubicBezTo>
                  <a:cubicBezTo>
                    <a:pt x="1569" y="47745"/>
                    <a:pt x="4471" y="40407"/>
                    <a:pt x="8640" y="34002"/>
                  </a:cubicBezTo>
                  <a:cubicBezTo>
                    <a:pt x="12743" y="27564"/>
                    <a:pt x="18047" y="21927"/>
                    <a:pt x="24185" y="17557"/>
                  </a:cubicBezTo>
                  <a:cubicBezTo>
                    <a:pt x="27220" y="15356"/>
                    <a:pt x="30489" y="13421"/>
                    <a:pt x="33892" y="11853"/>
                  </a:cubicBezTo>
                  <a:cubicBezTo>
                    <a:pt x="37261" y="10252"/>
                    <a:pt x="40763" y="9018"/>
                    <a:pt x="44433" y="8150"/>
                  </a:cubicBezTo>
                  <a:cubicBezTo>
                    <a:pt x="48069" y="7216"/>
                    <a:pt x="51838" y="6649"/>
                    <a:pt x="55574" y="6316"/>
                  </a:cubicBezTo>
                  <a:cubicBezTo>
                    <a:pt x="58141" y="6089"/>
                    <a:pt x="60709" y="5970"/>
                    <a:pt x="63287" y="5970"/>
                  </a:cubicBezTo>
                  <a:cubicBezTo>
                    <a:pt x="64494" y="5970"/>
                    <a:pt x="65703" y="5996"/>
                    <a:pt x="66915" y="6049"/>
                  </a:cubicBezTo>
                  <a:cubicBezTo>
                    <a:pt x="70718" y="6182"/>
                    <a:pt x="74487" y="6583"/>
                    <a:pt x="78257" y="7183"/>
                  </a:cubicBezTo>
                  <a:cubicBezTo>
                    <a:pt x="81993" y="7750"/>
                    <a:pt x="85729" y="8584"/>
                    <a:pt x="89398" y="9585"/>
                  </a:cubicBezTo>
                  <a:cubicBezTo>
                    <a:pt x="96670" y="11653"/>
                    <a:pt x="103808" y="14555"/>
                    <a:pt x="110246" y="18525"/>
                  </a:cubicBezTo>
                  <a:cubicBezTo>
                    <a:pt x="111814" y="19525"/>
                    <a:pt x="113415" y="20593"/>
                    <a:pt x="114916" y="21727"/>
                  </a:cubicBezTo>
                  <a:cubicBezTo>
                    <a:pt x="116417" y="22894"/>
                    <a:pt x="117818" y="24095"/>
                    <a:pt x="119219" y="25396"/>
                  </a:cubicBezTo>
                  <a:cubicBezTo>
                    <a:pt x="121921" y="27998"/>
                    <a:pt x="124356" y="30900"/>
                    <a:pt x="126491" y="34069"/>
                  </a:cubicBezTo>
                  <a:cubicBezTo>
                    <a:pt x="127559" y="35670"/>
                    <a:pt x="128526" y="37271"/>
                    <a:pt x="129427" y="39006"/>
                  </a:cubicBezTo>
                  <a:cubicBezTo>
                    <a:pt x="129894" y="39840"/>
                    <a:pt x="130261" y="40707"/>
                    <a:pt x="130661" y="41574"/>
                  </a:cubicBezTo>
                  <a:cubicBezTo>
                    <a:pt x="130994" y="42442"/>
                    <a:pt x="131428" y="43342"/>
                    <a:pt x="131762" y="44243"/>
                  </a:cubicBezTo>
                  <a:cubicBezTo>
                    <a:pt x="132095" y="45177"/>
                    <a:pt x="132429" y="46078"/>
                    <a:pt x="132729" y="47012"/>
                  </a:cubicBezTo>
                  <a:lnTo>
                    <a:pt x="133630" y="49780"/>
                  </a:lnTo>
                  <a:cubicBezTo>
                    <a:pt x="134263" y="51682"/>
                    <a:pt x="134831" y="53516"/>
                    <a:pt x="135131" y="55451"/>
                  </a:cubicBezTo>
                  <a:cubicBezTo>
                    <a:pt x="135164" y="53450"/>
                    <a:pt x="134831" y="51515"/>
                    <a:pt x="134564" y="49547"/>
                  </a:cubicBezTo>
                  <a:lnTo>
                    <a:pt x="133997" y="46678"/>
                  </a:lnTo>
                  <a:cubicBezTo>
                    <a:pt x="133830" y="45711"/>
                    <a:pt x="133630" y="44710"/>
                    <a:pt x="133396" y="43743"/>
                  </a:cubicBezTo>
                  <a:cubicBezTo>
                    <a:pt x="133163" y="42775"/>
                    <a:pt x="132896" y="41841"/>
                    <a:pt x="132596" y="40874"/>
                  </a:cubicBezTo>
                  <a:cubicBezTo>
                    <a:pt x="132262" y="39906"/>
                    <a:pt x="131962" y="38939"/>
                    <a:pt x="131595" y="38038"/>
                  </a:cubicBezTo>
                  <a:cubicBezTo>
                    <a:pt x="130894" y="36170"/>
                    <a:pt x="130060" y="34336"/>
                    <a:pt x="129093" y="32535"/>
                  </a:cubicBezTo>
                  <a:cubicBezTo>
                    <a:pt x="128126" y="30733"/>
                    <a:pt x="127058" y="29032"/>
                    <a:pt x="125891" y="27364"/>
                  </a:cubicBezTo>
                  <a:cubicBezTo>
                    <a:pt x="124723" y="25696"/>
                    <a:pt x="123389" y="24162"/>
                    <a:pt x="122055" y="22594"/>
                  </a:cubicBezTo>
                  <a:cubicBezTo>
                    <a:pt x="119286" y="19592"/>
                    <a:pt x="116151" y="16890"/>
                    <a:pt x="112815" y="14588"/>
                  </a:cubicBezTo>
                  <a:cubicBezTo>
                    <a:pt x="111147" y="13421"/>
                    <a:pt x="109446" y="12353"/>
                    <a:pt x="107711" y="11353"/>
                  </a:cubicBezTo>
                  <a:cubicBezTo>
                    <a:pt x="105943" y="10352"/>
                    <a:pt x="104142" y="9418"/>
                    <a:pt x="102307" y="8551"/>
                  </a:cubicBezTo>
                  <a:cubicBezTo>
                    <a:pt x="98638" y="6816"/>
                    <a:pt x="94902" y="5382"/>
                    <a:pt x="91033" y="4181"/>
                  </a:cubicBezTo>
                  <a:cubicBezTo>
                    <a:pt x="87130" y="3013"/>
                    <a:pt x="83194" y="2079"/>
                    <a:pt x="79224" y="1379"/>
                  </a:cubicBezTo>
                  <a:cubicBezTo>
                    <a:pt x="75255" y="678"/>
                    <a:pt x="71218" y="245"/>
                    <a:pt x="67182" y="78"/>
                  </a:cubicBezTo>
                  <a:cubicBezTo>
                    <a:pt x="65934" y="27"/>
                    <a:pt x="64690" y="1"/>
                    <a:pt x="634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9" name="Google Shape;4849;p69"/>
            <p:cNvSpPr/>
            <p:nvPr/>
          </p:nvSpPr>
          <p:spPr>
            <a:xfrm>
              <a:off x="774965" y="1225152"/>
              <a:ext cx="3050382" cy="1254385"/>
            </a:xfrm>
            <a:custGeom>
              <a:avLst/>
              <a:gdLst/>
              <a:ahLst/>
              <a:cxnLst/>
              <a:rect l="l" t="t" r="r" b="b"/>
              <a:pathLst>
                <a:path w="135197" h="55596" extrusionOk="0">
                  <a:moveTo>
                    <a:pt x="63697" y="0"/>
                  </a:moveTo>
                  <a:cubicBezTo>
                    <a:pt x="56715" y="0"/>
                    <a:pt x="49678" y="742"/>
                    <a:pt x="42864" y="2525"/>
                  </a:cubicBezTo>
                  <a:cubicBezTo>
                    <a:pt x="34992" y="4626"/>
                    <a:pt x="27453" y="8329"/>
                    <a:pt x="21182" y="13533"/>
                  </a:cubicBezTo>
                  <a:cubicBezTo>
                    <a:pt x="20415" y="14133"/>
                    <a:pt x="19648" y="14867"/>
                    <a:pt x="18914" y="15534"/>
                  </a:cubicBezTo>
                  <a:lnTo>
                    <a:pt x="17780" y="16568"/>
                  </a:lnTo>
                  <a:cubicBezTo>
                    <a:pt x="17346" y="16902"/>
                    <a:pt x="17079" y="17302"/>
                    <a:pt x="16679" y="17669"/>
                  </a:cubicBezTo>
                  <a:cubicBezTo>
                    <a:pt x="16012" y="18403"/>
                    <a:pt x="15278" y="19137"/>
                    <a:pt x="14611" y="19870"/>
                  </a:cubicBezTo>
                  <a:lnTo>
                    <a:pt x="12643" y="22205"/>
                  </a:lnTo>
                  <a:lnTo>
                    <a:pt x="12142" y="22806"/>
                  </a:lnTo>
                  <a:lnTo>
                    <a:pt x="11675" y="23406"/>
                  </a:lnTo>
                  <a:lnTo>
                    <a:pt x="10808" y="24674"/>
                  </a:lnTo>
                  <a:lnTo>
                    <a:pt x="9941" y="25908"/>
                  </a:lnTo>
                  <a:cubicBezTo>
                    <a:pt x="9640" y="26342"/>
                    <a:pt x="9407" y="26775"/>
                    <a:pt x="9107" y="27209"/>
                  </a:cubicBezTo>
                  <a:lnTo>
                    <a:pt x="8306" y="28510"/>
                  </a:lnTo>
                  <a:cubicBezTo>
                    <a:pt x="8006" y="28910"/>
                    <a:pt x="7739" y="29344"/>
                    <a:pt x="7506" y="29777"/>
                  </a:cubicBezTo>
                  <a:lnTo>
                    <a:pt x="6071" y="32446"/>
                  </a:lnTo>
                  <a:cubicBezTo>
                    <a:pt x="5804" y="32913"/>
                    <a:pt x="5604" y="33380"/>
                    <a:pt x="5404" y="33847"/>
                  </a:cubicBezTo>
                  <a:lnTo>
                    <a:pt x="4770" y="35215"/>
                  </a:lnTo>
                  <a:lnTo>
                    <a:pt x="4137" y="36582"/>
                  </a:lnTo>
                  <a:lnTo>
                    <a:pt x="3603" y="38017"/>
                  </a:lnTo>
                  <a:lnTo>
                    <a:pt x="3069" y="39418"/>
                  </a:lnTo>
                  <a:lnTo>
                    <a:pt x="2802" y="40152"/>
                  </a:lnTo>
                  <a:cubicBezTo>
                    <a:pt x="2736" y="40352"/>
                    <a:pt x="2669" y="40585"/>
                    <a:pt x="2602" y="40852"/>
                  </a:cubicBezTo>
                  <a:lnTo>
                    <a:pt x="1735" y="43721"/>
                  </a:lnTo>
                  <a:cubicBezTo>
                    <a:pt x="1468" y="44722"/>
                    <a:pt x="1268" y="45722"/>
                    <a:pt x="1068" y="46690"/>
                  </a:cubicBezTo>
                  <a:cubicBezTo>
                    <a:pt x="968" y="47157"/>
                    <a:pt x="801" y="47657"/>
                    <a:pt x="767" y="48157"/>
                  </a:cubicBezTo>
                  <a:lnTo>
                    <a:pt x="567" y="49658"/>
                  </a:lnTo>
                  <a:cubicBezTo>
                    <a:pt x="234" y="51593"/>
                    <a:pt x="167" y="53595"/>
                    <a:pt x="0" y="55596"/>
                  </a:cubicBezTo>
                  <a:cubicBezTo>
                    <a:pt x="300" y="53661"/>
                    <a:pt x="501" y="51660"/>
                    <a:pt x="1001" y="49725"/>
                  </a:cubicBezTo>
                  <a:lnTo>
                    <a:pt x="1301" y="48257"/>
                  </a:lnTo>
                  <a:cubicBezTo>
                    <a:pt x="1401" y="47824"/>
                    <a:pt x="1568" y="47323"/>
                    <a:pt x="1701" y="46856"/>
                  </a:cubicBezTo>
                  <a:cubicBezTo>
                    <a:pt x="1968" y="45922"/>
                    <a:pt x="2235" y="44988"/>
                    <a:pt x="2535" y="44021"/>
                  </a:cubicBezTo>
                  <a:cubicBezTo>
                    <a:pt x="3770" y="40218"/>
                    <a:pt x="5404" y="36649"/>
                    <a:pt x="7305" y="33180"/>
                  </a:cubicBezTo>
                  <a:lnTo>
                    <a:pt x="8807" y="30645"/>
                  </a:lnTo>
                  <a:cubicBezTo>
                    <a:pt x="9007" y="30178"/>
                    <a:pt x="9307" y="29811"/>
                    <a:pt x="9607" y="29377"/>
                  </a:cubicBezTo>
                  <a:lnTo>
                    <a:pt x="10441" y="28176"/>
                  </a:lnTo>
                  <a:cubicBezTo>
                    <a:pt x="10741" y="27743"/>
                    <a:pt x="10975" y="27342"/>
                    <a:pt x="11275" y="26975"/>
                  </a:cubicBezTo>
                  <a:lnTo>
                    <a:pt x="12209" y="25808"/>
                  </a:lnTo>
                  <a:lnTo>
                    <a:pt x="13110" y="24640"/>
                  </a:lnTo>
                  <a:lnTo>
                    <a:pt x="13543" y="24140"/>
                  </a:lnTo>
                  <a:lnTo>
                    <a:pt x="14044" y="23573"/>
                  </a:lnTo>
                  <a:lnTo>
                    <a:pt x="15978" y="21371"/>
                  </a:lnTo>
                  <a:cubicBezTo>
                    <a:pt x="16645" y="20671"/>
                    <a:pt x="17379" y="20004"/>
                    <a:pt x="18080" y="19303"/>
                  </a:cubicBezTo>
                  <a:cubicBezTo>
                    <a:pt x="18413" y="18970"/>
                    <a:pt x="18747" y="18569"/>
                    <a:pt x="19114" y="18303"/>
                  </a:cubicBezTo>
                  <a:lnTo>
                    <a:pt x="20248" y="17335"/>
                  </a:lnTo>
                  <a:cubicBezTo>
                    <a:pt x="20982" y="16701"/>
                    <a:pt x="21716" y="16001"/>
                    <a:pt x="22483" y="15467"/>
                  </a:cubicBezTo>
                  <a:lnTo>
                    <a:pt x="24818" y="13699"/>
                  </a:lnTo>
                  <a:lnTo>
                    <a:pt x="27286" y="12132"/>
                  </a:lnTo>
                  <a:cubicBezTo>
                    <a:pt x="28120" y="11564"/>
                    <a:pt x="28988" y="11164"/>
                    <a:pt x="29822" y="10664"/>
                  </a:cubicBezTo>
                  <a:lnTo>
                    <a:pt x="31122" y="9963"/>
                  </a:lnTo>
                  <a:cubicBezTo>
                    <a:pt x="31589" y="9696"/>
                    <a:pt x="32056" y="9530"/>
                    <a:pt x="32457" y="9330"/>
                  </a:cubicBezTo>
                  <a:cubicBezTo>
                    <a:pt x="33391" y="8896"/>
                    <a:pt x="34258" y="8496"/>
                    <a:pt x="35125" y="8129"/>
                  </a:cubicBezTo>
                  <a:lnTo>
                    <a:pt x="36493" y="7562"/>
                  </a:lnTo>
                  <a:lnTo>
                    <a:pt x="37160" y="7328"/>
                  </a:lnTo>
                  <a:lnTo>
                    <a:pt x="37894" y="7061"/>
                  </a:lnTo>
                  <a:cubicBezTo>
                    <a:pt x="38795" y="6728"/>
                    <a:pt x="39729" y="6394"/>
                    <a:pt x="40663" y="6161"/>
                  </a:cubicBezTo>
                  <a:lnTo>
                    <a:pt x="42097" y="5727"/>
                  </a:lnTo>
                  <a:lnTo>
                    <a:pt x="43498" y="5360"/>
                  </a:lnTo>
                  <a:cubicBezTo>
                    <a:pt x="49733" y="3739"/>
                    <a:pt x="56195" y="3069"/>
                    <a:pt x="62659" y="3069"/>
                  </a:cubicBezTo>
                  <a:cubicBezTo>
                    <a:pt x="64045" y="3069"/>
                    <a:pt x="65431" y="3100"/>
                    <a:pt x="66815" y="3158"/>
                  </a:cubicBezTo>
                  <a:cubicBezTo>
                    <a:pt x="74687" y="3459"/>
                    <a:pt x="82492" y="4793"/>
                    <a:pt x="90031" y="6994"/>
                  </a:cubicBezTo>
                  <a:cubicBezTo>
                    <a:pt x="97603" y="9196"/>
                    <a:pt x="104842" y="12365"/>
                    <a:pt x="111480" y="16568"/>
                  </a:cubicBezTo>
                  <a:cubicBezTo>
                    <a:pt x="114782" y="18703"/>
                    <a:pt x="117884" y="21138"/>
                    <a:pt x="120620" y="23907"/>
                  </a:cubicBezTo>
                  <a:lnTo>
                    <a:pt x="121620" y="24974"/>
                  </a:lnTo>
                  <a:lnTo>
                    <a:pt x="122554" y="26041"/>
                  </a:lnTo>
                  <a:cubicBezTo>
                    <a:pt x="122888" y="26408"/>
                    <a:pt x="123222" y="26809"/>
                    <a:pt x="123522" y="27176"/>
                  </a:cubicBezTo>
                  <a:cubicBezTo>
                    <a:pt x="123822" y="27576"/>
                    <a:pt x="124156" y="27976"/>
                    <a:pt x="124456" y="28343"/>
                  </a:cubicBezTo>
                  <a:cubicBezTo>
                    <a:pt x="125623" y="29911"/>
                    <a:pt x="126691" y="31545"/>
                    <a:pt x="127725" y="33213"/>
                  </a:cubicBezTo>
                  <a:cubicBezTo>
                    <a:pt x="129793" y="36582"/>
                    <a:pt x="131461" y="40218"/>
                    <a:pt x="132695" y="43988"/>
                  </a:cubicBezTo>
                  <a:cubicBezTo>
                    <a:pt x="133963" y="47724"/>
                    <a:pt x="134796" y="51660"/>
                    <a:pt x="135197" y="55596"/>
                  </a:cubicBezTo>
                  <a:cubicBezTo>
                    <a:pt x="135163" y="53595"/>
                    <a:pt x="134997" y="51593"/>
                    <a:pt x="134830" y="49492"/>
                  </a:cubicBezTo>
                  <a:cubicBezTo>
                    <a:pt x="134563" y="47524"/>
                    <a:pt x="134163" y="45555"/>
                    <a:pt x="133596" y="43587"/>
                  </a:cubicBezTo>
                  <a:cubicBezTo>
                    <a:pt x="132562" y="39718"/>
                    <a:pt x="131027" y="35982"/>
                    <a:pt x="129159" y="32379"/>
                  </a:cubicBezTo>
                  <a:cubicBezTo>
                    <a:pt x="128192" y="30578"/>
                    <a:pt x="127091" y="28877"/>
                    <a:pt x="125923" y="27209"/>
                  </a:cubicBezTo>
                  <a:cubicBezTo>
                    <a:pt x="125657" y="26809"/>
                    <a:pt x="125323" y="26408"/>
                    <a:pt x="125023" y="26008"/>
                  </a:cubicBezTo>
                  <a:cubicBezTo>
                    <a:pt x="124723" y="25574"/>
                    <a:pt x="124422" y="25174"/>
                    <a:pt x="124089" y="24807"/>
                  </a:cubicBezTo>
                  <a:lnTo>
                    <a:pt x="123155" y="23640"/>
                  </a:lnTo>
                  <a:lnTo>
                    <a:pt x="122154" y="22506"/>
                  </a:lnTo>
                  <a:cubicBezTo>
                    <a:pt x="119419" y="19470"/>
                    <a:pt x="116217" y="16868"/>
                    <a:pt x="112881" y="14567"/>
                  </a:cubicBezTo>
                  <a:cubicBezTo>
                    <a:pt x="109512" y="12298"/>
                    <a:pt x="105976" y="10297"/>
                    <a:pt x="102307" y="8562"/>
                  </a:cubicBezTo>
                  <a:cubicBezTo>
                    <a:pt x="98637" y="6861"/>
                    <a:pt x="94835" y="5393"/>
                    <a:pt x="90965" y="4192"/>
                  </a:cubicBezTo>
                  <a:cubicBezTo>
                    <a:pt x="87129" y="2992"/>
                    <a:pt x="83160" y="2124"/>
                    <a:pt x="79157" y="1390"/>
                  </a:cubicBezTo>
                  <a:cubicBezTo>
                    <a:pt x="75154" y="690"/>
                    <a:pt x="71118" y="223"/>
                    <a:pt x="67048" y="56"/>
                  </a:cubicBezTo>
                  <a:cubicBezTo>
                    <a:pt x="65933" y="19"/>
                    <a:pt x="64816" y="0"/>
                    <a:pt x="636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0" name="Google Shape;4850;p69"/>
            <p:cNvSpPr/>
            <p:nvPr/>
          </p:nvSpPr>
          <p:spPr>
            <a:xfrm>
              <a:off x="891613" y="1876667"/>
              <a:ext cx="529113" cy="589152"/>
            </a:xfrm>
            <a:custGeom>
              <a:avLst/>
              <a:gdLst/>
              <a:ahLst/>
              <a:cxnLst/>
              <a:rect l="l" t="t" r="r" b="b"/>
              <a:pathLst>
                <a:path w="23451" h="26112" extrusionOk="0">
                  <a:moveTo>
                    <a:pt x="12176" y="1"/>
                  </a:moveTo>
                  <a:cubicBezTo>
                    <a:pt x="12143" y="668"/>
                    <a:pt x="12076" y="1368"/>
                    <a:pt x="12009" y="2036"/>
                  </a:cubicBezTo>
                  <a:cubicBezTo>
                    <a:pt x="11676" y="2269"/>
                    <a:pt x="11342" y="2436"/>
                    <a:pt x="11008" y="2603"/>
                  </a:cubicBezTo>
                  <a:cubicBezTo>
                    <a:pt x="11342" y="6205"/>
                    <a:pt x="11676" y="9875"/>
                    <a:pt x="12009" y="13544"/>
                  </a:cubicBezTo>
                  <a:cubicBezTo>
                    <a:pt x="10208" y="11476"/>
                    <a:pt x="8473" y="9274"/>
                    <a:pt x="6939" y="6972"/>
                  </a:cubicBezTo>
                  <a:cubicBezTo>
                    <a:pt x="6605" y="8040"/>
                    <a:pt x="6405" y="9207"/>
                    <a:pt x="6272" y="10375"/>
                  </a:cubicBezTo>
                  <a:cubicBezTo>
                    <a:pt x="5771" y="10175"/>
                    <a:pt x="5304" y="9841"/>
                    <a:pt x="4971" y="9408"/>
                  </a:cubicBezTo>
                  <a:cubicBezTo>
                    <a:pt x="4806" y="10465"/>
                    <a:pt x="4608" y="11457"/>
                    <a:pt x="4409" y="12449"/>
                  </a:cubicBezTo>
                  <a:lnTo>
                    <a:pt x="4409" y="12449"/>
                  </a:lnTo>
                  <a:cubicBezTo>
                    <a:pt x="4432" y="12321"/>
                    <a:pt x="4395" y="12267"/>
                    <a:pt x="4319" y="12267"/>
                  </a:cubicBezTo>
                  <a:cubicBezTo>
                    <a:pt x="4070" y="12267"/>
                    <a:pt x="3396" y="12833"/>
                    <a:pt x="2969" y="13210"/>
                  </a:cubicBezTo>
                  <a:cubicBezTo>
                    <a:pt x="2803" y="13377"/>
                    <a:pt x="2703" y="13511"/>
                    <a:pt x="2569" y="13611"/>
                  </a:cubicBezTo>
                  <a:cubicBezTo>
                    <a:pt x="1769" y="14711"/>
                    <a:pt x="1368" y="16279"/>
                    <a:pt x="968" y="17547"/>
                  </a:cubicBezTo>
                  <a:cubicBezTo>
                    <a:pt x="234" y="20182"/>
                    <a:pt x="1" y="22984"/>
                    <a:pt x="401" y="25686"/>
                  </a:cubicBezTo>
                  <a:cubicBezTo>
                    <a:pt x="434" y="25819"/>
                    <a:pt x="434" y="25953"/>
                    <a:pt x="501" y="26019"/>
                  </a:cubicBezTo>
                  <a:cubicBezTo>
                    <a:pt x="568" y="26086"/>
                    <a:pt x="651" y="26111"/>
                    <a:pt x="743" y="26111"/>
                  </a:cubicBezTo>
                  <a:cubicBezTo>
                    <a:pt x="835" y="26111"/>
                    <a:pt x="935" y="26086"/>
                    <a:pt x="1035" y="26053"/>
                  </a:cubicBezTo>
                  <a:cubicBezTo>
                    <a:pt x="2135" y="25786"/>
                    <a:pt x="4470" y="25352"/>
                    <a:pt x="4571" y="23818"/>
                  </a:cubicBezTo>
                  <a:cubicBezTo>
                    <a:pt x="4571" y="24011"/>
                    <a:pt x="4722" y="24107"/>
                    <a:pt x="4884" y="24107"/>
                  </a:cubicBezTo>
                  <a:cubicBezTo>
                    <a:pt x="4973" y="24107"/>
                    <a:pt x="5066" y="24078"/>
                    <a:pt x="5138" y="24018"/>
                  </a:cubicBezTo>
                  <a:cubicBezTo>
                    <a:pt x="5371" y="23851"/>
                    <a:pt x="5404" y="23551"/>
                    <a:pt x="5438" y="23318"/>
                  </a:cubicBezTo>
                  <a:cubicBezTo>
                    <a:pt x="6038" y="23951"/>
                    <a:pt x="6439" y="24652"/>
                    <a:pt x="6772" y="25452"/>
                  </a:cubicBezTo>
                  <a:cubicBezTo>
                    <a:pt x="6872" y="24852"/>
                    <a:pt x="6906" y="24218"/>
                    <a:pt x="6972" y="23651"/>
                  </a:cubicBezTo>
                  <a:cubicBezTo>
                    <a:pt x="7450" y="24708"/>
                    <a:pt x="8669" y="25101"/>
                    <a:pt x="9898" y="25101"/>
                  </a:cubicBezTo>
                  <a:cubicBezTo>
                    <a:pt x="10298" y="25101"/>
                    <a:pt x="10699" y="25059"/>
                    <a:pt x="11075" y="24985"/>
                  </a:cubicBezTo>
                  <a:cubicBezTo>
                    <a:pt x="12137" y="24755"/>
                    <a:pt x="13231" y="24396"/>
                    <a:pt x="14279" y="24396"/>
                  </a:cubicBezTo>
                  <a:cubicBezTo>
                    <a:pt x="14746" y="24396"/>
                    <a:pt x="15203" y="24467"/>
                    <a:pt x="15645" y="24652"/>
                  </a:cubicBezTo>
                  <a:cubicBezTo>
                    <a:pt x="15478" y="23484"/>
                    <a:pt x="15312" y="22350"/>
                    <a:pt x="15145" y="21183"/>
                  </a:cubicBezTo>
                  <a:lnTo>
                    <a:pt x="15145" y="21183"/>
                  </a:lnTo>
                  <a:cubicBezTo>
                    <a:pt x="16079" y="22384"/>
                    <a:pt x="17213" y="23451"/>
                    <a:pt x="18447" y="24285"/>
                  </a:cubicBezTo>
                  <a:cubicBezTo>
                    <a:pt x="18314" y="23051"/>
                    <a:pt x="18214" y="21883"/>
                    <a:pt x="18080" y="20716"/>
                  </a:cubicBezTo>
                  <a:lnTo>
                    <a:pt x="18080" y="20716"/>
                  </a:lnTo>
                  <a:cubicBezTo>
                    <a:pt x="18614" y="21883"/>
                    <a:pt x="19148" y="23117"/>
                    <a:pt x="20048" y="24051"/>
                  </a:cubicBezTo>
                  <a:cubicBezTo>
                    <a:pt x="20829" y="24922"/>
                    <a:pt x="21908" y="25577"/>
                    <a:pt x="23064" y="25577"/>
                  </a:cubicBezTo>
                  <a:cubicBezTo>
                    <a:pt x="23192" y="25577"/>
                    <a:pt x="23321" y="25569"/>
                    <a:pt x="23451" y="25552"/>
                  </a:cubicBezTo>
                  <a:cubicBezTo>
                    <a:pt x="19515" y="17113"/>
                    <a:pt x="15779" y="8574"/>
                    <a:pt x="121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1" name="Google Shape;4851;p69"/>
            <p:cNvSpPr/>
            <p:nvPr/>
          </p:nvSpPr>
          <p:spPr>
            <a:xfrm>
              <a:off x="1864011" y="1441121"/>
              <a:ext cx="663067" cy="1018697"/>
            </a:xfrm>
            <a:custGeom>
              <a:avLst/>
              <a:gdLst/>
              <a:ahLst/>
              <a:cxnLst/>
              <a:rect l="l" t="t" r="r" b="b"/>
              <a:pathLst>
                <a:path w="29388" h="45150" extrusionOk="0">
                  <a:moveTo>
                    <a:pt x="15515" y="1"/>
                  </a:moveTo>
                  <a:cubicBezTo>
                    <a:pt x="10488" y="1"/>
                    <a:pt x="5529" y="664"/>
                    <a:pt x="834" y="2560"/>
                  </a:cubicBezTo>
                  <a:cubicBezTo>
                    <a:pt x="534" y="2660"/>
                    <a:pt x="234" y="2793"/>
                    <a:pt x="100" y="3093"/>
                  </a:cubicBezTo>
                  <a:cubicBezTo>
                    <a:pt x="0" y="3327"/>
                    <a:pt x="33" y="3660"/>
                    <a:pt x="100" y="3961"/>
                  </a:cubicBezTo>
                  <a:cubicBezTo>
                    <a:pt x="534" y="6095"/>
                    <a:pt x="734" y="8497"/>
                    <a:pt x="1501" y="10565"/>
                  </a:cubicBezTo>
                  <a:cubicBezTo>
                    <a:pt x="1901" y="9998"/>
                    <a:pt x="2068" y="9298"/>
                    <a:pt x="2235" y="8631"/>
                  </a:cubicBezTo>
                  <a:cubicBezTo>
                    <a:pt x="2235" y="9064"/>
                    <a:pt x="2402" y="9398"/>
                    <a:pt x="2468" y="9765"/>
                  </a:cubicBezTo>
                  <a:cubicBezTo>
                    <a:pt x="2535" y="9631"/>
                    <a:pt x="2735" y="9565"/>
                    <a:pt x="2869" y="9331"/>
                  </a:cubicBezTo>
                  <a:cubicBezTo>
                    <a:pt x="3202" y="9931"/>
                    <a:pt x="5404" y="13267"/>
                    <a:pt x="5237" y="13934"/>
                  </a:cubicBezTo>
                  <a:cubicBezTo>
                    <a:pt x="5704" y="12266"/>
                    <a:pt x="6204" y="10599"/>
                    <a:pt x="6671" y="8931"/>
                  </a:cubicBezTo>
                  <a:cubicBezTo>
                    <a:pt x="7739" y="20606"/>
                    <a:pt x="8840" y="32314"/>
                    <a:pt x="9874" y="43989"/>
                  </a:cubicBezTo>
                  <a:cubicBezTo>
                    <a:pt x="9907" y="44289"/>
                    <a:pt x="9907" y="44590"/>
                    <a:pt x="10141" y="44756"/>
                  </a:cubicBezTo>
                  <a:cubicBezTo>
                    <a:pt x="10241" y="44856"/>
                    <a:pt x="10474" y="44923"/>
                    <a:pt x="10674" y="44957"/>
                  </a:cubicBezTo>
                  <a:cubicBezTo>
                    <a:pt x="11137" y="45053"/>
                    <a:pt x="11610" y="45149"/>
                    <a:pt x="12069" y="45149"/>
                  </a:cubicBezTo>
                  <a:cubicBezTo>
                    <a:pt x="12404" y="45149"/>
                    <a:pt x="12733" y="45098"/>
                    <a:pt x="13043" y="44957"/>
                  </a:cubicBezTo>
                  <a:cubicBezTo>
                    <a:pt x="13536" y="44742"/>
                    <a:pt x="13892" y="44210"/>
                    <a:pt x="13949" y="43680"/>
                  </a:cubicBezTo>
                  <a:lnTo>
                    <a:pt x="13949" y="43680"/>
                  </a:lnTo>
                  <a:lnTo>
                    <a:pt x="14244" y="44856"/>
                  </a:lnTo>
                  <a:cubicBezTo>
                    <a:pt x="14944" y="41287"/>
                    <a:pt x="15244" y="37618"/>
                    <a:pt x="15211" y="33949"/>
                  </a:cubicBezTo>
                  <a:lnTo>
                    <a:pt x="15211" y="33949"/>
                  </a:lnTo>
                  <a:cubicBezTo>
                    <a:pt x="15344" y="37518"/>
                    <a:pt x="15511" y="41120"/>
                    <a:pt x="15645" y="44690"/>
                  </a:cubicBezTo>
                  <a:cubicBezTo>
                    <a:pt x="16712" y="44623"/>
                    <a:pt x="17779" y="44523"/>
                    <a:pt x="18880" y="44423"/>
                  </a:cubicBezTo>
                  <a:cubicBezTo>
                    <a:pt x="19080" y="40987"/>
                    <a:pt x="19247" y="37585"/>
                    <a:pt x="19481" y="34149"/>
                  </a:cubicBezTo>
                  <a:cubicBezTo>
                    <a:pt x="19881" y="37451"/>
                    <a:pt x="20248" y="40754"/>
                    <a:pt x="20681" y="44089"/>
                  </a:cubicBezTo>
                  <a:lnTo>
                    <a:pt x="22750" y="44089"/>
                  </a:lnTo>
                  <a:cubicBezTo>
                    <a:pt x="22716" y="37351"/>
                    <a:pt x="23350" y="30613"/>
                    <a:pt x="24618" y="24008"/>
                  </a:cubicBezTo>
                  <a:cubicBezTo>
                    <a:pt x="25085" y="25743"/>
                    <a:pt x="25585" y="27444"/>
                    <a:pt x="26052" y="29145"/>
                  </a:cubicBezTo>
                  <a:lnTo>
                    <a:pt x="27186" y="23775"/>
                  </a:lnTo>
                  <a:cubicBezTo>
                    <a:pt x="27553" y="24642"/>
                    <a:pt x="27920" y="25509"/>
                    <a:pt x="28287" y="26443"/>
                  </a:cubicBezTo>
                  <a:cubicBezTo>
                    <a:pt x="28387" y="24442"/>
                    <a:pt x="29388" y="1259"/>
                    <a:pt x="28854" y="1159"/>
                  </a:cubicBezTo>
                  <a:cubicBezTo>
                    <a:pt x="24444" y="517"/>
                    <a:pt x="19953" y="1"/>
                    <a:pt x="155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2" name="Google Shape;4852;p69"/>
            <p:cNvSpPr/>
            <p:nvPr/>
          </p:nvSpPr>
          <p:spPr>
            <a:xfrm>
              <a:off x="2677593" y="1716361"/>
              <a:ext cx="979167" cy="732334"/>
            </a:xfrm>
            <a:custGeom>
              <a:avLst/>
              <a:gdLst/>
              <a:ahLst/>
              <a:cxnLst/>
              <a:rect l="l" t="t" r="r" b="b"/>
              <a:pathLst>
                <a:path w="43398" h="32458" extrusionOk="0">
                  <a:moveTo>
                    <a:pt x="17046" y="1"/>
                  </a:moveTo>
                  <a:cubicBezTo>
                    <a:pt x="17046" y="1769"/>
                    <a:pt x="13176" y="4804"/>
                    <a:pt x="12142" y="6205"/>
                  </a:cubicBezTo>
                  <a:cubicBezTo>
                    <a:pt x="10441" y="8740"/>
                    <a:pt x="8940" y="11275"/>
                    <a:pt x="7706" y="13977"/>
                  </a:cubicBezTo>
                  <a:cubicBezTo>
                    <a:pt x="9373" y="12810"/>
                    <a:pt x="11041" y="11676"/>
                    <a:pt x="12709" y="10508"/>
                  </a:cubicBezTo>
                  <a:lnTo>
                    <a:pt x="12709" y="10508"/>
                  </a:lnTo>
                  <a:cubicBezTo>
                    <a:pt x="8106" y="17613"/>
                    <a:pt x="3836" y="24952"/>
                    <a:pt x="0" y="32457"/>
                  </a:cubicBezTo>
                  <a:cubicBezTo>
                    <a:pt x="664" y="32364"/>
                    <a:pt x="1331" y="32333"/>
                    <a:pt x="1999" y="32333"/>
                  </a:cubicBezTo>
                  <a:cubicBezTo>
                    <a:pt x="3261" y="32333"/>
                    <a:pt x="4528" y="32442"/>
                    <a:pt x="5789" y="32442"/>
                  </a:cubicBezTo>
                  <a:cubicBezTo>
                    <a:pt x="6240" y="32442"/>
                    <a:pt x="6690" y="32429"/>
                    <a:pt x="7139" y="32391"/>
                  </a:cubicBezTo>
                  <a:cubicBezTo>
                    <a:pt x="9426" y="32165"/>
                    <a:pt x="11932" y="31161"/>
                    <a:pt x="12791" y="29079"/>
                  </a:cubicBezTo>
                  <a:lnTo>
                    <a:pt x="12791" y="29079"/>
                  </a:lnTo>
                  <a:lnTo>
                    <a:pt x="11642" y="32124"/>
                  </a:lnTo>
                  <a:cubicBezTo>
                    <a:pt x="13543" y="31123"/>
                    <a:pt x="15311" y="29789"/>
                    <a:pt x="16812" y="28254"/>
                  </a:cubicBezTo>
                  <a:lnTo>
                    <a:pt x="16812" y="28254"/>
                  </a:lnTo>
                  <a:cubicBezTo>
                    <a:pt x="16345" y="29355"/>
                    <a:pt x="15945" y="30489"/>
                    <a:pt x="15478" y="31623"/>
                  </a:cubicBezTo>
                  <a:cubicBezTo>
                    <a:pt x="18280" y="28621"/>
                    <a:pt x="21015" y="25619"/>
                    <a:pt x="23817" y="22617"/>
                  </a:cubicBezTo>
                  <a:lnTo>
                    <a:pt x="23817" y="22617"/>
                  </a:lnTo>
                  <a:cubicBezTo>
                    <a:pt x="22516" y="25886"/>
                    <a:pt x="21015" y="29088"/>
                    <a:pt x="19314" y="32124"/>
                  </a:cubicBezTo>
                  <a:cubicBezTo>
                    <a:pt x="22116" y="32124"/>
                    <a:pt x="24885" y="32090"/>
                    <a:pt x="27687" y="32090"/>
                  </a:cubicBezTo>
                  <a:cubicBezTo>
                    <a:pt x="31556" y="32057"/>
                    <a:pt x="36059" y="31757"/>
                    <a:pt x="38394" y="28721"/>
                  </a:cubicBezTo>
                  <a:lnTo>
                    <a:pt x="38394" y="28721"/>
                  </a:lnTo>
                  <a:lnTo>
                    <a:pt x="36793" y="32324"/>
                  </a:lnTo>
                  <a:cubicBezTo>
                    <a:pt x="37827" y="31590"/>
                    <a:pt x="38995" y="30923"/>
                    <a:pt x="40195" y="30456"/>
                  </a:cubicBezTo>
                  <a:cubicBezTo>
                    <a:pt x="40195" y="30890"/>
                    <a:pt x="40229" y="31323"/>
                    <a:pt x="40229" y="31757"/>
                  </a:cubicBezTo>
                  <a:cubicBezTo>
                    <a:pt x="41296" y="31757"/>
                    <a:pt x="42330" y="31757"/>
                    <a:pt x="43398" y="31723"/>
                  </a:cubicBezTo>
                  <a:cubicBezTo>
                    <a:pt x="42497" y="24652"/>
                    <a:pt x="39195" y="17947"/>
                    <a:pt x="34491" y="12510"/>
                  </a:cubicBezTo>
                  <a:cubicBezTo>
                    <a:pt x="29788" y="7106"/>
                    <a:pt x="23684" y="2936"/>
                    <a:pt x="170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3" name="Google Shape;4853;p69"/>
            <p:cNvSpPr/>
            <p:nvPr/>
          </p:nvSpPr>
          <p:spPr>
            <a:xfrm>
              <a:off x="3309794" y="2174312"/>
              <a:ext cx="105389" cy="90453"/>
            </a:xfrm>
            <a:custGeom>
              <a:avLst/>
              <a:gdLst/>
              <a:ahLst/>
              <a:cxnLst/>
              <a:rect l="l" t="t" r="r" b="b"/>
              <a:pathLst>
                <a:path w="4671" h="4009" extrusionOk="0">
                  <a:moveTo>
                    <a:pt x="3735" y="0"/>
                  </a:moveTo>
                  <a:cubicBezTo>
                    <a:pt x="3379" y="0"/>
                    <a:pt x="3068" y="43"/>
                    <a:pt x="2769" y="118"/>
                  </a:cubicBezTo>
                  <a:cubicBezTo>
                    <a:pt x="2202" y="218"/>
                    <a:pt x="1735" y="485"/>
                    <a:pt x="1368" y="819"/>
                  </a:cubicBezTo>
                  <a:cubicBezTo>
                    <a:pt x="1001" y="1152"/>
                    <a:pt x="667" y="1519"/>
                    <a:pt x="400" y="2020"/>
                  </a:cubicBezTo>
                  <a:cubicBezTo>
                    <a:pt x="167" y="2520"/>
                    <a:pt x="0" y="3121"/>
                    <a:pt x="0" y="3921"/>
                  </a:cubicBezTo>
                  <a:cubicBezTo>
                    <a:pt x="299" y="3983"/>
                    <a:pt x="566" y="4008"/>
                    <a:pt x="812" y="4008"/>
                  </a:cubicBezTo>
                  <a:cubicBezTo>
                    <a:pt x="1224" y="4008"/>
                    <a:pt x="1580" y="3938"/>
                    <a:pt x="1935" y="3854"/>
                  </a:cubicBezTo>
                  <a:cubicBezTo>
                    <a:pt x="2469" y="3754"/>
                    <a:pt x="2936" y="3487"/>
                    <a:pt x="3302" y="3154"/>
                  </a:cubicBezTo>
                  <a:cubicBezTo>
                    <a:pt x="3669" y="2820"/>
                    <a:pt x="4003" y="2453"/>
                    <a:pt x="4270" y="1953"/>
                  </a:cubicBezTo>
                  <a:cubicBezTo>
                    <a:pt x="4503" y="1453"/>
                    <a:pt x="4670" y="852"/>
                    <a:pt x="4670" y="85"/>
                  </a:cubicBezTo>
                  <a:cubicBezTo>
                    <a:pt x="4319" y="26"/>
                    <a:pt x="4013" y="0"/>
                    <a:pt x="37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4" name="Google Shape;4854;p69"/>
            <p:cNvSpPr/>
            <p:nvPr/>
          </p:nvSpPr>
          <p:spPr>
            <a:xfrm>
              <a:off x="3116366" y="1804422"/>
              <a:ext cx="97109" cy="121206"/>
            </a:xfrm>
            <a:custGeom>
              <a:avLst/>
              <a:gdLst/>
              <a:ahLst/>
              <a:cxnLst/>
              <a:rect l="l" t="t" r="r" b="b"/>
              <a:pathLst>
                <a:path w="4304" h="5372" extrusionOk="0">
                  <a:moveTo>
                    <a:pt x="4170" y="1"/>
                  </a:moveTo>
                  <a:lnTo>
                    <a:pt x="4170" y="1"/>
                  </a:lnTo>
                  <a:cubicBezTo>
                    <a:pt x="3336" y="67"/>
                    <a:pt x="2736" y="334"/>
                    <a:pt x="2202" y="634"/>
                  </a:cubicBezTo>
                  <a:cubicBezTo>
                    <a:pt x="1702" y="968"/>
                    <a:pt x="1268" y="1335"/>
                    <a:pt x="934" y="1802"/>
                  </a:cubicBezTo>
                  <a:cubicBezTo>
                    <a:pt x="601" y="2235"/>
                    <a:pt x="367" y="2736"/>
                    <a:pt x="200" y="3336"/>
                  </a:cubicBezTo>
                  <a:cubicBezTo>
                    <a:pt x="67" y="3903"/>
                    <a:pt x="0" y="4537"/>
                    <a:pt x="134" y="5371"/>
                  </a:cubicBezTo>
                  <a:cubicBezTo>
                    <a:pt x="968" y="5304"/>
                    <a:pt x="1568" y="5037"/>
                    <a:pt x="2102" y="4737"/>
                  </a:cubicBezTo>
                  <a:cubicBezTo>
                    <a:pt x="2602" y="4404"/>
                    <a:pt x="3036" y="4037"/>
                    <a:pt x="3369" y="3570"/>
                  </a:cubicBezTo>
                  <a:cubicBezTo>
                    <a:pt x="3703" y="3136"/>
                    <a:pt x="3936" y="2636"/>
                    <a:pt x="4103" y="2035"/>
                  </a:cubicBezTo>
                  <a:cubicBezTo>
                    <a:pt x="4237" y="1468"/>
                    <a:pt x="4303" y="834"/>
                    <a:pt x="41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5" name="Google Shape;4855;p69"/>
            <p:cNvSpPr/>
            <p:nvPr/>
          </p:nvSpPr>
          <p:spPr>
            <a:xfrm>
              <a:off x="2933474" y="2127291"/>
              <a:ext cx="87317" cy="140023"/>
            </a:xfrm>
            <a:custGeom>
              <a:avLst/>
              <a:gdLst/>
              <a:ahLst/>
              <a:cxnLst/>
              <a:rect l="l" t="t" r="r" b="b"/>
              <a:pathLst>
                <a:path w="3870" h="6206" extrusionOk="0">
                  <a:moveTo>
                    <a:pt x="3536" y="1"/>
                  </a:moveTo>
                  <a:cubicBezTo>
                    <a:pt x="2702" y="234"/>
                    <a:pt x="2169" y="568"/>
                    <a:pt x="1668" y="1001"/>
                  </a:cubicBezTo>
                  <a:cubicBezTo>
                    <a:pt x="1201" y="1402"/>
                    <a:pt x="834" y="1902"/>
                    <a:pt x="568" y="2403"/>
                  </a:cubicBezTo>
                  <a:cubicBezTo>
                    <a:pt x="334" y="2936"/>
                    <a:pt x="134" y="3503"/>
                    <a:pt x="101" y="4104"/>
                  </a:cubicBezTo>
                  <a:cubicBezTo>
                    <a:pt x="1" y="4738"/>
                    <a:pt x="34" y="5405"/>
                    <a:pt x="334" y="6205"/>
                  </a:cubicBezTo>
                  <a:cubicBezTo>
                    <a:pt x="1168" y="6005"/>
                    <a:pt x="1768" y="5605"/>
                    <a:pt x="2202" y="5205"/>
                  </a:cubicBezTo>
                  <a:cubicBezTo>
                    <a:pt x="2669" y="4771"/>
                    <a:pt x="3036" y="4271"/>
                    <a:pt x="3303" y="3770"/>
                  </a:cubicBezTo>
                  <a:cubicBezTo>
                    <a:pt x="3536" y="3236"/>
                    <a:pt x="3770" y="2703"/>
                    <a:pt x="3803" y="2069"/>
                  </a:cubicBezTo>
                  <a:cubicBezTo>
                    <a:pt x="3870" y="1435"/>
                    <a:pt x="3837" y="768"/>
                    <a:pt x="35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6" name="Google Shape;4856;p69"/>
            <p:cNvSpPr/>
            <p:nvPr/>
          </p:nvSpPr>
          <p:spPr>
            <a:xfrm>
              <a:off x="2771656" y="1842801"/>
              <a:ext cx="109157" cy="181403"/>
            </a:xfrm>
            <a:custGeom>
              <a:avLst/>
              <a:gdLst/>
              <a:ahLst/>
              <a:cxnLst/>
              <a:rect l="l" t="t" r="r" b="b"/>
              <a:pathLst>
                <a:path w="4838" h="8040" extrusionOk="0">
                  <a:moveTo>
                    <a:pt x="4671" y="1"/>
                  </a:moveTo>
                  <a:lnTo>
                    <a:pt x="4671" y="1"/>
                  </a:lnTo>
                  <a:cubicBezTo>
                    <a:pt x="3770" y="334"/>
                    <a:pt x="3103" y="868"/>
                    <a:pt x="2503" y="1435"/>
                  </a:cubicBezTo>
                  <a:cubicBezTo>
                    <a:pt x="1935" y="2002"/>
                    <a:pt x="1468" y="2636"/>
                    <a:pt x="1102" y="3303"/>
                  </a:cubicBezTo>
                  <a:cubicBezTo>
                    <a:pt x="701" y="3970"/>
                    <a:pt x="434" y="4671"/>
                    <a:pt x="268" y="5471"/>
                  </a:cubicBezTo>
                  <a:cubicBezTo>
                    <a:pt x="101" y="6205"/>
                    <a:pt x="1" y="7039"/>
                    <a:pt x="168" y="8040"/>
                  </a:cubicBezTo>
                  <a:cubicBezTo>
                    <a:pt x="1102" y="7706"/>
                    <a:pt x="1769" y="7173"/>
                    <a:pt x="2336" y="6639"/>
                  </a:cubicBezTo>
                  <a:cubicBezTo>
                    <a:pt x="2936" y="6038"/>
                    <a:pt x="3370" y="5405"/>
                    <a:pt x="3770" y="4737"/>
                  </a:cubicBezTo>
                  <a:cubicBezTo>
                    <a:pt x="4137" y="4070"/>
                    <a:pt x="4437" y="3370"/>
                    <a:pt x="4604" y="2569"/>
                  </a:cubicBezTo>
                  <a:cubicBezTo>
                    <a:pt x="4771" y="1802"/>
                    <a:pt x="4838" y="1001"/>
                    <a:pt x="4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7" name="Google Shape;4857;p69"/>
            <p:cNvSpPr/>
            <p:nvPr/>
          </p:nvSpPr>
          <p:spPr>
            <a:xfrm>
              <a:off x="2629422" y="1553798"/>
              <a:ext cx="73779" cy="140767"/>
            </a:xfrm>
            <a:custGeom>
              <a:avLst/>
              <a:gdLst/>
              <a:ahLst/>
              <a:cxnLst/>
              <a:rect l="l" t="t" r="r" b="b"/>
              <a:pathLst>
                <a:path w="3270" h="6239" extrusionOk="0">
                  <a:moveTo>
                    <a:pt x="2369" y="1"/>
                  </a:moveTo>
                  <a:cubicBezTo>
                    <a:pt x="1635" y="401"/>
                    <a:pt x="1234" y="801"/>
                    <a:pt x="868" y="1302"/>
                  </a:cubicBezTo>
                  <a:cubicBezTo>
                    <a:pt x="501" y="1769"/>
                    <a:pt x="300" y="2269"/>
                    <a:pt x="167" y="2769"/>
                  </a:cubicBezTo>
                  <a:cubicBezTo>
                    <a:pt x="34" y="3270"/>
                    <a:pt x="0" y="3803"/>
                    <a:pt x="100" y="4404"/>
                  </a:cubicBezTo>
                  <a:cubicBezTo>
                    <a:pt x="200" y="4971"/>
                    <a:pt x="367" y="5571"/>
                    <a:pt x="868" y="6238"/>
                  </a:cubicBezTo>
                  <a:cubicBezTo>
                    <a:pt x="1635" y="5838"/>
                    <a:pt x="2102" y="5404"/>
                    <a:pt x="2435" y="4937"/>
                  </a:cubicBezTo>
                  <a:cubicBezTo>
                    <a:pt x="2802" y="4470"/>
                    <a:pt x="3002" y="3970"/>
                    <a:pt x="3136" y="3470"/>
                  </a:cubicBezTo>
                  <a:cubicBezTo>
                    <a:pt x="3269" y="2969"/>
                    <a:pt x="3269" y="2436"/>
                    <a:pt x="3169" y="1835"/>
                  </a:cubicBezTo>
                  <a:cubicBezTo>
                    <a:pt x="3069" y="1268"/>
                    <a:pt x="2869" y="668"/>
                    <a:pt x="23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8" name="Google Shape;4858;p69"/>
            <p:cNvSpPr/>
            <p:nvPr/>
          </p:nvSpPr>
          <p:spPr>
            <a:xfrm>
              <a:off x="2507494" y="2119778"/>
              <a:ext cx="71523" cy="128719"/>
            </a:xfrm>
            <a:custGeom>
              <a:avLst/>
              <a:gdLst/>
              <a:ahLst/>
              <a:cxnLst/>
              <a:rect l="l" t="t" r="r" b="b"/>
              <a:pathLst>
                <a:path w="3170" h="5705" extrusionOk="0">
                  <a:moveTo>
                    <a:pt x="2069" y="0"/>
                  </a:moveTo>
                  <a:cubicBezTo>
                    <a:pt x="1368" y="367"/>
                    <a:pt x="1001" y="767"/>
                    <a:pt x="668" y="1201"/>
                  </a:cubicBezTo>
                  <a:cubicBezTo>
                    <a:pt x="334" y="1668"/>
                    <a:pt x="167" y="2102"/>
                    <a:pt x="67" y="2569"/>
                  </a:cubicBezTo>
                  <a:cubicBezTo>
                    <a:pt x="0" y="3069"/>
                    <a:pt x="34" y="3569"/>
                    <a:pt x="167" y="4070"/>
                  </a:cubicBezTo>
                  <a:cubicBezTo>
                    <a:pt x="301" y="4570"/>
                    <a:pt x="534" y="5104"/>
                    <a:pt x="1068" y="5704"/>
                  </a:cubicBezTo>
                  <a:cubicBezTo>
                    <a:pt x="1802" y="5371"/>
                    <a:pt x="2169" y="4904"/>
                    <a:pt x="2502" y="4503"/>
                  </a:cubicBezTo>
                  <a:cubicBezTo>
                    <a:pt x="2836" y="4036"/>
                    <a:pt x="3003" y="3569"/>
                    <a:pt x="3069" y="3102"/>
                  </a:cubicBezTo>
                  <a:cubicBezTo>
                    <a:pt x="3169" y="2602"/>
                    <a:pt x="3136" y="2102"/>
                    <a:pt x="3003" y="1601"/>
                  </a:cubicBezTo>
                  <a:cubicBezTo>
                    <a:pt x="2836" y="1101"/>
                    <a:pt x="2636" y="567"/>
                    <a:pt x="20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9" name="Google Shape;4859;p69"/>
            <p:cNvSpPr/>
            <p:nvPr/>
          </p:nvSpPr>
          <p:spPr>
            <a:xfrm>
              <a:off x="2342675" y="1800654"/>
              <a:ext cx="70756" cy="129486"/>
            </a:xfrm>
            <a:custGeom>
              <a:avLst/>
              <a:gdLst/>
              <a:ahLst/>
              <a:cxnLst/>
              <a:rect l="l" t="t" r="r" b="b"/>
              <a:pathLst>
                <a:path w="3136" h="5739" extrusionOk="0">
                  <a:moveTo>
                    <a:pt x="1835" y="1"/>
                  </a:moveTo>
                  <a:cubicBezTo>
                    <a:pt x="1168" y="401"/>
                    <a:pt x="801" y="868"/>
                    <a:pt x="501" y="1335"/>
                  </a:cubicBezTo>
                  <a:cubicBezTo>
                    <a:pt x="200" y="1802"/>
                    <a:pt x="100" y="2302"/>
                    <a:pt x="34" y="2736"/>
                  </a:cubicBezTo>
                  <a:cubicBezTo>
                    <a:pt x="0" y="3203"/>
                    <a:pt x="100" y="3703"/>
                    <a:pt x="267" y="4204"/>
                  </a:cubicBezTo>
                  <a:cubicBezTo>
                    <a:pt x="434" y="4704"/>
                    <a:pt x="701" y="5204"/>
                    <a:pt x="1301" y="5738"/>
                  </a:cubicBezTo>
                  <a:cubicBezTo>
                    <a:pt x="2002" y="5338"/>
                    <a:pt x="2335" y="4871"/>
                    <a:pt x="2635" y="4404"/>
                  </a:cubicBezTo>
                  <a:cubicBezTo>
                    <a:pt x="2936" y="3970"/>
                    <a:pt x="3036" y="3470"/>
                    <a:pt x="3102" y="3003"/>
                  </a:cubicBezTo>
                  <a:cubicBezTo>
                    <a:pt x="3136" y="2536"/>
                    <a:pt x="3036" y="2036"/>
                    <a:pt x="2869" y="1535"/>
                  </a:cubicBezTo>
                  <a:cubicBezTo>
                    <a:pt x="2702" y="1035"/>
                    <a:pt x="2435" y="534"/>
                    <a:pt x="18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0" name="Google Shape;4860;p69"/>
            <p:cNvSpPr/>
            <p:nvPr/>
          </p:nvSpPr>
          <p:spPr>
            <a:xfrm>
              <a:off x="2137965" y="1489066"/>
              <a:ext cx="70011" cy="151304"/>
            </a:xfrm>
            <a:custGeom>
              <a:avLst/>
              <a:gdLst/>
              <a:ahLst/>
              <a:cxnLst/>
              <a:rect l="l" t="t" r="r" b="b"/>
              <a:pathLst>
                <a:path w="3103" h="6706" extrusionOk="0">
                  <a:moveTo>
                    <a:pt x="1835" y="1"/>
                  </a:moveTo>
                  <a:cubicBezTo>
                    <a:pt x="1168" y="535"/>
                    <a:pt x="767" y="1102"/>
                    <a:pt x="500" y="1602"/>
                  </a:cubicBezTo>
                  <a:cubicBezTo>
                    <a:pt x="200" y="2136"/>
                    <a:pt x="67" y="2703"/>
                    <a:pt x="33" y="3270"/>
                  </a:cubicBezTo>
                  <a:cubicBezTo>
                    <a:pt x="0" y="3837"/>
                    <a:pt x="67" y="4371"/>
                    <a:pt x="234" y="4971"/>
                  </a:cubicBezTo>
                  <a:cubicBezTo>
                    <a:pt x="400" y="5505"/>
                    <a:pt x="701" y="6105"/>
                    <a:pt x="1268" y="6706"/>
                  </a:cubicBezTo>
                  <a:cubicBezTo>
                    <a:pt x="2001" y="6205"/>
                    <a:pt x="2335" y="5672"/>
                    <a:pt x="2602" y="5138"/>
                  </a:cubicBezTo>
                  <a:cubicBezTo>
                    <a:pt x="2902" y="4604"/>
                    <a:pt x="3036" y="4004"/>
                    <a:pt x="3069" y="3470"/>
                  </a:cubicBezTo>
                  <a:cubicBezTo>
                    <a:pt x="3102" y="2870"/>
                    <a:pt x="3036" y="2336"/>
                    <a:pt x="2869" y="1769"/>
                  </a:cubicBezTo>
                  <a:cubicBezTo>
                    <a:pt x="2702" y="1202"/>
                    <a:pt x="2402" y="635"/>
                    <a:pt x="18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1" name="Google Shape;4861;p69"/>
            <p:cNvSpPr/>
            <p:nvPr/>
          </p:nvSpPr>
          <p:spPr>
            <a:xfrm>
              <a:off x="2110101" y="2100961"/>
              <a:ext cx="70034" cy="165586"/>
            </a:xfrm>
            <a:custGeom>
              <a:avLst/>
              <a:gdLst/>
              <a:ahLst/>
              <a:cxnLst/>
              <a:rect l="l" t="t" r="r" b="b"/>
              <a:pathLst>
                <a:path w="3104" h="7339" extrusionOk="0">
                  <a:moveTo>
                    <a:pt x="1569" y="0"/>
                  </a:moveTo>
                  <a:cubicBezTo>
                    <a:pt x="935" y="601"/>
                    <a:pt x="601" y="1201"/>
                    <a:pt x="334" y="1835"/>
                  </a:cubicBezTo>
                  <a:cubicBezTo>
                    <a:pt x="101" y="2402"/>
                    <a:pt x="1" y="3036"/>
                    <a:pt x="1" y="3670"/>
                  </a:cubicBezTo>
                  <a:cubicBezTo>
                    <a:pt x="1" y="4237"/>
                    <a:pt x="134" y="4870"/>
                    <a:pt x="334" y="5504"/>
                  </a:cubicBezTo>
                  <a:cubicBezTo>
                    <a:pt x="601" y="6071"/>
                    <a:pt x="935" y="6705"/>
                    <a:pt x="1569" y="7339"/>
                  </a:cubicBezTo>
                  <a:cubicBezTo>
                    <a:pt x="2236" y="6738"/>
                    <a:pt x="2503" y="6105"/>
                    <a:pt x="2769" y="5504"/>
                  </a:cubicBezTo>
                  <a:cubicBezTo>
                    <a:pt x="3003" y="4904"/>
                    <a:pt x="3103" y="4270"/>
                    <a:pt x="3103" y="3670"/>
                  </a:cubicBezTo>
                  <a:cubicBezTo>
                    <a:pt x="3103" y="3069"/>
                    <a:pt x="3003" y="2435"/>
                    <a:pt x="2769" y="1835"/>
                  </a:cubicBezTo>
                  <a:cubicBezTo>
                    <a:pt x="2503" y="1234"/>
                    <a:pt x="2169" y="601"/>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2" name="Google Shape;4862;p69"/>
            <p:cNvSpPr/>
            <p:nvPr/>
          </p:nvSpPr>
          <p:spPr>
            <a:xfrm>
              <a:off x="1844427" y="1759274"/>
              <a:ext cx="71523" cy="212245"/>
            </a:xfrm>
            <a:custGeom>
              <a:avLst/>
              <a:gdLst/>
              <a:ahLst/>
              <a:cxnLst/>
              <a:rect l="l" t="t" r="r" b="b"/>
              <a:pathLst>
                <a:path w="3170" h="9407" extrusionOk="0">
                  <a:moveTo>
                    <a:pt x="1068" y="0"/>
                  </a:moveTo>
                  <a:cubicBezTo>
                    <a:pt x="534" y="834"/>
                    <a:pt x="268" y="1668"/>
                    <a:pt x="168" y="2502"/>
                  </a:cubicBezTo>
                  <a:cubicBezTo>
                    <a:pt x="1" y="3269"/>
                    <a:pt x="1" y="4070"/>
                    <a:pt x="67" y="4870"/>
                  </a:cubicBezTo>
                  <a:cubicBezTo>
                    <a:pt x="168" y="5671"/>
                    <a:pt x="368" y="6438"/>
                    <a:pt x="668" y="7205"/>
                  </a:cubicBezTo>
                  <a:cubicBezTo>
                    <a:pt x="935" y="7939"/>
                    <a:pt x="1368" y="8706"/>
                    <a:pt x="2069" y="9407"/>
                  </a:cubicBezTo>
                  <a:cubicBezTo>
                    <a:pt x="2603" y="8540"/>
                    <a:pt x="2836" y="7706"/>
                    <a:pt x="3003" y="6905"/>
                  </a:cubicBezTo>
                  <a:cubicBezTo>
                    <a:pt x="3170" y="6138"/>
                    <a:pt x="3170" y="5337"/>
                    <a:pt x="3070" y="4537"/>
                  </a:cubicBezTo>
                  <a:cubicBezTo>
                    <a:pt x="3003" y="3736"/>
                    <a:pt x="2769" y="2969"/>
                    <a:pt x="2503" y="2202"/>
                  </a:cubicBezTo>
                  <a:cubicBezTo>
                    <a:pt x="2202" y="1468"/>
                    <a:pt x="1769" y="701"/>
                    <a:pt x="10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3" name="Google Shape;4863;p69"/>
            <p:cNvSpPr/>
            <p:nvPr/>
          </p:nvSpPr>
          <p:spPr>
            <a:xfrm>
              <a:off x="1533606" y="1641859"/>
              <a:ext cx="77547" cy="158817"/>
            </a:xfrm>
            <a:custGeom>
              <a:avLst/>
              <a:gdLst/>
              <a:ahLst/>
              <a:cxnLst/>
              <a:rect l="l" t="t" r="r" b="b"/>
              <a:pathLst>
                <a:path w="3437" h="7039" extrusionOk="0">
                  <a:moveTo>
                    <a:pt x="701" y="0"/>
                  </a:moveTo>
                  <a:cubicBezTo>
                    <a:pt x="300" y="734"/>
                    <a:pt x="134" y="1401"/>
                    <a:pt x="34" y="2069"/>
                  </a:cubicBezTo>
                  <a:cubicBezTo>
                    <a:pt x="0" y="2736"/>
                    <a:pt x="100" y="3369"/>
                    <a:pt x="267" y="3937"/>
                  </a:cubicBezTo>
                  <a:cubicBezTo>
                    <a:pt x="434" y="4537"/>
                    <a:pt x="701" y="5071"/>
                    <a:pt x="1101" y="5604"/>
                  </a:cubicBezTo>
                  <a:cubicBezTo>
                    <a:pt x="1501" y="6105"/>
                    <a:pt x="1968" y="6605"/>
                    <a:pt x="2769" y="7039"/>
                  </a:cubicBezTo>
                  <a:cubicBezTo>
                    <a:pt x="3169" y="6272"/>
                    <a:pt x="3336" y="5604"/>
                    <a:pt x="3369" y="4937"/>
                  </a:cubicBezTo>
                  <a:cubicBezTo>
                    <a:pt x="3436" y="4337"/>
                    <a:pt x="3336" y="3703"/>
                    <a:pt x="3169" y="3103"/>
                  </a:cubicBezTo>
                  <a:cubicBezTo>
                    <a:pt x="3002" y="2536"/>
                    <a:pt x="2702" y="2002"/>
                    <a:pt x="2335" y="1435"/>
                  </a:cubicBezTo>
                  <a:cubicBezTo>
                    <a:pt x="1968" y="901"/>
                    <a:pt x="1501" y="401"/>
                    <a:pt x="7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4" name="Google Shape;4864;p69"/>
            <p:cNvSpPr/>
            <p:nvPr/>
          </p:nvSpPr>
          <p:spPr>
            <a:xfrm>
              <a:off x="1649510" y="2138595"/>
              <a:ext cx="75269" cy="140745"/>
            </a:xfrm>
            <a:custGeom>
              <a:avLst/>
              <a:gdLst/>
              <a:ahLst/>
              <a:cxnLst/>
              <a:rect l="l" t="t" r="r" b="b"/>
              <a:pathLst>
                <a:path w="3336" h="6238" extrusionOk="0">
                  <a:moveTo>
                    <a:pt x="634" y="0"/>
                  </a:moveTo>
                  <a:cubicBezTo>
                    <a:pt x="200" y="701"/>
                    <a:pt x="34" y="1301"/>
                    <a:pt x="34" y="1935"/>
                  </a:cubicBezTo>
                  <a:cubicBezTo>
                    <a:pt x="0" y="2535"/>
                    <a:pt x="67" y="3102"/>
                    <a:pt x="234" y="3603"/>
                  </a:cubicBezTo>
                  <a:cubicBezTo>
                    <a:pt x="401" y="4170"/>
                    <a:pt x="667" y="4603"/>
                    <a:pt x="1034" y="5070"/>
                  </a:cubicBezTo>
                  <a:cubicBezTo>
                    <a:pt x="1401" y="5504"/>
                    <a:pt x="1902" y="5904"/>
                    <a:pt x="2669" y="6238"/>
                  </a:cubicBezTo>
                  <a:cubicBezTo>
                    <a:pt x="3069" y="5537"/>
                    <a:pt x="3236" y="4904"/>
                    <a:pt x="3303" y="4337"/>
                  </a:cubicBezTo>
                  <a:cubicBezTo>
                    <a:pt x="3336" y="3736"/>
                    <a:pt x="3236" y="3169"/>
                    <a:pt x="3069" y="2669"/>
                  </a:cubicBezTo>
                  <a:cubicBezTo>
                    <a:pt x="2869" y="2102"/>
                    <a:pt x="2635" y="1668"/>
                    <a:pt x="2235" y="1201"/>
                  </a:cubicBezTo>
                  <a:cubicBezTo>
                    <a:pt x="1868" y="734"/>
                    <a:pt x="1368" y="334"/>
                    <a:pt x="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5" name="Google Shape;4865;p69"/>
            <p:cNvSpPr/>
            <p:nvPr/>
          </p:nvSpPr>
          <p:spPr>
            <a:xfrm>
              <a:off x="1293519" y="2024181"/>
              <a:ext cx="97854" cy="194195"/>
            </a:xfrm>
            <a:custGeom>
              <a:avLst/>
              <a:gdLst/>
              <a:ahLst/>
              <a:cxnLst/>
              <a:rect l="l" t="t" r="r" b="b"/>
              <a:pathLst>
                <a:path w="4337" h="8607" extrusionOk="0">
                  <a:moveTo>
                    <a:pt x="267" y="1"/>
                  </a:moveTo>
                  <a:cubicBezTo>
                    <a:pt x="0" y="968"/>
                    <a:pt x="67" y="1835"/>
                    <a:pt x="134" y="2636"/>
                  </a:cubicBezTo>
                  <a:cubicBezTo>
                    <a:pt x="267" y="3470"/>
                    <a:pt x="467" y="4237"/>
                    <a:pt x="801" y="4938"/>
                  </a:cubicBezTo>
                  <a:cubicBezTo>
                    <a:pt x="1101" y="5638"/>
                    <a:pt x="1501" y="6305"/>
                    <a:pt x="2068" y="6939"/>
                  </a:cubicBezTo>
                  <a:cubicBezTo>
                    <a:pt x="2602" y="7573"/>
                    <a:pt x="3169" y="8140"/>
                    <a:pt x="4103" y="8607"/>
                  </a:cubicBezTo>
                  <a:cubicBezTo>
                    <a:pt x="4337" y="7640"/>
                    <a:pt x="4337" y="6772"/>
                    <a:pt x="4237" y="5972"/>
                  </a:cubicBezTo>
                  <a:cubicBezTo>
                    <a:pt x="4103" y="5138"/>
                    <a:pt x="3903" y="4404"/>
                    <a:pt x="3570" y="3670"/>
                  </a:cubicBezTo>
                  <a:cubicBezTo>
                    <a:pt x="3269" y="2970"/>
                    <a:pt x="2836" y="2302"/>
                    <a:pt x="2302" y="1669"/>
                  </a:cubicBezTo>
                  <a:cubicBezTo>
                    <a:pt x="1768" y="1068"/>
                    <a:pt x="1134" y="468"/>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6" name="Google Shape;4866;p69"/>
            <p:cNvSpPr/>
            <p:nvPr/>
          </p:nvSpPr>
          <p:spPr>
            <a:xfrm>
              <a:off x="1030101" y="2184487"/>
              <a:ext cx="86572" cy="144535"/>
            </a:xfrm>
            <a:custGeom>
              <a:avLst/>
              <a:gdLst/>
              <a:ahLst/>
              <a:cxnLst/>
              <a:rect l="l" t="t" r="r" b="b"/>
              <a:pathLst>
                <a:path w="3837" h="6406" extrusionOk="0">
                  <a:moveTo>
                    <a:pt x="334" y="1"/>
                  </a:moveTo>
                  <a:cubicBezTo>
                    <a:pt x="67" y="802"/>
                    <a:pt x="0" y="1469"/>
                    <a:pt x="100" y="2136"/>
                  </a:cubicBezTo>
                  <a:cubicBezTo>
                    <a:pt x="134" y="2736"/>
                    <a:pt x="334" y="3337"/>
                    <a:pt x="601" y="3870"/>
                  </a:cubicBezTo>
                  <a:cubicBezTo>
                    <a:pt x="834" y="4404"/>
                    <a:pt x="1235" y="4904"/>
                    <a:pt x="1668" y="5338"/>
                  </a:cubicBezTo>
                  <a:cubicBezTo>
                    <a:pt x="2169" y="5805"/>
                    <a:pt x="2702" y="6172"/>
                    <a:pt x="3536" y="6406"/>
                  </a:cubicBezTo>
                  <a:cubicBezTo>
                    <a:pt x="3836" y="5605"/>
                    <a:pt x="3836" y="4904"/>
                    <a:pt x="3803" y="4304"/>
                  </a:cubicBezTo>
                  <a:cubicBezTo>
                    <a:pt x="3770" y="3670"/>
                    <a:pt x="3536" y="3070"/>
                    <a:pt x="3303" y="2536"/>
                  </a:cubicBezTo>
                  <a:cubicBezTo>
                    <a:pt x="3069" y="2002"/>
                    <a:pt x="2669" y="1502"/>
                    <a:pt x="2235" y="1068"/>
                  </a:cubicBezTo>
                  <a:cubicBezTo>
                    <a:pt x="1735" y="635"/>
                    <a:pt x="1168" y="234"/>
                    <a:pt x="3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7" name="Google Shape;4867;p69"/>
            <p:cNvSpPr/>
            <p:nvPr/>
          </p:nvSpPr>
          <p:spPr>
            <a:xfrm>
              <a:off x="773453" y="2342041"/>
              <a:ext cx="3051894" cy="137496"/>
            </a:xfrm>
            <a:custGeom>
              <a:avLst/>
              <a:gdLst/>
              <a:ahLst/>
              <a:cxnLst/>
              <a:rect l="l" t="t" r="r" b="b"/>
              <a:pathLst>
                <a:path w="135264" h="6094" extrusionOk="0">
                  <a:moveTo>
                    <a:pt x="62170" y="1"/>
                  </a:moveTo>
                  <a:cubicBezTo>
                    <a:pt x="42131" y="1"/>
                    <a:pt x="20326" y="1524"/>
                    <a:pt x="1" y="6094"/>
                  </a:cubicBezTo>
                  <a:lnTo>
                    <a:pt x="135264" y="6094"/>
                  </a:lnTo>
                  <a:cubicBezTo>
                    <a:pt x="135264" y="6094"/>
                    <a:pt x="102248" y="1"/>
                    <a:pt x="621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8" name="Google Shape;4868;p69"/>
            <p:cNvSpPr/>
            <p:nvPr/>
          </p:nvSpPr>
          <p:spPr>
            <a:xfrm>
              <a:off x="888612" y="2678967"/>
              <a:ext cx="2792989" cy="230318"/>
            </a:xfrm>
            <a:custGeom>
              <a:avLst/>
              <a:gdLst/>
              <a:ahLst/>
              <a:cxnLst/>
              <a:rect l="l" t="t" r="r" b="b"/>
              <a:pathLst>
                <a:path w="123789" h="10208" extrusionOk="0">
                  <a:moveTo>
                    <a:pt x="123789" y="1"/>
                  </a:moveTo>
                  <a:lnTo>
                    <a:pt x="123789" y="1"/>
                  </a:lnTo>
                  <a:cubicBezTo>
                    <a:pt x="121153" y="134"/>
                    <a:pt x="118518" y="334"/>
                    <a:pt x="115950" y="601"/>
                  </a:cubicBezTo>
                  <a:lnTo>
                    <a:pt x="108177" y="1235"/>
                  </a:lnTo>
                  <a:cubicBezTo>
                    <a:pt x="105609" y="1402"/>
                    <a:pt x="103007" y="1568"/>
                    <a:pt x="100439" y="1769"/>
                  </a:cubicBezTo>
                  <a:cubicBezTo>
                    <a:pt x="99138" y="1802"/>
                    <a:pt x="97837" y="1902"/>
                    <a:pt x="96569" y="1969"/>
                  </a:cubicBezTo>
                  <a:cubicBezTo>
                    <a:pt x="95302" y="2069"/>
                    <a:pt x="94001" y="2135"/>
                    <a:pt x="92733" y="2236"/>
                  </a:cubicBezTo>
                  <a:cubicBezTo>
                    <a:pt x="82426" y="2803"/>
                    <a:pt x="72152" y="3136"/>
                    <a:pt x="61911" y="3136"/>
                  </a:cubicBezTo>
                  <a:cubicBezTo>
                    <a:pt x="51637" y="3136"/>
                    <a:pt x="41396" y="2836"/>
                    <a:pt x="31089" y="2269"/>
                  </a:cubicBezTo>
                  <a:lnTo>
                    <a:pt x="27220" y="2002"/>
                  </a:lnTo>
                  <a:cubicBezTo>
                    <a:pt x="25919" y="1935"/>
                    <a:pt x="24618" y="1835"/>
                    <a:pt x="23350" y="1802"/>
                  </a:cubicBezTo>
                  <a:cubicBezTo>
                    <a:pt x="20748" y="1602"/>
                    <a:pt x="18146" y="1435"/>
                    <a:pt x="15578" y="1268"/>
                  </a:cubicBezTo>
                  <a:cubicBezTo>
                    <a:pt x="12976" y="1068"/>
                    <a:pt x="10408" y="835"/>
                    <a:pt x="7839" y="668"/>
                  </a:cubicBezTo>
                  <a:cubicBezTo>
                    <a:pt x="5204" y="434"/>
                    <a:pt x="2602" y="234"/>
                    <a:pt x="0" y="101"/>
                  </a:cubicBezTo>
                  <a:lnTo>
                    <a:pt x="0" y="101"/>
                  </a:lnTo>
                  <a:cubicBezTo>
                    <a:pt x="2435" y="1001"/>
                    <a:pt x="4937" y="1835"/>
                    <a:pt x="7506" y="2636"/>
                  </a:cubicBezTo>
                  <a:cubicBezTo>
                    <a:pt x="10007" y="3336"/>
                    <a:pt x="12542" y="4070"/>
                    <a:pt x="15078" y="4737"/>
                  </a:cubicBezTo>
                  <a:cubicBezTo>
                    <a:pt x="17613" y="5304"/>
                    <a:pt x="20181" y="5871"/>
                    <a:pt x="22750" y="6439"/>
                  </a:cubicBezTo>
                  <a:cubicBezTo>
                    <a:pt x="24051" y="6672"/>
                    <a:pt x="25352" y="6872"/>
                    <a:pt x="26619" y="7139"/>
                  </a:cubicBezTo>
                  <a:cubicBezTo>
                    <a:pt x="27920" y="7339"/>
                    <a:pt x="29221" y="7606"/>
                    <a:pt x="30522" y="7806"/>
                  </a:cubicBezTo>
                  <a:cubicBezTo>
                    <a:pt x="40896" y="9441"/>
                    <a:pt x="51404" y="10208"/>
                    <a:pt x="61911" y="10208"/>
                  </a:cubicBezTo>
                  <a:cubicBezTo>
                    <a:pt x="72419" y="10208"/>
                    <a:pt x="82926" y="9374"/>
                    <a:pt x="93300" y="7773"/>
                  </a:cubicBezTo>
                  <a:cubicBezTo>
                    <a:pt x="94601" y="7539"/>
                    <a:pt x="95902" y="7339"/>
                    <a:pt x="97170" y="7106"/>
                  </a:cubicBezTo>
                  <a:cubicBezTo>
                    <a:pt x="98470" y="6872"/>
                    <a:pt x="99771" y="6639"/>
                    <a:pt x="101072" y="6405"/>
                  </a:cubicBezTo>
                  <a:cubicBezTo>
                    <a:pt x="103607" y="5805"/>
                    <a:pt x="106176" y="5238"/>
                    <a:pt x="108744" y="4637"/>
                  </a:cubicBezTo>
                  <a:cubicBezTo>
                    <a:pt x="111280" y="3970"/>
                    <a:pt x="113815" y="3303"/>
                    <a:pt x="116317" y="2569"/>
                  </a:cubicBezTo>
                  <a:cubicBezTo>
                    <a:pt x="118818" y="1769"/>
                    <a:pt x="121320" y="901"/>
                    <a:pt x="123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9" name="Google Shape;4869;p69"/>
            <p:cNvSpPr/>
            <p:nvPr/>
          </p:nvSpPr>
          <p:spPr>
            <a:xfrm>
              <a:off x="926246" y="2927335"/>
              <a:ext cx="2717721" cy="395160"/>
            </a:xfrm>
            <a:custGeom>
              <a:avLst/>
              <a:gdLst/>
              <a:ahLst/>
              <a:cxnLst/>
              <a:rect l="l" t="t" r="r" b="b"/>
              <a:pathLst>
                <a:path w="120453" h="17514" extrusionOk="0">
                  <a:moveTo>
                    <a:pt x="0" y="0"/>
                  </a:moveTo>
                  <a:lnTo>
                    <a:pt x="0" y="0"/>
                  </a:lnTo>
                  <a:cubicBezTo>
                    <a:pt x="4070" y="3336"/>
                    <a:pt x="8606" y="6105"/>
                    <a:pt x="13443" y="8507"/>
                  </a:cubicBezTo>
                  <a:cubicBezTo>
                    <a:pt x="18280" y="10808"/>
                    <a:pt x="23317" y="12610"/>
                    <a:pt x="28487" y="13944"/>
                  </a:cubicBezTo>
                  <a:cubicBezTo>
                    <a:pt x="29788" y="14277"/>
                    <a:pt x="31089" y="14544"/>
                    <a:pt x="32390" y="14844"/>
                  </a:cubicBezTo>
                  <a:lnTo>
                    <a:pt x="33324" y="15045"/>
                  </a:lnTo>
                  <a:lnTo>
                    <a:pt x="34325" y="15211"/>
                  </a:lnTo>
                  <a:lnTo>
                    <a:pt x="36293" y="15612"/>
                  </a:lnTo>
                  <a:cubicBezTo>
                    <a:pt x="37627" y="15845"/>
                    <a:pt x="38928" y="16045"/>
                    <a:pt x="40262" y="16212"/>
                  </a:cubicBezTo>
                  <a:lnTo>
                    <a:pt x="42230" y="16512"/>
                  </a:lnTo>
                  <a:cubicBezTo>
                    <a:pt x="42897" y="16612"/>
                    <a:pt x="43564" y="16646"/>
                    <a:pt x="44232" y="16712"/>
                  </a:cubicBezTo>
                  <a:cubicBezTo>
                    <a:pt x="46900" y="17013"/>
                    <a:pt x="49502" y="17179"/>
                    <a:pt x="52171" y="17346"/>
                  </a:cubicBezTo>
                  <a:lnTo>
                    <a:pt x="56140" y="17480"/>
                  </a:lnTo>
                  <a:cubicBezTo>
                    <a:pt x="57441" y="17513"/>
                    <a:pt x="58775" y="17513"/>
                    <a:pt x="60110" y="17513"/>
                  </a:cubicBezTo>
                  <a:cubicBezTo>
                    <a:pt x="61444" y="17513"/>
                    <a:pt x="62745" y="17480"/>
                    <a:pt x="64079" y="17446"/>
                  </a:cubicBezTo>
                  <a:cubicBezTo>
                    <a:pt x="65413" y="17380"/>
                    <a:pt x="66681" y="17346"/>
                    <a:pt x="68015" y="17280"/>
                  </a:cubicBezTo>
                  <a:cubicBezTo>
                    <a:pt x="69350" y="17179"/>
                    <a:pt x="70650" y="17113"/>
                    <a:pt x="71985" y="17013"/>
                  </a:cubicBezTo>
                  <a:cubicBezTo>
                    <a:pt x="73319" y="16946"/>
                    <a:pt x="74620" y="16813"/>
                    <a:pt x="75954" y="16679"/>
                  </a:cubicBezTo>
                  <a:cubicBezTo>
                    <a:pt x="81191" y="16179"/>
                    <a:pt x="86462" y="15378"/>
                    <a:pt x="91665" y="14177"/>
                  </a:cubicBezTo>
                  <a:cubicBezTo>
                    <a:pt x="96869" y="12976"/>
                    <a:pt x="102006" y="11375"/>
                    <a:pt x="106876" y="9207"/>
                  </a:cubicBezTo>
                  <a:cubicBezTo>
                    <a:pt x="111713" y="7039"/>
                    <a:pt x="116383" y="4370"/>
                    <a:pt x="120453" y="1001"/>
                  </a:cubicBezTo>
                  <a:lnTo>
                    <a:pt x="120453" y="1001"/>
                  </a:lnTo>
                  <a:cubicBezTo>
                    <a:pt x="118018" y="1969"/>
                    <a:pt x="115616" y="2969"/>
                    <a:pt x="113147" y="3770"/>
                  </a:cubicBezTo>
                  <a:lnTo>
                    <a:pt x="111313" y="4370"/>
                  </a:lnTo>
                  <a:lnTo>
                    <a:pt x="109478" y="4937"/>
                  </a:lnTo>
                  <a:cubicBezTo>
                    <a:pt x="108277" y="5304"/>
                    <a:pt x="107010" y="5605"/>
                    <a:pt x="105776" y="5938"/>
                  </a:cubicBezTo>
                  <a:cubicBezTo>
                    <a:pt x="104541" y="6272"/>
                    <a:pt x="103307" y="6505"/>
                    <a:pt x="102040" y="6805"/>
                  </a:cubicBezTo>
                  <a:cubicBezTo>
                    <a:pt x="100805" y="7072"/>
                    <a:pt x="99538" y="7339"/>
                    <a:pt x="98304" y="7573"/>
                  </a:cubicBezTo>
                  <a:cubicBezTo>
                    <a:pt x="95802" y="8006"/>
                    <a:pt x="93300" y="8440"/>
                    <a:pt x="90765" y="8740"/>
                  </a:cubicBezTo>
                  <a:cubicBezTo>
                    <a:pt x="89497" y="8907"/>
                    <a:pt x="88196" y="9007"/>
                    <a:pt x="86962" y="9140"/>
                  </a:cubicBezTo>
                  <a:cubicBezTo>
                    <a:pt x="85695" y="9307"/>
                    <a:pt x="84427" y="9374"/>
                    <a:pt x="83159" y="9507"/>
                  </a:cubicBezTo>
                  <a:lnTo>
                    <a:pt x="79323" y="9808"/>
                  </a:lnTo>
                  <a:cubicBezTo>
                    <a:pt x="78022" y="9874"/>
                    <a:pt x="76788" y="9974"/>
                    <a:pt x="75487" y="10008"/>
                  </a:cubicBezTo>
                  <a:cubicBezTo>
                    <a:pt x="72952" y="10141"/>
                    <a:pt x="70350" y="10275"/>
                    <a:pt x="67815" y="10308"/>
                  </a:cubicBezTo>
                  <a:cubicBezTo>
                    <a:pt x="66514" y="10341"/>
                    <a:pt x="65280" y="10375"/>
                    <a:pt x="63979" y="10375"/>
                  </a:cubicBezTo>
                  <a:cubicBezTo>
                    <a:pt x="62678" y="10375"/>
                    <a:pt x="61444" y="10441"/>
                    <a:pt x="60143" y="10441"/>
                  </a:cubicBezTo>
                  <a:lnTo>
                    <a:pt x="56307" y="10441"/>
                  </a:lnTo>
                  <a:lnTo>
                    <a:pt x="52471" y="10341"/>
                  </a:lnTo>
                  <a:cubicBezTo>
                    <a:pt x="51170" y="10308"/>
                    <a:pt x="49936" y="10275"/>
                    <a:pt x="48635" y="10208"/>
                  </a:cubicBezTo>
                  <a:cubicBezTo>
                    <a:pt x="47968" y="10208"/>
                    <a:pt x="47334" y="10174"/>
                    <a:pt x="46733" y="10141"/>
                  </a:cubicBezTo>
                  <a:lnTo>
                    <a:pt x="44799" y="10008"/>
                  </a:lnTo>
                  <a:cubicBezTo>
                    <a:pt x="44165" y="9974"/>
                    <a:pt x="43498" y="9941"/>
                    <a:pt x="42897" y="9874"/>
                  </a:cubicBezTo>
                  <a:lnTo>
                    <a:pt x="40963" y="9741"/>
                  </a:lnTo>
                  <a:lnTo>
                    <a:pt x="39061" y="9574"/>
                  </a:lnTo>
                  <a:cubicBezTo>
                    <a:pt x="38427" y="9507"/>
                    <a:pt x="37794" y="9441"/>
                    <a:pt x="37193" y="9341"/>
                  </a:cubicBezTo>
                  <a:cubicBezTo>
                    <a:pt x="34625" y="9107"/>
                    <a:pt x="32090" y="8773"/>
                    <a:pt x="29588" y="8407"/>
                  </a:cubicBezTo>
                  <a:cubicBezTo>
                    <a:pt x="19547" y="6839"/>
                    <a:pt x="9707" y="410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69"/>
            <p:cNvSpPr/>
            <p:nvPr/>
          </p:nvSpPr>
          <p:spPr>
            <a:xfrm>
              <a:off x="1206969" y="3357083"/>
              <a:ext cx="2169068" cy="325148"/>
            </a:xfrm>
            <a:custGeom>
              <a:avLst/>
              <a:gdLst/>
              <a:ahLst/>
              <a:cxnLst/>
              <a:rect l="l" t="t" r="r" b="b"/>
              <a:pathLst>
                <a:path w="96136" h="14411" extrusionOk="0">
                  <a:moveTo>
                    <a:pt x="96136" y="0"/>
                  </a:moveTo>
                  <a:lnTo>
                    <a:pt x="90165" y="1935"/>
                  </a:lnTo>
                  <a:cubicBezTo>
                    <a:pt x="88197" y="2569"/>
                    <a:pt x="86195" y="3136"/>
                    <a:pt x="84227" y="3670"/>
                  </a:cubicBezTo>
                  <a:cubicBezTo>
                    <a:pt x="82292" y="4270"/>
                    <a:pt x="80291" y="4771"/>
                    <a:pt x="78323" y="5171"/>
                  </a:cubicBezTo>
                  <a:cubicBezTo>
                    <a:pt x="76355" y="5604"/>
                    <a:pt x="74353" y="6005"/>
                    <a:pt x="72385" y="6305"/>
                  </a:cubicBezTo>
                  <a:cubicBezTo>
                    <a:pt x="71885" y="6405"/>
                    <a:pt x="71385" y="6438"/>
                    <a:pt x="70884" y="6505"/>
                  </a:cubicBezTo>
                  <a:cubicBezTo>
                    <a:pt x="70384" y="6605"/>
                    <a:pt x="69883" y="6672"/>
                    <a:pt x="69383" y="6739"/>
                  </a:cubicBezTo>
                  <a:cubicBezTo>
                    <a:pt x="68382" y="6839"/>
                    <a:pt x="67415" y="6972"/>
                    <a:pt x="66414" y="7072"/>
                  </a:cubicBezTo>
                  <a:cubicBezTo>
                    <a:pt x="64480" y="7172"/>
                    <a:pt x="62478" y="7306"/>
                    <a:pt x="60477" y="7339"/>
                  </a:cubicBezTo>
                  <a:cubicBezTo>
                    <a:pt x="58475" y="7406"/>
                    <a:pt x="56407" y="7406"/>
                    <a:pt x="54372" y="7406"/>
                  </a:cubicBezTo>
                  <a:lnTo>
                    <a:pt x="51304" y="7406"/>
                  </a:lnTo>
                  <a:cubicBezTo>
                    <a:pt x="50948" y="7417"/>
                    <a:pt x="50596" y="7421"/>
                    <a:pt x="50247" y="7421"/>
                  </a:cubicBezTo>
                  <a:cubicBezTo>
                    <a:pt x="49550" y="7421"/>
                    <a:pt x="48868" y="7406"/>
                    <a:pt x="48201" y="7406"/>
                  </a:cubicBezTo>
                  <a:cubicBezTo>
                    <a:pt x="40029" y="7306"/>
                    <a:pt x="31890" y="7106"/>
                    <a:pt x="23917" y="6138"/>
                  </a:cubicBezTo>
                  <a:cubicBezTo>
                    <a:pt x="19914" y="5671"/>
                    <a:pt x="15912" y="5004"/>
                    <a:pt x="11942" y="4137"/>
                  </a:cubicBezTo>
                  <a:cubicBezTo>
                    <a:pt x="9941" y="3670"/>
                    <a:pt x="7973" y="3136"/>
                    <a:pt x="5971" y="2602"/>
                  </a:cubicBezTo>
                  <a:cubicBezTo>
                    <a:pt x="5004" y="2269"/>
                    <a:pt x="4003" y="2002"/>
                    <a:pt x="3002" y="1668"/>
                  </a:cubicBezTo>
                  <a:lnTo>
                    <a:pt x="0" y="701"/>
                  </a:lnTo>
                  <a:lnTo>
                    <a:pt x="0" y="701"/>
                  </a:lnTo>
                  <a:cubicBezTo>
                    <a:pt x="3269" y="3403"/>
                    <a:pt x="6939" y="5604"/>
                    <a:pt x="10808" y="7339"/>
                  </a:cubicBezTo>
                  <a:cubicBezTo>
                    <a:pt x="14677" y="9140"/>
                    <a:pt x="18780" y="10508"/>
                    <a:pt x="22917" y="11575"/>
                  </a:cubicBezTo>
                  <a:cubicBezTo>
                    <a:pt x="31256" y="13610"/>
                    <a:pt x="39762" y="14311"/>
                    <a:pt x="48168" y="14411"/>
                  </a:cubicBezTo>
                  <a:cubicBezTo>
                    <a:pt x="52371" y="14411"/>
                    <a:pt x="56541" y="14311"/>
                    <a:pt x="60844" y="13977"/>
                  </a:cubicBezTo>
                  <a:cubicBezTo>
                    <a:pt x="65113" y="13644"/>
                    <a:pt x="69483" y="12910"/>
                    <a:pt x="73619" y="11675"/>
                  </a:cubicBezTo>
                  <a:cubicBezTo>
                    <a:pt x="74120" y="11509"/>
                    <a:pt x="74654" y="11409"/>
                    <a:pt x="75154" y="11242"/>
                  </a:cubicBezTo>
                  <a:lnTo>
                    <a:pt x="76688" y="10741"/>
                  </a:lnTo>
                  <a:cubicBezTo>
                    <a:pt x="77689" y="10408"/>
                    <a:pt x="78690" y="10008"/>
                    <a:pt x="79690" y="9607"/>
                  </a:cubicBezTo>
                  <a:cubicBezTo>
                    <a:pt x="80691" y="9240"/>
                    <a:pt x="81692" y="8807"/>
                    <a:pt x="82659" y="8340"/>
                  </a:cubicBezTo>
                  <a:cubicBezTo>
                    <a:pt x="83627" y="7906"/>
                    <a:pt x="84561" y="7439"/>
                    <a:pt x="85528" y="6939"/>
                  </a:cubicBezTo>
                  <a:cubicBezTo>
                    <a:pt x="89297" y="4971"/>
                    <a:pt x="92833" y="2669"/>
                    <a:pt x="96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69"/>
            <p:cNvSpPr/>
            <p:nvPr/>
          </p:nvSpPr>
          <p:spPr>
            <a:xfrm>
              <a:off x="926991" y="2562499"/>
              <a:ext cx="778993" cy="70846"/>
            </a:xfrm>
            <a:custGeom>
              <a:avLst/>
              <a:gdLst/>
              <a:ahLst/>
              <a:cxnLst/>
              <a:rect l="l" t="t" r="r" b="b"/>
              <a:pathLst>
                <a:path w="34526" h="3140" extrusionOk="0">
                  <a:moveTo>
                    <a:pt x="13885" y="1"/>
                  </a:moveTo>
                  <a:cubicBezTo>
                    <a:pt x="12148" y="1"/>
                    <a:pt x="10410" y="45"/>
                    <a:pt x="8673" y="126"/>
                  </a:cubicBezTo>
                  <a:cubicBezTo>
                    <a:pt x="5805" y="292"/>
                    <a:pt x="2902" y="493"/>
                    <a:pt x="0" y="993"/>
                  </a:cubicBezTo>
                  <a:cubicBezTo>
                    <a:pt x="2836" y="1760"/>
                    <a:pt x="5704" y="2160"/>
                    <a:pt x="8640" y="2594"/>
                  </a:cubicBezTo>
                  <a:cubicBezTo>
                    <a:pt x="11509" y="2894"/>
                    <a:pt x="14377" y="3094"/>
                    <a:pt x="17246" y="3128"/>
                  </a:cubicBezTo>
                  <a:cubicBezTo>
                    <a:pt x="17864" y="3135"/>
                    <a:pt x="18483" y="3139"/>
                    <a:pt x="19102" y="3139"/>
                  </a:cubicBezTo>
                  <a:cubicBezTo>
                    <a:pt x="21363" y="3139"/>
                    <a:pt x="23634" y="3085"/>
                    <a:pt x="25886" y="2928"/>
                  </a:cubicBezTo>
                  <a:cubicBezTo>
                    <a:pt x="28754" y="2728"/>
                    <a:pt x="31623" y="2394"/>
                    <a:pt x="34525" y="1760"/>
                  </a:cubicBezTo>
                  <a:cubicBezTo>
                    <a:pt x="31656" y="1093"/>
                    <a:pt x="28754" y="759"/>
                    <a:pt x="25886" y="493"/>
                  </a:cubicBezTo>
                  <a:cubicBezTo>
                    <a:pt x="23050" y="259"/>
                    <a:pt x="20181" y="92"/>
                    <a:pt x="17279" y="59"/>
                  </a:cubicBezTo>
                  <a:cubicBezTo>
                    <a:pt x="16148" y="19"/>
                    <a:pt x="15016" y="1"/>
                    <a:pt x="138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69"/>
            <p:cNvSpPr/>
            <p:nvPr/>
          </p:nvSpPr>
          <p:spPr>
            <a:xfrm>
              <a:off x="1130189" y="2868627"/>
              <a:ext cx="2330887" cy="215269"/>
            </a:xfrm>
            <a:custGeom>
              <a:avLst/>
              <a:gdLst/>
              <a:ahLst/>
              <a:cxnLst/>
              <a:rect l="l" t="t" r="r" b="b"/>
              <a:pathLst>
                <a:path w="103308" h="9541" extrusionOk="0">
                  <a:moveTo>
                    <a:pt x="103308" y="1"/>
                  </a:moveTo>
                  <a:cubicBezTo>
                    <a:pt x="94735" y="1835"/>
                    <a:pt x="86229" y="3336"/>
                    <a:pt x="77590" y="4170"/>
                  </a:cubicBezTo>
                  <a:cubicBezTo>
                    <a:pt x="69017" y="5071"/>
                    <a:pt x="60344" y="5405"/>
                    <a:pt x="51704" y="5505"/>
                  </a:cubicBezTo>
                  <a:cubicBezTo>
                    <a:pt x="43032" y="5505"/>
                    <a:pt x="34359" y="5238"/>
                    <a:pt x="25686" y="4771"/>
                  </a:cubicBezTo>
                  <a:cubicBezTo>
                    <a:pt x="17013" y="4337"/>
                    <a:pt x="8407" y="3603"/>
                    <a:pt x="1" y="1101"/>
                  </a:cubicBezTo>
                  <a:lnTo>
                    <a:pt x="1" y="1101"/>
                  </a:lnTo>
                  <a:cubicBezTo>
                    <a:pt x="3870" y="3170"/>
                    <a:pt x="8140" y="4571"/>
                    <a:pt x="12410" y="5671"/>
                  </a:cubicBezTo>
                  <a:cubicBezTo>
                    <a:pt x="16713" y="6705"/>
                    <a:pt x="21049" y="7406"/>
                    <a:pt x="25419" y="7940"/>
                  </a:cubicBezTo>
                  <a:cubicBezTo>
                    <a:pt x="34159" y="9007"/>
                    <a:pt x="42931" y="9541"/>
                    <a:pt x="51738" y="9541"/>
                  </a:cubicBezTo>
                  <a:cubicBezTo>
                    <a:pt x="60544" y="9507"/>
                    <a:pt x="69384" y="8874"/>
                    <a:pt x="78057" y="7339"/>
                  </a:cubicBezTo>
                  <a:cubicBezTo>
                    <a:pt x="86729" y="5838"/>
                    <a:pt x="95269" y="3436"/>
                    <a:pt x="1033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69"/>
            <p:cNvSpPr/>
            <p:nvPr/>
          </p:nvSpPr>
          <p:spPr>
            <a:xfrm>
              <a:off x="1393606" y="3238179"/>
              <a:ext cx="1974896" cy="228648"/>
            </a:xfrm>
            <a:custGeom>
              <a:avLst/>
              <a:gdLst/>
              <a:ahLst/>
              <a:cxnLst/>
              <a:rect l="l" t="t" r="r" b="b"/>
              <a:pathLst>
                <a:path w="87530" h="10134" extrusionOk="0">
                  <a:moveTo>
                    <a:pt x="87530" y="0"/>
                  </a:moveTo>
                  <a:lnTo>
                    <a:pt x="87530" y="0"/>
                  </a:lnTo>
                  <a:cubicBezTo>
                    <a:pt x="80225" y="1568"/>
                    <a:pt x="73020" y="3036"/>
                    <a:pt x="65748" y="4036"/>
                  </a:cubicBezTo>
                  <a:cubicBezTo>
                    <a:pt x="58509" y="5070"/>
                    <a:pt x="51204" y="5737"/>
                    <a:pt x="43899" y="6004"/>
                  </a:cubicBezTo>
                  <a:cubicBezTo>
                    <a:pt x="41299" y="6111"/>
                    <a:pt x="38695" y="6163"/>
                    <a:pt x="36091" y="6163"/>
                  </a:cubicBezTo>
                  <a:cubicBezTo>
                    <a:pt x="31379" y="6163"/>
                    <a:pt x="26667" y="5993"/>
                    <a:pt x="21983" y="5671"/>
                  </a:cubicBezTo>
                  <a:cubicBezTo>
                    <a:pt x="14678" y="5170"/>
                    <a:pt x="7373" y="4303"/>
                    <a:pt x="1" y="3202"/>
                  </a:cubicBezTo>
                  <a:lnTo>
                    <a:pt x="1" y="3202"/>
                  </a:lnTo>
                  <a:cubicBezTo>
                    <a:pt x="6972" y="5904"/>
                    <a:pt x="14244" y="7706"/>
                    <a:pt x="21650" y="8806"/>
                  </a:cubicBezTo>
                  <a:cubicBezTo>
                    <a:pt x="27526" y="9680"/>
                    <a:pt x="33465" y="10133"/>
                    <a:pt x="39417" y="10133"/>
                  </a:cubicBezTo>
                  <a:cubicBezTo>
                    <a:pt x="40966" y="10133"/>
                    <a:pt x="42516" y="10103"/>
                    <a:pt x="44066" y="10041"/>
                  </a:cubicBezTo>
                  <a:cubicBezTo>
                    <a:pt x="51571" y="9740"/>
                    <a:pt x="59043" y="8806"/>
                    <a:pt x="66315" y="7172"/>
                  </a:cubicBezTo>
                  <a:cubicBezTo>
                    <a:pt x="73620" y="5504"/>
                    <a:pt x="80792" y="3202"/>
                    <a:pt x="875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69"/>
            <p:cNvSpPr/>
            <p:nvPr/>
          </p:nvSpPr>
          <p:spPr>
            <a:xfrm>
              <a:off x="1850451" y="3702537"/>
              <a:ext cx="1004031" cy="134134"/>
            </a:xfrm>
            <a:custGeom>
              <a:avLst/>
              <a:gdLst/>
              <a:ahLst/>
              <a:cxnLst/>
              <a:rect l="l" t="t" r="r" b="b"/>
              <a:pathLst>
                <a:path w="44500" h="5945" extrusionOk="0">
                  <a:moveTo>
                    <a:pt x="44499" y="0"/>
                  </a:moveTo>
                  <a:cubicBezTo>
                    <a:pt x="40663" y="301"/>
                    <a:pt x="36960" y="768"/>
                    <a:pt x="33291" y="1101"/>
                  </a:cubicBezTo>
                  <a:cubicBezTo>
                    <a:pt x="29588" y="1468"/>
                    <a:pt x="25952" y="1735"/>
                    <a:pt x="22283" y="1868"/>
                  </a:cubicBezTo>
                  <a:cubicBezTo>
                    <a:pt x="18614" y="2069"/>
                    <a:pt x="14978" y="2135"/>
                    <a:pt x="11275" y="2135"/>
                  </a:cubicBezTo>
                  <a:cubicBezTo>
                    <a:pt x="8313" y="2135"/>
                    <a:pt x="5330" y="2050"/>
                    <a:pt x="2291" y="2050"/>
                  </a:cubicBezTo>
                  <a:cubicBezTo>
                    <a:pt x="1531" y="2050"/>
                    <a:pt x="768" y="2055"/>
                    <a:pt x="1" y="2069"/>
                  </a:cubicBezTo>
                  <a:cubicBezTo>
                    <a:pt x="3503" y="3670"/>
                    <a:pt x="7239" y="4637"/>
                    <a:pt x="11042" y="5271"/>
                  </a:cubicBezTo>
                  <a:cubicBezTo>
                    <a:pt x="14091" y="5726"/>
                    <a:pt x="17163" y="5944"/>
                    <a:pt x="20238" y="5944"/>
                  </a:cubicBezTo>
                  <a:cubicBezTo>
                    <a:pt x="20997" y="5944"/>
                    <a:pt x="21757" y="5931"/>
                    <a:pt x="22517" y="5905"/>
                  </a:cubicBezTo>
                  <a:cubicBezTo>
                    <a:pt x="26319" y="5738"/>
                    <a:pt x="30155" y="5171"/>
                    <a:pt x="33858" y="4237"/>
                  </a:cubicBezTo>
                  <a:cubicBezTo>
                    <a:pt x="37527" y="3269"/>
                    <a:pt x="41163" y="1935"/>
                    <a:pt x="4449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5" name="Google Shape;4875;p69"/>
          <p:cNvGrpSpPr/>
          <p:nvPr/>
        </p:nvGrpSpPr>
        <p:grpSpPr>
          <a:xfrm>
            <a:off x="-229696" y="2210278"/>
            <a:ext cx="2315756" cy="3923323"/>
            <a:chOff x="486204" y="696803"/>
            <a:chExt cx="2315756" cy="3923323"/>
          </a:xfrm>
        </p:grpSpPr>
        <p:sp>
          <p:nvSpPr>
            <p:cNvPr id="4876" name="Google Shape;4876;p69"/>
            <p:cNvSpPr/>
            <p:nvPr/>
          </p:nvSpPr>
          <p:spPr>
            <a:xfrm>
              <a:off x="603464" y="2498330"/>
              <a:ext cx="1514723" cy="2121796"/>
            </a:xfrm>
            <a:custGeom>
              <a:avLst/>
              <a:gdLst/>
              <a:ahLst/>
              <a:cxnLst/>
              <a:rect l="l" t="t" r="r" b="b"/>
              <a:pathLst>
                <a:path w="66772" h="93533" extrusionOk="0">
                  <a:moveTo>
                    <a:pt x="1" y="1"/>
                  </a:moveTo>
                  <a:lnTo>
                    <a:pt x="1" y="1"/>
                  </a:lnTo>
                  <a:cubicBezTo>
                    <a:pt x="80" y="9379"/>
                    <a:pt x="202" y="18949"/>
                    <a:pt x="3284" y="27802"/>
                  </a:cubicBezTo>
                  <a:cubicBezTo>
                    <a:pt x="5249" y="33426"/>
                    <a:pt x="8383" y="38621"/>
                    <a:pt x="10025" y="44349"/>
                  </a:cubicBezTo>
                  <a:cubicBezTo>
                    <a:pt x="12662" y="53561"/>
                    <a:pt x="11256" y="63392"/>
                    <a:pt x="12216" y="72936"/>
                  </a:cubicBezTo>
                  <a:cubicBezTo>
                    <a:pt x="13436" y="85097"/>
                    <a:pt x="20500" y="93532"/>
                    <a:pt x="33053" y="93532"/>
                  </a:cubicBezTo>
                  <a:cubicBezTo>
                    <a:pt x="33263" y="93532"/>
                    <a:pt x="33474" y="93530"/>
                    <a:pt x="33687" y="93525"/>
                  </a:cubicBezTo>
                  <a:cubicBezTo>
                    <a:pt x="43013" y="93324"/>
                    <a:pt x="52425" y="91142"/>
                    <a:pt x="60380" y="86261"/>
                  </a:cubicBezTo>
                  <a:cubicBezTo>
                    <a:pt x="63095" y="84593"/>
                    <a:pt x="65776" y="82436"/>
                    <a:pt x="66771" y="79406"/>
                  </a:cubicBezTo>
                  <a:lnTo>
                    <a:pt x="66771" y="79406"/>
                  </a:lnTo>
                  <a:cubicBezTo>
                    <a:pt x="59463" y="82951"/>
                    <a:pt x="51508" y="85134"/>
                    <a:pt x="43423" y="85798"/>
                  </a:cubicBezTo>
                  <a:cubicBezTo>
                    <a:pt x="42123" y="85908"/>
                    <a:pt x="40815" y="85976"/>
                    <a:pt x="39510" y="85976"/>
                  </a:cubicBezTo>
                  <a:cubicBezTo>
                    <a:pt x="36976" y="85976"/>
                    <a:pt x="34455" y="85718"/>
                    <a:pt x="32028" y="85003"/>
                  </a:cubicBezTo>
                  <a:cubicBezTo>
                    <a:pt x="25969" y="83222"/>
                    <a:pt x="22354" y="78725"/>
                    <a:pt x="20372" y="72919"/>
                  </a:cubicBezTo>
                  <a:cubicBezTo>
                    <a:pt x="18110" y="66309"/>
                    <a:pt x="17743" y="59227"/>
                    <a:pt x="16451" y="52356"/>
                  </a:cubicBezTo>
                  <a:cubicBezTo>
                    <a:pt x="15010" y="44663"/>
                    <a:pt x="12417" y="37233"/>
                    <a:pt x="9815" y="29828"/>
                  </a:cubicBezTo>
                  <a:cubicBezTo>
                    <a:pt x="6139" y="20031"/>
                    <a:pt x="2769" y="10095"/>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7" name="Google Shape;4877;p69"/>
            <p:cNvSpPr/>
            <p:nvPr/>
          </p:nvSpPr>
          <p:spPr>
            <a:xfrm>
              <a:off x="1484514" y="1502152"/>
              <a:ext cx="1107073" cy="2206139"/>
            </a:xfrm>
            <a:custGeom>
              <a:avLst/>
              <a:gdLst/>
              <a:ahLst/>
              <a:cxnLst/>
              <a:rect l="l" t="t" r="r" b="b"/>
              <a:pathLst>
                <a:path w="48802" h="97251" extrusionOk="0">
                  <a:moveTo>
                    <a:pt x="13493" y="1"/>
                  </a:moveTo>
                  <a:cubicBezTo>
                    <a:pt x="12714" y="1"/>
                    <a:pt x="11963" y="93"/>
                    <a:pt x="11256" y="300"/>
                  </a:cubicBezTo>
                  <a:cubicBezTo>
                    <a:pt x="7475" y="1400"/>
                    <a:pt x="6593" y="5966"/>
                    <a:pt x="5598" y="9258"/>
                  </a:cubicBezTo>
                  <a:cubicBezTo>
                    <a:pt x="2044" y="21037"/>
                    <a:pt x="1" y="33392"/>
                    <a:pt x="664" y="45713"/>
                  </a:cubicBezTo>
                  <a:cubicBezTo>
                    <a:pt x="1520" y="61377"/>
                    <a:pt x="7047" y="77103"/>
                    <a:pt x="17857" y="88471"/>
                  </a:cubicBezTo>
                  <a:cubicBezTo>
                    <a:pt x="21804" y="92619"/>
                    <a:pt x="26667" y="96260"/>
                    <a:pt x="32325" y="97098"/>
                  </a:cubicBezTo>
                  <a:cubicBezTo>
                    <a:pt x="33006" y="97200"/>
                    <a:pt x="33699" y="97250"/>
                    <a:pt x="34394" y="97250"/>
                  </a:cubicBezTo>
                  <a:cubicBezTo>
                    <a:pt x="39482" y="97250"/>
                    <a:pt x="44698" y="94567"/>
                    <a:pt x="46427" y="89842"/>
                  </a:cubicBezTo>
                  <a:cubicBezTo>
                    <a:pt x="48802" y="83381"/>
                    <a:pt x="44191" y="76640"/>
                    <a:pt x="42978" y="69873"/>
                  </a:cubicBezTo>
                  <a:cubicBezTo>
                    <a:pt x="40943" y="58539"/>
                    <a:pt x="48548" y="47284"/>
                    <a:pt x="47169" y="35872"/>
                  </a:cubicBezTo>
                  <a:cubicBezTo>
                    <a:pt x="46418" y="29585"/>
                    <a:pt x="43004" y="23945"/>
                    <a:pt x="39310" y="18802"/>
                  </a:cubicBezTo>
                  <a:cubicBezTo>
                    <a:pt x="35399" y="13327"/>
                    <a:pt x="30972" y="8071"/>
                    <a:pt x="25314" y="4430"/>
                  </a:cubicBezTo>
                  <a:cubicBezTo>
                    <a:pt x="22332" y="2510"/>
                    <a:pt x="17549" y="1"/>
                    <a:pt x="1349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69"/>
            <p:cNvSpPr/>
            <p:nvPr/>
          </p:nvSpPr>
          <p:spPr>
            <a:xfrm>
              <a:off x="1947815" y="1674333"/>
              <a:ext cx="480559" cy="927612"/>
            </a:xfrm>
            <a:custGeom>
              <a:avLst/>
              <a:gdLst/>
              <a:ahLst/>
              <a:cxnLst/>
              <a:rect l="l" t="t" r="r" b="b"/>
              <a:pathLst>
                <a:path w="21184" h="40891" extrusionOk="0">
                  <a:moveTo>
                    <a:pt x="1" y="0"/>
                  </a:moveTo>
                  <a:lnTo>
                    <a:pt x="1" y="0"/>
                  </a:lnTo>
                  <a:cubicBezTo>
                    <a:pt x="1660" y="1188"/>
                    <a:pt x="3258" y="2428"/>
                    <a:pt x="4777" y="3746"/>
                  </a:cubicBezTo>
                  <a:cubicBezTo>
                    <a:pt x="6296" y="5065"/>
                    <a:pt x="7737" y="6462"/>
                    <a:pt x="9091" y="7937"/>
                  </a:cubicBezTo>
                  <a:cubicBezTo>
                    <a:pt x="11797" y="10880"/>
                    <a:pt x="14155" y="14128"/>
                    <a:pt x="16084" y="17603"/>
                  </a:cubicBezTo>
                  <a:cubicBezTo>
                    <a:pt x="16573" y="18468"/>
                    <a:pt x="17027" y="19350"/>
                    <a:pt x="17438" y="20249"/>
                  </a:cubicBezTo>
                  <a:cubicBezTo>
                    <a:pt x="17848" y="21140"/>
                    <a:pt x="18215" y="22048"/>
                    <a:pt x="18529" y="22973"/>
                  </a:cubicBezTo>
                  <a:cubicBezTo>
                    <a:pt x="18844" y="23890"/>
                    <a:pt x="19088" y="24842"/>
                    <a:pt x="19272" y="25802"/>
                  </a:cubicBezTo>
                  <a:cubicBezTo>
                    <a:pt x="19368" y="26283"/>
                    <a:pt x="19446" y="26772"/>
                    <a:pt x="19516" y="27269"/>
                  </a:cubicBezTo>
                  <a:cubicBezTo>
                    <a:pt x="19577" y="27758"/>
                    <a:pt x="19647" y="28247"/>
                    <a:pt x="19691" y="28754"/>
                  </a:cubicBezTo>
                  <a:cubicBezTo>
                    <a:pt x="19743" y="29243"/>
                    <a:pt x="19787" y="29740"/>
                    <a:pt x="19822" y="30247"/>
                  </a:cubicBezTo>
                  <a:cubicBezTo>
                    <a:pt x="19865" y="30744"/>
                    <a:pt x="19883" y="31251"/>
                    <a:pt x="19918" y="31749"/>
                  </a:cubicBezTo>
                  <a:cubicBezTo>
                    <a:pt x="19970" y="32770"/>
                    <a:pt x="20022" y="33774"/>
                    <a:pt x="20057" y="34787"/>
                  </a:cubicBezTo>
                  <a:cubicBezTo>
                    <a:pt x="20145" y="36813"/>
                    <a:pt x="20171" y="38847"/>
                    <a:pt x="20206" y="40891"/>
                  </a:cubicBezTo>
                  <a:cubicBezTo>
                    <a:pt x="20398" y="39886"/>
                    <a:pt x="20546" y="38882"/>
                    <a:pt x="20669" y="37861"/>
                  </a:cubicBezTo>
                  <a:cubicBezTo>
                    <a:pt x="20800" y="36857"/>
                    <a:pt x="20896" y="35835"/>
                    <a:pt x="20974" y="34822"/>
                  </a:cubicBezTo>
                  <a:cubicBezTo>
                    <a:pt x="21053" y="33792"/>
                    <a:pt x="21105" y="32779"/>
                    <a:pt x="21140" y="31749"/>
                  </a:cubicBezTo>
                  <a:cubicBezTo>
                    <a:pt x="21175" y="30727"/>
                    <a:pt x="21184" y="29697"/>
                    <a:pt x="21149" y="28666"/>
                  </a:cubicBezTo>
                  <a:cubicBezTo>
                    <a:pt x="21114" y="27636"/>
                    <a:pt x="21044" y="26588"/>
                    <a:pt x="20887" y="25549"/>
                  </a:cubicBezTo>
                  <a:cubicBezTo>
                    <a:pt x="20747" y="24519"/>
                    <a:pt x="20503" y="23480"/>
                    <a:pt x="20206" y="22467"/>
                  </a:cubicBezTo>
                  <a:cubicBezTo>
                    <a:pt x="19900" y="21445"/>
                    <a:pt x="19525" y="20467"/>
                    <a:pt x="19106" y="19507"/>
                  </a:cubicBezTo>
                  <a:cubicBezTo>
                    <a:pt x="18678" y="18546"/>
                    <a:pt x="18215" y="17621"/>
                    <a:pt x="17709" y="16713"/>
                  </a:cubicBezTo>
                  <a:cubicBezTo>
                    <a:pt x="15692" y="13089"/>
                    <a:pt x="13116" y="9780"/>
                    <a:pt x="10130" y="6933"/>
                  </a:cubicBezTo>
                  <a:cubicBezTo>
                    <a:pt x="8628" y="5501"/>
                    <a:pt x="7030" y="4200"/>
                    <a:pt x="5336" y="3039"/>
                  </a:cubicBezTo>
                  <a:cubicBezTo>
                    <a:pt x="3642" y="1869"/>
                    <a:pt x="1861" y="839"/>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69"/>
            <p:cNvSpPr/>
            <p:nvPr/>
          </p:nvSpPr>
          <p:spPr>
            <a:xfrm>
              <a:off x="1105988" y="4098026"/>
              <a:ext cx="865818" cy="307314"/>
            </a:xfrm>
            <a:custGeom>
              <a:avLst/>
              <a:gdLst/>
              <a:ahLst/>
              <a:cxnLst/>
              <a:rect l="l" t="t" r="r" b="b"/>
              <a:pathLst>
                <a:path w="38167" h="13547" extrusionOk="0">
                  <a:moveTo>
                    <a:pt x="1" y="0"/>
                  </a:moveTo>
                  <a:cubicBezTo>
                    <a:pt x="62" y="952"/>
                    <a:pt x="263" y="1904"/>
                    <a:pt x="577" y="2795"/>
                  </a:cubicBezTo>
                  <a:cubicBezTo>
                    <a:pt x="874" y="3711"/>
                    <a:pt x="1267" y="4602"/>
                    <a:pt x="1730" y="5440"/>
                  </a:cubicBezTo>
                  <a:cubicBezTo>
                    <a:pt x="1965" y="5868"/>
                    <a:pt x="2210" y="6278"/>
                    <a:pt x="2472" y="6680"/>
                  </a:cubicBezTo>
                  <a:cubicBezTo>
                    <a:pt x="2734" y="7091"/>
                    <a:pt x="3013" y="7492"/>
                    <a:pt x="3293" y="7876"/>
                  </a:cubicBezTo>
                  <a:cubicBezTo>
                    <a:pt x="3581" y="8269"/>
                    <a:pt x="3869" y="8645"/>
                    <a:pt x="4192" y="9020"/>
                  </a:cubicBezTo>
                  <a:cubicBezTo>
                    <a:pt x="4506" y="9387"/>
                    <a:pt x="4829" y="9762"/>
                    <a:pt x="5205" y="10103"/>
                  </a:cubicBezTo>
                  <a:cubicBezTo>
                    <a:pt x="5572" y="10452"/>
                    <a:pt x="5965" y="10767"/>
                    <a:pt x="6392" y="11063"/>
                  </a:cubicBezTo>
                  <a:cubicBezTo>
                    <a:pt x="6829" y="11352"/>
                    <a:pt x="7274" y="11605"/>
                    <a:pt x="7746" y="11814"/>
                  </a:cubicBezTo>
                  <a:cubicBezTo>
                    <a:pt x="8689" y="12242"/>
                    <a:pt x="9649" y="12513"/>
                    <a:pt x="10592" y="12722"/>
                  </a:cubicBezTo>
                  <a:cubicBezTo>
                    <a:pt x="10837" y="12766"/>
                    <a:pt x="11064" y="12818"/>
                    <a:pt x="11308" y="12862"/>
                  </a:cubicBezTo>
                  <a:lnTo>
                    <a:pt x="12015" y="12984"/>
                  </a:lnTo>
                  <a:cubicBezTo>
                    <a:pt x="12487" y="13072"/>
                    <a:pt x="12950" y="13159"/>
                    <a:pt x="13430" y="13211"/>
                  </a:cubicBezTo>
                  <a:lnTo>
                    <a:pt x="14155" y="13299"/>
                  </a:lnTo>
                  <a:cubicBezTo>
                    <a:pt x="14390" y="13316"/>
                    <a:pt x="14635" y="13360"/>
                    <a:pt x="14871" y="13377"/>
                  </a:cubicBezTo>
                  <a:lnTo>
                    <a:pt x="16311" y="13482"/>
                  </a:lnTo>
                  <a:cubicBezTo>
                    <a:pt x="16434" y="13491"/>
                    <a:pt x="16556" y="13508"/>
                    <a:pt x="16678" y="13508"/>
                  </a:cubicBezTo>
                  <a:lnTo>
                    <a:pt x="17036" y="13517"/>
                  </a:lnTo>
                  <a:lnTo>
                    <a:pt x="17752" y="13534"/>
                  </a:lnTo>
                  <a:cubicBezTo>
                    <a:pt x="17912" y="13543"/>
                    <a:pt x="18072" y="13546"/>
                    <a:pt x="18232" y="13546"/>
                  </a:cubicBezTo>
                  <a:cubicBezTo>
                    <a:pt x="18553" y="13546"/>
                    <a:pt x="18873" y="13534"/>
                    <a:pt x="19193" y="13534"/>
                  </a:cubicBezTo>
                  <a:lnTo>
                    <a:pt x="19918" y="13526"/>
                  </a:lnTo>
                  <a:cubicBezTo>
                    <a:pt x="20153" y="13517"/>
                    <a:pt x="20398" y="13491"/>
                    <a:pt x="20634" y="13482"/>
                  </a:cubicBezTo>
                  <a:lnTo>
                    <a:pt x="21358" y="13438"/>
                  </a:lnTo>
                  <a:lnTo>
                    <a:pt x="21716" y="13421"/>
                  </a:lnTo>
                  <a:cubicBezTo>
                    <a:pt x="21838" y="13421"/>
                    <a:pt x="21961" y="13395"/>
                    <a:pt x="22074" y="13386"/>
                  </a:cubicBezTo>
                  <a:lnTo>
                    <a:pt x="23506" y="13229"/>
                  </a:lnTo>
                  <a:cubicBezTo>
                    <a:pt x="23978" y="13168"/>
                    <a:pt x="24458" y="13089"/>
                    <a:pt x="24929" y="13011"/>
                  </a:cubicBezTo>
                  <a:cubicBezTo>
                    <a:pt x="25034" y="13002"/>
                    <a:pt x="25156" y="12984"/>
                    <a:pt x="25279" y="12958"/>
                  </a:cubicBezTo>
                  <a:lnTo>
                    <a:pt x="25628" y="12897"/>
                  </a:lnTo>
                  <a:lnTo>
                    <a:pt x="26335" y="12749"/>
                  </a:lnTo>
                  <a:cubicBezTo>
                    <a:pt x="26562" y="12696"/>
                    <a:pt x="26807" y="12653"/>
                    <a:pt x="27034" y="12600"/>
                  </a:cubicBezTo>
                  <a:lnTo>
                    <a:pt x="27732" y="12426"/>
                  </a:lnTo>
                  <a:cubicBezTo>
                    <a:pt x="28204" y="12312"/>
                    <a:pt x="28658" y="12198"/>
                    <a:pt x="29121" y="12050"/>
                  </a:cubicBezTo>
                  <a:cubicBezTo>
                    <a:pt x="29566" y="11910"/>
                    <a:pt x="30037" y="11779"/>
                    <a:pt x="30483" y="11631"/>
                  </a:cubicBezTo>
                  <a:lnTo>
                    <a:pt x="31836" y="11151"/>
                  </a:lnTo>
                  <a:cubicBezTo>
                    <a:pt x="32063" y="11072"/>
                    <a:pt x="32281" y="10976"/>
                    <a:pt x="32500" y="10889"/>
                  </a:cubicBezTo>
                  <a:lnTo>
                    <a:pt x="33155" y="10609"/>
                  </a:lnTo>
                  <a:cubicBezTo>
                    <a:pt x="33591" y="10435"/>
                    <a:pt x="34028" y="10234"/>
                    <a:pt x="34456" y="10024"/>
                  </a:cubicBezTo>
                  <a:lnTo>
                    <a:pt x="35102" y="9719"/>
                  </a:lnTo>
                  <a:cubicBezTo>
                    <a:pt x="35320" y="9605"/>
                    <a:pt x="35521" y="9492"/>
                    <a:pt x="35730" y="9378"/>
                  </a:cubicBezTo>
                  <a:lnTo>
                    <a:pt x="36350" y="9038"/>
                  </a:lnTo>
                  <a:lnTo>
                    <a:pt x="36656" y="8863"/>
                  </a:lnTo>
                  <a:cubicBezTo>
                    <a:pt x="36769" y="8802"/>
                    <a:pt x="36865" y="8750"/>
                    <a:pt x="36962" y="8680"/>
                  </a:cubicBezTo>
                  <a:cubicBezTo>
                    <a:pt x="37372" y="8426"/>
                    <a:pt x="37774" y="8191"/>
                    <a:pt x="38166" y="7929"/>
                  </a:cubicBezTo>
                  <a:lnTo>
                    <a:pt x="38166" y="7929"/>
                  </a:lnTo>
                  <a:cubicBezTo>
                    <a:pt x="37721" y="8095"/>
                    <a:pt x="37285" y="8269"/>
                    <a:pt x="36848" y="8426"/>
                  </a:cubicBezTo>
                  <a:lnTo>
                    <a:pt x="36516" y="8557"/>
                  </a:lnTo>
                  <a:lnTo>
                    <a:pt x="36176" y="8680"/>
                  </a:lnTo>
                  <a:lnTo>
                    <a:pt x="35512" y="8907"/>
                  </a:lnTo>
                  <a:cubicBezTo>
                    <a:pt x="35285" y="8985"/>
                    <a:pt x="35067" y="9064"/>
                    <a:pt x="34848" y="9142"/>
                  </a:cubicBezTo>
                  <a:lnTo>
                    <a:pt x="34176" y="9343"/>
                  </a:lnTo>
                  <a:cubicBezTo>
                    <a:pt x="33731" y="9474"/>
                    <a:pt x="33286" y="9631"/>
                    <a:pt x="32840" y="9754"/>
                  </a:cubicBezTo>
                  <a:cubicBezTo>
                    <a:pt x="31050" y="10286"/>
                    <a:pt x="29234" y="10688"/>
                    <a:pt x="27409" y="11002"/>
                  </a:cubicBezTo>
                  <a:cubicBezTo>
                    <a:pt x="25593" y="11308"/>
                    <a:pt x="23768" y="11552"/>
                    <a:pt x="21926" y="11648"/>
                  </a:cubicBezTo>
                  <a:cubicBezTo>
                    <a:pt x="21804" y="11657"/>
                    <a:pt x="21690" y="11675"/>
                    <a:pt x="21577" y="11675"/>
                  </a:cubicBezTo>
                  <a:lnTo>
                    <a:pt x="21227" y="11683"/>
                  </a:lnTo>
                  <a:lnTo>
                    <a:pt x="20537" y="11701"/>
                  </a:lnTo>
                  <a:cubicBezTo>
                    <a:pt x="20310" y="11718"/>
                    <a:pt x="20083" y="11727"/>
                    <a:pt x="19848" y="11727"/>
                  </a:cubicBezTo>
                  <a:lnTo>
                    <a:pt x="19167" y="11727"/>
                  </a:lnTo>
                  <a:cubicBezTo>
                    <a:pt x="19085" y="11728"/>
                    <a:pt x="19004" y="11728"/>
                    <a:pt x="18923" y="11728"/>
                  </a:cubicBezTo>
                  <a:cubicBezTo>
                    <a:pt x="18073" y="11728"/>
                    <a:pt x="17236" y="11688"/>
                    <a:pt x="16399" y="11648"/>
                  </a:cubicBezTo>
                  <a:lnTo>
                    <a:pt x="15028" y="11552"/>
                  </a:lnTo>
                  <a:cubicBezTo>
                    <a:pt x="14565" y="11509"/>
                    <a:pt x="14111" y="11439"/>
                    <a:pt x="13648" y="11395"/>
                  </a:cubicBezTo>
                  <a:cubicBezTo>
                    <a:pt x="13194" y="11352"/>
                    <a:pt x="12740" y="11282"/>
                    <a:pt x="12286" y="11212"/>
                  </a:cubicBezTo>
                  <a:lnTo>
                    <a:pt x="11596" y="11116"/>
                  </a:lnTo>
                  <a:cubicBezTo>
                    <a:pt x="11369" y="11072"/>
                    <a:pt x="11142" y="11037"/>
                    <a:pt x="10924" y="10994"/>
                  </a:cubicBezTo>
                  <a:cubicBezTo>
                    <a:pt x="10025" y="10828"/>
                    <a:pt x="9160" y="10609"/>
                    <a:pt x="8357" y="10304"/>
                  </a:cubicBezTo>
                  <a:cubicBezTo>
                    <a:pt x="7955" y="10155"/>
                    <a:pt x="7580" y="9954"/>
                    <a:pt x="7213" y="9754"/>
                  </a:cubicBezTo>
                  <a:cubicBezTo>
                    <a:pt x="6846" y="9535"/>
                    <a:pt x="6488" y="9282"/>
                    <a:pt x="6148" y="9011"/>
                  </a:cubicBezTo>
                  <a:cubicBezTo>
                    <a:pt x="5467" y="8453"/>
                    <a:pt x="4829" y="7798"/>
                    <a:pt x="4218" y="7108"/>
                  </a:cubicBezTo>
                  <a:cubicBezTo>
                    <a:pt x="3607" y="6418"/>
                    <a:pt x="3022" y="5711"/>
                    <a:pt x="2489" y="4960"/>
                  </a:cubicBezTo>
                  <a:cubicBezTo>
                    <a:pt x="1939" y="4209"/>
                    <a:pt x="1459" y="3423"/>
                    <a:pt x="1031" y="2602"/>
                  </a:cubicBezTo>
                  <a:cubicBezTo>
                    <a:pt x="926" y="2402"/>
                    <a:pt x="822" y="2183"/>
                    <a:pt x="726" y="1983"/>
                  </a:cubicBezTo>
                  <a:cubicBezTo>
                    <a:pt x="638" y="1764"/>
                    <a:pt x="533" y="1555"/>
                    <a:pt x="455" y="1336"/>
                  </a:cubicBezTo>
                  <a:cubicBezTo>
                    <a:pt x="272" y="909"/>
                    <a:pt x="141" y="446"/>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69"/>
            <p:cNvSpPr/>
            <p:nvPr/>
          </p:nvSpPr>
          <p:spPr>
            <a:xfrm>
              <a:off x="1314579" y="1004710"/>
              <a:ext cx="62406" cy="55510"/>
            </a:xfrm>
            <a:custGeom>
              <a:avLst/>
              <a:gdLst/>
              <a:ahLst/>
              <a:cxnLst/>
              <a:rect l="l" t="t" r="r" b="b"/>
              <a:pathLst>
                <a:path w="2751" h="2447" extrusionOk="0">
                  <a:moveTo>
                    <a:pt x="1377" y="1"/>
                  </a:moveTo>
                  <a:cubicBezTo>
                    <a:pt x="869" y="1"/>
                    <a:pt x="392" y="320"/>
                    <a:pt x="218" y="826"/>
                  </a:cubicBezTo>
                  <a:cubicBezTo>
                    <a:pt x="0" y="1464"/>
                    <a:pt x="341" y="2162"/>
                    <a:pt x="978" y="2381"/>
                  </a:cubicBezTo>
                  <a:cubicBezTo>
                    <a:pt x="1109" y="2425"/>
                    <a:pt x="1242" y="2447"/>
                    <a:pt x="1374" y="2447"/>
                  </a:cubicBezTo>
                  <a:cubicBezTo>
                    <a:pt x="1882" y="2447"/>
                    <a:pt x="2359" y="2128"/>
                    <a:pt x="2532" y="1621"/>
                  </a:cubicBezTo>
                  <a:cubicBezTo>
                    <a:pt x="2751" y="983"/>
                    <a:pt x="2410" y="285"/>
                    <a:pt x="1773" y="67"/>
                  </a:cubicBezTo>
                  <a:cubicBezTo>
                    <a:pt x="1642" y="22"/>
                    <a:pt x="1509" y="1"/>
                    <a:pt x="13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1" name="Google Shape;4881;p69"/>
            <p:cNvSpPr/>
            <p:nvPr/>
          </p:nvSpPr>
          <p:spPr>
            <a:xfrm>
              <a:off x="775600" y="696803"/>
              <a:ext cx="31328" cy="31124"/>
            </a:xfrm>
            <a:custGeom>
              <a:avLst/>
              <a:gdLst/>
              <a:ahLst/>
              <a:cxnLst/>
              <a:rect l="l" t="t" r="r" b="b"/>
              <a:pathLst>
                <a:path w="1381" h="1372" extrusionOk="0">
                  <a:moveTo>
                    <a:pt x="690" y="1"/>
                  </a:moveTo>
                  <a:cubicBezTo>
                    <a:pt x="306" y="1"/>
                    <a:pt x="1" y="306"/>
                    <a:pt x="1" y="691"/>
                  </a:cubicBezTo>
                  <a:cubicBezTo>
                    <a:pt x="1" y="1066"/>
                    <a:pt x="306" y="1372"/>
                    <a:pt x="690" y="1372"/>
                  </a:cubicBezTo>
                  <a:cubicBezTo>
                    <a:pt x="1066" y="1372"/>
                    <a:pt x="1380" y="1066"/>
                    <a:pt x="1380" y="691"/>
                  </a:cubicBezTo>
                  <a:cubicBezTo>
                    <a:pt x="1380" y="306"/>
                    <a:pt x="1066" y="1"/>
                    <a:pt x="6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2" name="Google Shape;4882;p69"/>
            <p:cNvSpPr/>
            <p:nvPr/>
          </p:nvSpPr>
          <p:spPr>
            <a:xfrm>
              <a:off x="2760151" y="4038205"/>
              <a:ext cx="11297" cy="11320"/>
            </a:xfrm>
            <a:custGeom>
              <a:avLst/>
              <a:gdLst/>
              <a:ahLst/>
              <a:cxnLst/>
              <a:rect l="l" t="t" r="r" b="b"/>
              <a:pathLst>
                <a:path w="498" h="499" extrusionOk="0">
                  <a:moveTo>
                    <a:pt x="253" y="0"/>
                  </a:moveTo>
                  <a:cubicBezTo>
                    <a:pt x="114" y="0"/>
                    <a:pt x="0" y="114"/>
                    <a:pt x="0" y="245"/>
                  </a:cubicBezTo>
                  <a:cubicBezTo>
                    <a:pt x="0" y="385"/>
                    <a:pt x="114" y="498"/>
                    <a:pt x="253" y="498"/>
                  </a:cubicBezTo>
                  <a:cubicBezTo>
                    <a:pt x="384" y="498"/>
                    <a:pt x="498" y="385"/>
                    <a:pt x="498" y="245"/>
                  </a:cubicBezTo>
                  <a:cubicBezTo>
                    <a:pt x="498" y="114"/>
                    <a:pt x="384" y="0"/>
                    <a:pt x="25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3" name="Google Shape;4883;p69"/>
            <p:cNvSpPr/>
            <p:nvPr/>
          </p:nvSpPr>
          <p:spPr>
            <a:xfrm>
              <a:off x="2756182" y="3816502"/>
              <a:ext cx="45778" cy="42716"/>
            </a:xfrm>
            <a:custGeom>
              <a:avLst/>
              <a:gdLst/>
              <a:ahLst/>
              <a:cxnLst/>
              <a:rect l="l" t="t" r="r" b="b"/>
              <a:pathLst>
                <a:path w="2018" h="1883" extrusionOk="0">
                  <a:moveTo>
                    <a:pt x="1001" y="0"/>
                  </a:moveTo>
                  <a:cubicBezTo>
                    <a:pt x="953" y="0"/>
                    <a:pt x="905" y="4"/>
                    <a:pt x="856" y="12"/>
                  </a:cubicBezTo>
                  <a:cubicBezTo>
                    <a:pt x="341" y="99"/>
                    <a:pt x="0" y="579"/>
                    <a:pt x="79" y="1094"/>
                  </a:cubicBezTo>
                  <a:cubicBezTo>
                    <a:pt x="158" y="1553"/>
                    <a:pt x="559" y="1882"/>
                    <a:pt x="1010" y="1882"/>
                  </a:cubicBezTo>
                  <a:cubicBezTo>
                    <a:pt x="1057" y="1882"/>
                    <a:pt x="1105" y="1879"/>
                    <a:pt x="1153" y="1871"/>
                  </a:cubicBezTo>
                  <a:cubicBezTo>
                    <a:pt x="1668" y="1784"/>
                    <a:pt x="2017" y="1304"/>
                    <a:pt x="1930" y="789"/>
                  </a:cubicBezTo>
                  <a:cubicBezTo>
                    <a:pt x="1859" y="330"/>
                    <a:pt x="1459" y="0"/>
                    <a:pt x="10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69"/>
            <p:cNvSpPr/>
            <p:nvPr/>
          </p:nvSpPr>
          <p:spPr>
            <a:xfrm>
              <a:off x="486204" y="1140345"/>
              <a:ext cx="2159045" cy="3182796"/>
            </a:xfrm>
            <a:custGeom>
              <a:avLst/>
              <a:gdLst/>
              <a:ahLst/>
              <a:cxnLst/>
              <a:rect l="l" t="t" r="r" b="b"/>
              <a:pathLst>
                <a:path w="95175" h="140304" extrusionOk="0">
                  <a:moveTo>
                    <a:pt x="49280" y="1"/>
                  </a:moveTo>
                  <a:cubicBezTo>
                    <a:pt x="47684" y="1"/>
                    <a:pt x="46033" y="419"/>
                    <a:pt x="44479" y="837"/>
                  </a:cubicBezTo>
                  <a:cubicBezTo>
                    <a:pt x="30797" y="4548"/>
                    <a:pt x="17167" y="8390"/>
                    <a:pt x="3581" y="12389"/>
                  </a:cubicBezTo>
                  <a:cubicBezTo>
                    <a:pt x="2708" y="12634"/>
                    <a:pt x="1765" y="12939"/>
                    <a:pt x="1241" y="13681"/>
                  </a:cubicBezTo>
                  <a:cubicBezTo>
                    <a:pt x="822" y="14284"/>
                    <a:pt x="752" y="15061"/>
                    <a:pt x="699" y="15794"/>
                  </a:cubicBezTo>
                  <a:cubicBezTo>
                    <a:pt x="341" y="20780"/>
                    <a:pt x="1" y="25897"/>
                    <a:pt x="1529" y="30656"/>
                  </a:cubicBezTo>
                  <a:cubicBezTo>
                    <a:pt x="2830" y="34707"/>
                    <a:pt x="5414" y="38278"/>
                    <a:pt x="6462" y="42400"/>
                  </a:cubicBezTo>
                  <a:cubicBezTo>
                    <a:pt x="7423" y="46163"/>
                    <a:pt x="7030" y="50153"/>
                    <a:pt x="7615" y="53995"/>
                  </a:cubicBezTo>
                  <a:cubicBezTo>
                    <a:pt x="8444" y="59365"/>
                    <a:pt x="11142" y="64220"/>
                    <a:pt x="13378" y="69162"/>
                  </a:cubicBezTo>
                  <a:cubicBezTo>
                    <a:pt x="22808" y="90057"/>
                    <a:pt x="24266" y="113720"/>
                    <a:pt x="32570" y="135077"/>
                  </a:cubicBezTo>
                  <a:cubicBezTo>
                    <a:pt x="33085" y="136387"/>
                    <a:pt x="33635" y="137714"/>
                    <a:pt x="34674" y="138666"/>
                  </a:cubicBezTo>
                  <a:cubicBezTo>
                    <a:pt x="36150" y="140023"/>
                    <a:pt x="38243" y="140303"/>
                    <a:pt x="40280" y="140303"/>
                  </a:cubicBezTo>
                  <a:cubicBezTo>
                    <a:pt x="40641" y="140303"/>
                    <a:pt x="41000" y="140294"/>
                    <a:pt x="41353" y="140281"/>
                  </a:cubicBezTo>
                  <a:cubicBezTo>
                    <a:pt x="59061" y="139548"/>
                    <a:pt x="75895" y="131995"/>
                    <a:pt x="90468" y="121927"/>
                  </a:cubicBezTo>
                  <a:cubicBezTo>
                    <a:pt x="91778" y="121019"/>
                    <a:pt x="93123" y="120032"/>
                    <a:pt x="93795" y="118592"/>
                  </a:cubicBezTo>
                  <a:cubicBezTo>
                    <a:pt x="95175" y="115684"/>
                    <a:pt x="93297" y="112340"/>
                    <a:pt x="91542" y="109633"/>
                  </a:cubicBezTo>
                  <a:cubicBezTo>
                    <a:pt x="76044" y="85761"/>
                    <a:pt x="64841" y="59103"/>
                    <a:pt x="58642" y="31311"/>
                  </a:cubicBezTo>
                  <a:lnTo>
                    <a:pt x="52093" y="558"/>
                  </a:lnTo>
                  <a:cubicBezTo>
                    <a:pt x="51199" y="155"/>
                    <a:pt x="50250" y="1"/>
                    <a:pt x="4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69"/>
            <p:cNvSpPr/>
            <p:nvPr/>
          </p:nvSpPr>
          <p:spPr>
            <a:xfrm>
              <a:off x="549791" y="1105546"/>
              <a:ext cx="2132912" cy="3115853"/>
            </a:xfrm>
            <a:custGeom>
              <a:avLst/>
              <a:gdLst/>
              <a:ahLst/>
              <a:cxnLst/>
              <a:rect l="l" t="t" r="r" b="b"/>
              <a:pathLst>
                <a:path w="94023" h="137353" extrusionOk="0">
                  <a:moveTo>
                    <a:pt x="40515" y="3026"/>
                  </a:moveTo>
                  <a:lnTo>
                    <a:pt x="36272" y="4624"/>
                  </a:lnTo>
                  <a:cubicBezTo>
                    <a:pt x="37276" y="4267"/>
                    <a:pt x="38280" y="3909"/>
                    <a:pt x="39286" y="3551"/>
                  </a:cubicBezTo>
                  <a:lnTo>
                    <a:pt x="39286" y="3551"/>
                  </a:lnTo>
                  <a:cubicBezTo>
                    <a:pt x="39696" y="3378"/>
                    <a:pt x="40106" y="3204"/>
                    <a:pt x="40515" y="3026"/>
                  </a:cubicBezTo>
                  <a:close/>
                  <a:moveTo>
                    <a:pt x="49817" y="1"/>
                  </a:moveTo>
                  <a:cubicBezTo>
                    <a:pt x="49305" y="1"/>
                    <a:pt x="48780" y="173"/>
                    <a:pt x="48286" y="354"/>
                  </a:cubicBezTo>
                  <a:cubicBezTo>
                    <a:pt x="45285" y="1414"/>
                    <a:pt x="42283" y="2483"/>
                    <a:pt x="39286" y="3551"/>
                  </a:cubicBezTo>
                  <a:lnTo>
                    <a:pt x="39286" y="3551"/>
                  </a:lnTo>
                  <a:cubicBezTo>
                    <a:pt x="27164" y="8637"/>
                    <a:pt x="14646" y="11442"/>
                    <a:pt x="2079" y="15023"/>
                  </a:cubicBezTo>
                  <a:cubicBezTo>
                    <a:pt x="1441" y="15207"/>
                    <a:pt x="752" y="15425"/>
                    <a:pt x="385" y="15975"/>
                  </a:cubicBezTo>
                  <a:cubicBezTo>
                    <a:pt x="1" y="16525"/>
                    <a:pt x="53" y="17259"/>
                    <a:pt x="132" y="17922"/>
                  </a:cubicBezTo>
                  <a:cubicBezTo>
                    <a:pt x="752" y="23903"/>
                    <a:pt x="1485" y="30181"/>
                    <a:pt x="5004" y="35062"/>
                  </a:cubicBezTo>
                  <a:cubicBezTo>
                    <a:pt x="5528" y="35796"/>
                    <a:pt x="6113" y="36494"/>
                    <a:pt x="6497" y="37306"/>
                  </a:cubicBezTo>
                  <a:cubicBezTo>
                    <a:pt x="6986" y="38354"/>
                    <a:pt x="7099" y="39550"/>
                    <a:pt x="7239" y="40694"/>
                  </a:cubicBezTo>
                  <a:cubicBezTo>
                    <a:pt x="8846" y="54263"/>
                    <a:pt x="14102" y="67195"/>
                    <a:pt x="18599" y="79987"/>
                  </a:cubicBezTo>
                  <a:cubicBezTo>
                    <a:pt x="23296" y="93337"/>
                    <a:pt x="27243" y="106941"/>
                    <a:pt x="30430" y="120737"/>
                  </a:cubicBezTo>
                  <a:cubicBezTo>
                    <a:pt x="31504" y="125365"/>
                    <a:pt x="32482" y="130019"/>
                    <a:pt x="34036" y="134507"/>
                  </a:cubicBezTo>
                  <a:cubicBezTo>
                    <a:pt x="34316" y="135336"/>
                    <a:pt x="34656" y="136209"/>
                    <a:pt x="35355" y="136742"/>
                  </a:cubicBezTo>
                  <a:cubicBezTo>
                    <a:pt x="36001" y="137235"/>
                    <a:pt x="36827" y="137352"/>
                    <a:pt x="37655" y="137352"/>
                  </a:cubicBezTo>
                  <a:cubicBezTo>
                    <a:pt x="37956" y="137352"/>
                    <a:pt x="38257" y="137337"/>
                    <a:pt x="38550" y="137318"/>
                  </a:cubicBezTo>
                  <a:cubicBezTo>
                    <a:pt x="57882" y="136000"/>
                    <a:pt x="76795" y="129032"/>
                    <a:pt x="92372" y="117506"/>
                  </a:cubicBezTo>
                  <a:cubicBezTo>
                    <a:pt x="92887" y="117131"/>
                    <a:pt x="93420" y="116720"/>
                    <a:pt x="93681" y="116135"/>
                  </a:cubicBezTo>
                  <a:cubicBezTo>
                    <a:pt x="94022" y="115384"/>
                    <a:pt x="93847" y="114511"/>
                    <a:pt x="93655" y="113699"/>
                  </a:cubicBezTo>
                  <a:cubicBezTo>
                    <a:pt x="90730" y="101606"/>
                    <a:pt x="84295" y="90700"/>
                    <a:pt x="79938" y="79044"/>
                  </a:cubicBezTo>
                  <a:cubicBezTo>
                    <a:pt x="74786" y="65282"/>
                    <a:pt x="72586" y="50570"/>
                    <a:pt x="67548" y="36765"/>
                  </a:cubicBezTo>
                  <a:cubicBezTo>
                    <a:pt x="65383" y="30784"/>
                    <a:pt x="62484" y="24750"/>
                    <a:pt x="57437" y="20891"/>
                  </a:cubicBezTo>
                  <a:cubicBezTo>
                    <a:pt x="59375" y="17721"/>
                    <a:pt x="59288" y="13600"/>
                    <a:pt x="57969" y="10125"/>
                  </a:cubicBezTo>
                  <a:cubicBezTo>
                    <a:pt x="56642" y="6641"/>
                    <a:pt x="54215" y="3690"/>
                    <a:pt x="51639" y="1009"/>
                  </a:cubicBezTo>
                  <a:cubicBezTo>
                    <a:pt x="51281" y="634"/>
                    <a:pt x="50897" y="258"/>
                    <a:pt x="50417" y="92"/>
                  </a:cubicBezTo>
                  <a:cubicBezTo>
                    <a:pt x="50221" y="28"/>
                    <a:pt x="50020" y="1"/>
                    <a:pt x="49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6" name="Google Shape;4886;p69"/>
            <p:cNvSpPr/>
            <p:nvPr/>
          </p:nvSpPr>
          <p:spPr>
            <a:xfrm>
              <a:off x="682499" y="1323732"/>
              <a:ext cx="1148678" cy="2890954"/>
            </a:xfrm>
            <a:custGeom>
              <a:avLst/>
              <a:gdLst/>
              <a:ahLst/>
              <a:cxnLst/>
              <a:rect l="l" t="t" r="r" b="b"/>
              <a:pathLst>
                <a:path w="50636" h="127439" extrusionOk="0">
                  <a:moveTo>
                    <a:pt x="15840" y="0"/>
                  </a:moveTo>
                  <a:cubicBezTo>
                    <a:pt x="10592" y="1528"/>
                    <a:pt x="5310" y="2899"/>
                    <a:pt x="1" y="4358"/>
                  </a:cubicBezTo>
                  <a:cubicBezTo>
                    <a:pt x="4393" y="7789"/>
                    <a:pt x="7423" y="12932"/>
                    <a:pt x="8305" y="18442"/>
                  </a:cubicBezTo>
                  <a:cubicBezTo>
                    <a:pt x="8593" y="20223"/>
                    <a:pt x="8654" y="22022"/>
                    <a:pt x="9021" y="23785"/>
                  </a:cubicBezTo>
                  <a:cubicBezTo>
                    <a:pt x="9440" y="25855"/>
                    <a:pt x="10252" y="27819"/>
                    <a:pt x="10968" y="29810"/>
                  </a:cubicBezTo>
                  <a:cubicBezTo>
                    <a:pt x="14111" y="38454"/>
                    <a:pt x="15630" y="47588"/>
                    <a:pt x="17892" y="56503"/>
                  </a:cubicBezTo>
                  <a:cubicBezTo>
                    <a:pt x="19874" y="64361"/>
                    <a:pt x="22441" y="72054"/>
                    <a:pt x="25008" y="79738"/>
                  </a:cubicBezTo>
                  <a:cubicBezTo>
                    <a:pt x="27977" y="88644"/>
                    <a:pt x="30945" y="97541"/>
                    <a:pt x="33923" y="106448"/>
                  </a:cubicBezTo>
                  <a:cubicBezTo>
                    <a:pt x="36193" y="113249"/>
                    <a:pt x="38420" y="120837"/>
                    <a:pt x="36001" y="127438"/>
                  </a:cubicBezTo>
                  <a:cubicBezTo>
                    <a:pt x="40236" y="127011"/>
                    <a:pt x="44436" y="126303"/>
                    <a:pt x="48583" y="125351"/>
                  </a:cubicBezTo>
                  <a:cubicBezTo>
                    <a:pt x="49125" y="124470"/>
                    <a:pt x="49334" y="123378"/>
                    <a:pt x="49474" y="122339"/>
                  </a:cubicBezTo>
                  <a:cubicBezTo>
                    <a:pt x="50635" y="113625"/>
                    <a:pt x="48714" y="104780"/>
                    <a:pt x="45841" y="96485"/>
                  </a:cubicBezTo>
                  <a:cubicBezTo>
                    <a:pt x="42960" y="88190"/>
                    <a:pt x="39127" y="80253"/>
                    <a:pt x="36263" y="71958"/>
                  </a:cubicBezTo>
                  <a:cubicBezTo>
                    <a:pt x="32308" y="60528"/>
                    <a:pt x="30238" y="48557"/>
                    <a:pt x="28195" y="36638"/>
                  </a:cubicBezTo>
                  <a:cubicBezTo>
                    <a:pt x="27488" y="32517"/>
                    <a:pt x="26728" y="28247"/>
                    <a:pt x="24432" y="24755"/>
                  </a:cubicBezTo>
                  <a:cubicBezTo>
                    <a:pt x="23628" y="23541"/>
                    <a:pt x="22650" y="22414"/>
                    <a:pt x="22249" y="21035"/>
                  </a:cubicBezTo>
                  <a:cubicBezTo>
                    <a:pt x="21917" y="19900"/>
                    <a:pt x="22013" y="18695"/>
                    <a:pt x="22039" y="17525"/>
                  </a:cubicBezTo>
                  <a:cubicBezTo>
                    <a:pt x="22144" y="11194"/>
                    <a:pt x="19891" y="4864"/>
                    <a:pt x="158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7" name="Google Shape;4887;p69"/>
            <p:cNvSpPr/>
            <p:nvPr/>
          </p:nvSpPr>
          <p:spPr>
            <a:xfrm>
              <a:off x="1253555" y="1157540"/>
              <a:ext cx="1244930" cy="2859648"/>
            </a:xfrm>
            <a:custGeom>
              <a:avLst/>
              <a:gdLst/>
              <a:ahLst/>
              <a:cxnLst/>
              <a:rect l="l" t="t" r="r" b="b"/>
              <a:pathLst>
                <a:path w="54879" h="126059" extrusionOk="0">
                  <a:moveTo>
                    <a:pt x="11745" y="1"/>
                  </a:moveTo>
                  <a:cubicBezTo>
                    <a:pt x="10618" y="411"/>
                    <a:pt x="9501" y="804"/>
                    <a:pt x="8383" y="1206"/>
                  </a:cubicBezTo>
                  <a:cubicBezTo>
                    <a:pt x="5607" y="2376"/>
                    <a:pt x="2804" y="3423"/>
                    <a:pt x="1" y="4393"/>
                  </a:cubicBezTo>
                  <a:cubicBezTo>
                    <a:pt x="2751" y="6357"/>
                    <a:pt x="4821" y="9256"/>
                    <a:pt x="5834" y="12478"/>
                  </a:cubicBezTo>
                  <a:cubicBezTo>
                    <a:pt x="7056" y="16372"/>
                    <a:pt x="6340" y="20773"/>
                    <a:pt x="7728" y="24554"/>
                  </a:cubicBezTo>
                  <a:cubicBezTo>
                    <a:pt x="8322" y="26161"/>
                    <a:pt x="9457" y="27505"/>
                    <a:pt x="10487" y="28894"/>
                  </a:cubicBezTo>
                  <a:cubicBezTo>
                    <a:pt x="19778" y="41362"/>
                    <a:pt x="20651" y="57961"/>
                    <a:pt x="25506" y="72726"/>
                  </a:cubicBezTo>
                  <a:cubicBezTo>
                    <a:pt x="28483" y="81772"/>
                    <a:pt x="33006" y="90224"/>
                    <a:pt x="36717" y="99000"/>
                  </a:cubicBezTo>
                  <a:cubicBezTo>
                    <a:pt x="40349" y="107592"/>
                    <a:pt x="43240" y="116742"/>
                    <a:pt x="42916" y="126059"/>
                  </a:cubicBezTo>
                  <a:cubicBezTo>
                    <a:pt x="47038" y="124182"/>
                    <a:pt x="51037" y="122042"/>
                    <a:pt x="54861" y="119641"/>
                  </a:cubicBezTo>
                  <a:cubicBezTo>
                    <a:pt x="54879" y="119405"/>
                    <a:pt x="54879" y="119205"/>
                    <a:pt x="54861" y="118986"/>
                  </a:cubicBezTo>
                  <a:cubicBezTo>
                    <a:pt x="54669" y="111748"/>
                    <a:pt x="53202" y="104527"/>
                    <a:pt x="50565" y="97786"/>
                  </a:cubicBezTo>
                  <a:cubicBezTo>
                    <a:pt x="48217" y="91779"/>
                    <a:pt x="44951" y="86182"/>
                    <a:pt x="42419" y="80253"/>
                  </a:cubicBezTo>
                  <a:cubicBezTo>
                    <a:pt x="38306" y="70674"/>
                    <a:pt x="37136" y="60004"/>
                    <a:pt x="33024" y="50530"/>
                  </a:cubicBezTo>
                  <a:cubicBezTo>
                    <a:pt x="29077" y="41432"/>
                    <a:pt x="25916" y="32264"/>
                    <a:pt x="20433" y="23855"/>
                  </a:cubicBezTo>
                  <a:cubicBezTo>
                    <a:pt x="19822" y="22912"/>
                    <a:pt x="19175" y="21961"/>
                    <a:pt x="18800" y="20904"/>
                  </a:cubicBezTo>
                  <a:cubicBezTo>
                    <a:pt x="18355" y="19647"/>
                    <a:pt x="18302" y="18285"/>
                    <a:pt x="18180" y="16957"/>
                  </a:cubicBezTo>
                  <a:cubicBezTo>
                    <a:pt x="17595" y="10714"/>
                    <a:pt x="15194" y="5126"/>
                    <a:pt x="117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8" name="Google Shape;4888;p69"/>
            <p:cNvSpPr/>
            <p:nvPr/>
          </p:nvSpPr>
          <p:spPr>
            <a:xfrm>
              <a:off x="826301" y="1572907"/>
              <a:ext cx="939114" cy="317340"/>
            </a:xfrm>
            <a:custGeom>
              <a:avLst/>
              <a:gdLst/>
              <a:ahLst/>
              <a:cxnLst/>
              <a:rect l="l" t="t" r="r" b="b"/>
              <a:pathLst>
                <a:path w="41398" h="13989" extrusionOk="0">
                  <a:moveTo>
                    <a:pt x="41397" y="1"/>
                  </a:moveTo>
                  <a:cubicBezTo>
                    <a:pt x="40515" y="245"/>
                    <a:pt x="39642" y="516"/>
                    <a:pt x="38769" y="804"/>
                  </a:cubicBezTo>
                  <a:cubicBezTo>
                    <a:pt x="37896" y="1075"/>
                    <a:pt x="37023" y="1363"/>
                    <a:pt x="36158" y="1642"/>
                  </a:cubicBezTo>
                  <a:cubicBezTo>
                    <a:pt x="35285" y="1931"/>
                    <a:pt x="34429" y="2210"/>
                    <a:pt x="33565" y="2507"/>
                  </a:cubicBezTo>
                  <a:cubicBezTo>
                    <a:pt x="33128" y="2638"/>
                    <a:pt x="32701" y="2786"/>
                    <a:pt x="32264" y="2935"/>
                  </a:cubicBezTo>
                  <a:cubicBezTo>
                    <a:pt x="31845" y="3074"/>
                    <a:pt x="31408" y="3214"/>
                    <a:pt x="30980" y="3371"/>
                  </a:cubicBezTo>
                  <a:lnTo>
                    <a:pt x="20651" y="6864"/>
                  </a:lnTo>
                  <a:lnTo>
                    <a:pt x="10330" y="10357"/>
                  </a:lnTo>
                  <a:cubicBezTo>
                    <a:pt x="9902" y="10496"/>
                    <a:pt x="9466" y="10645"/>
                    <a:pt x="9038" y="10793"/>
                  </a:cubicBezTo>
                  <a:cubicBezTo>
                    <a:pt x="8610" y="10942"/>
                    <a:pt x="8174" y="11081"/>
                    <a:pt x="7755" y="11238"/>
                  </a:cubicBezTo>
                  <a:cubicBezTo>
                    <a:pt x="6890" y="11535"/>
                    <a:pt x="6026" y="11832"/>
                    <a:pt x="5170" y="12138"/>
                  </a:cubicBezTo>
                  <a:cubicBezTo>
                    <a:pt x="4306" y="12426"/>
                    <a:pt x="3441" y="12723"/>
                    <a:pt x="2577" y="13037"/>
                  </a:cubicBezTo>
                  <a:cubicBezTo>
                    <a:pt x="1721" y="13343"/>
                    <a:pt x="865" y="13666"/>
                    <a:pt x="1" y="13989"/>
                  </a:cubicBezTo>
                  <a:cubicBezTo>
                    <a:pt x="909" y="13884"/>
                    <a:pt x="1817" y="13753"/>
                    <a:pt x="2716" y="13613"/>
                  </a:cubicBezTo>
                  <a:cubicBezTo>
                    <a:pt x="3625" y="13465"/>
                    <a:pt x="4533" y="13299"/>
                    <a:pt x="5423" y="13124"/>
                  </a:cubicBezTo>
                  <a:cubicBezTo>
                    <a:pt x="6323" y="12941"/>
                    <a:pt x="7213" y="12758"/>
                    <a:pt x="8113" y="12557"/>
                  </a:cubicBezTo>
                  <a:cubicBezTo>
                    <a:pt x="8558" y="12461"/>
                    <a:pt x="9003" y="12365"/>
                    <a:pt x="9457" y="12251"/>
                  </a:cubicBezTo>
                  <a:cubicBezTo>
                    <a:pt x="9894" y="12146"/>
                    <a:pt x="10339" y="12042"/>
                    <a:pt x="10784" y="11937"/>
                  </a:cubicBezTo>
                  <a:cubicBezTo>
                    <a:pt x="14329" y="11055"/>
                    <a:pt x="17848" y="10016"/>
                    <a:pt x="21315" y="8846"/>
                  </a:cubicBezTo>
                  <a:cubicBezTo>
                    <a:pt x="24790" y="7685"/>
                    <a:pt x="28204" y="6357"/>
                    <a:pt x="31565" y="4908"/>
                  </a:cubicBezTo>
                  <a:cubicBezTo>
                    <a:pt x="31993" y="4725"/>
                    <a:pt x="32412" y="4533"/>
                    <a:pt x="32823" y="4349"/>
                  </a:cubicBezTo>
                  <a:cubicBezTo>
                    <a:pt x="33251" y="4166"/>
                    <a:pt x="33661" y="3982"/>
                    <a:pt x="34080" y="3782"/>
                  </a:cubicBezTo>
                  <a:cubicBezTo>
                    <a:pt x="34910" y="3389"/>
                    <a:pt x="35739" y="2996"/>
                    <a:pt x="36560" y="2594"/>
                  </a:cubicBezTo>
                  <a:cubicBezTo>
                    <a:pt x="37372" y="2184"/>
                    <a:pt x="38193" y="1765"/>
                    <a:pt x="38996" y="1337"/>
                  </a:cubicBezTo>
                  <a:cubicBezTo>
                    <a:pt x="39808" y="900"/>
                    <a:pt x="40603" y="455"/>
                    <a:pt x="413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9" name="Google Shape;4889;p69"/>
            <p:cNvSpPr/>
            <p:nvPr/>
          </p:nvSpPr>
          <p:spPr>
            <a:xfrm>
              <a:off x="550993" y="1496050"/>
              <a:ext cx="2131301" cy="2725580"/>
            </a:xfrm>
            <a:custGeom>
              <a:avLst/>
              <a:gdLst/>
              <a:ahLst/>
              <a:cxnLst/>
              <a:rect l="l" t="t" r="r" b="b"/>
              <a:pathLst>
                <a:path w="93952" h="120149" extrusionOk="0">
                  <a:moveTo>
                    <a:pt x="0" y="1"/>
                  </a:moveTo>
                  <a:cubicBezTo>
                    <a:pt x="0" y="245"/>
                    <a:pt x="26" y="481"/>
                    <a:pt x="52" y="708"/>
                  </a:cubicBezTo>
                  <a:cubicBezTo>
                    <a:pt x="690" y="6707"/>
                    <a:pt x="1423" y="12976"/>
                    <a:pt x="4933" y="17857"/>
                  </a:cubicBezTo>
                  <a:cubicBezTo>
                    <a:pt x="5457" y="18591"/>
                    <a:pt x="6051" y="19289"/>
                    <a:pt x="6435" y="20110"/>
                  </a:cubicBezTo>
                  <a:cubicBezTo>
                    <a:pt x="6924" y="21158"/>
                    <a:pt x="7029" y="22345"/>
                    <a:pt x="7177" y="23489"/>
                  </a:cubicBezTo>
                  <a:cubicBezTo>
                    <a:pt x="8775" y="37058"/>
                    <a:pt x="14040" y="49989"/>
                    <a:pt x="18537" y="62781"/>
                  </a:cubicBezTo>
                  <a:cubicBezTo>
                    <a:pt x="23226" y="76132"/>
                    <a:pt x="27181" y="89744"/>
                    <a:pt x="30368" y="103540"/>
                  </a:cubicBezTo>
                  <a:cubicBezTo>
                    <a:pt x="31434" y="108168"/>
                    <a:pt x="32420" y="112813"/>
                    <a:pt x="33966" y="117301"/>
                  </a:cubicBezTo>
                  <a:cubicBezTo>
                    <a:pt x="34254" y="118131"/>
                    <a:pt x="34594" y="119004"/>
                    <a:pt x="35293" y="119537"/>
                  </a:cubicBezTo>
                  <a:cubicBezTo>
                    <a:pt x="35934" y="120032"/>
                    <a:pt x="36751" y="120149"/>
                    <a:pt x="37571" y="120149"/>
                  </a:cubicBezTo>
                  <a:cubicBezTo>
                    <a:pt x="37879" y="120149"/>
                    <a:pt x="38188" y="120132"/>
                    <a:pt x="38489" y="120113"/>
                  </a:cubicBezTo>
                  <a:cubicBezTo>
                    <a:pt x="57820" y="118795"/>
                    <a:pt x="76733" y="111827"/>
                    <a:pt x="92310" y="100301"/>
                  </a:cubicBezTo>
                  <a:cubicBezTo>
                    <a:pt x="92816" y="99926"/>
                    <a:pt x="93358" y="99515"/>
                    <a:pt x="93620" y="98930"/>
                  </a:cubicBezTo>
                  <a:cubicBezTo>
                    <a:pt x="93952" y="98179"/>
                    <a:pt x="93777" y="97306"/>
                    <a:pt x="93594" y="96494"/>
                  </a:cubicBezTo>
                  <a:cubicBezTo>
                    <a:pt x="93559" y="96363"/>
                    <a:pt x="93532" y="96223"/>
                    <a:pt x="93498" y="96092"/>
                  </a:cubicBezTo>
                  <a:cubicBezTo>
                    <a:pt x="92240" y="99812"/>
                    <a:pt x="88433" y="102545"/>
                    <a:pt x="84871" y="104606"/>
                  </a:cubicBezTo>
                  <a:cubicBezTo>
                    <a:pt x="77248" y="109024"/>
                    <a:pt x="69180" y="112848"/>
                    <a:pt x="60641" y="115162"/>
                  </a:cubicBezTo>
                  <a:cubicBezTo>
                    <a:pt x="56336" y="116332"/>
                    <a:pt x="51900" y="117118"/>
                    <a:pt x="47439" y="117345"/>
                  </a:cubicBezTo>
                  <a:cubicBezTo>
                    <a:pt x="45908" y="117426"/>
                    <a:pt x="43858" y="117658"/>
                    <a:pt x="41841" y="117658"/>
                  </a:cubicBezTo>
                  <a:cubicBezTo>
                    <a:pt x="39715" y="117658"/>
                    <a:pt x="37625" y="117400"/>
                    <a:pt x="36219" y="116437"/>
                  </a:cubicBezTo>
                  <a:cubicBezTo>
                    <a:pt x="34638" y="115346"/>
                    <a:pt x="33940" y="113390"/>
                    <a:pt x="33363" y="111556"/>
                  </a:cubicBezTo>
                  <a:cubicBezTo>
                    <a:pt x="29460" y="98895"/>
                    <a:pt x="27112" y="85798"/>
                    <a:pt x="23217" y="73137"/>
                  </a:cubicBezTo>
                  <a:cubicBezTo>
                    <a:pt x="19585" y="61323"/>
                    <a:pt x="14617" y="49867"/>
                    <a:pt x="12198" y="37748"/>
                  </a:cubicBezTo>
                  <a:cubicBezTo>
                    <a:pt x="11063" y="32072"/>
                    <a:pt x="10295" y="26335"/>
                    <a:pt x="9011" y="20695"/>
                  </a:cubicBezTo>
                  <a:cubicBezTo>
                    <a:pt x="8889" y="20180"/>
                    <a:pt x="8767" y="19673"/>
                    <a:pt x="8758" y="19141"/>
                  </a:cubicBezTo>
                  <a:cubicBezTo>
                    <a:pt x="8749" y="18687"/>
                    <a:pt x="8810" y="18241"/>
                    <a:pt x="8863" y="17787"/>
                  </a:cubicBezTo>
                  <a:cubicBezTo>
                    <a:pt x="9256" y="14399"/>
                    <a:pt x="8662" y="10889"/>
                    <a:pt x="7177" y="7816"/>
                  </a:cubicBezTo>
                  <a:cubicBezTo>
                    <a:pt x="6365" y="6148"/>
                    <a:pt x="5309" y="4611"/>
                    <a:pt x="4034" y="3267"/>
                  </a:cubicBezTo>
                  <a:cubicBezTo>
                    <a:pt x="2820" y="1974"/>
                    <a:pt x="1240" y="1188"/>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0" name="Google Shape;4890;p69"/>
            <p:cNvSpPr/>
            <p:nvPr/>
          </p:nvSpPr>
          <p:spPr>
            <a:xfrm>
              <a:off x="1141263" y="2525665"/>
              <a:ext cx="1336827" cy="1466789"/>
            </a:xfrm>
            <a:custGeom>
              <a:avLst/>
              <a:gdLst/>
              <a:ahLst/>
              <a:cxnLst/>
              <a:rect l="l" t="t" r="r" b="b"/>
              <a:pathLst>
                <a:path w="58930" h="64659" extrusionOk="0">
                  <a:moveTo>
                    <a:pt x="0" y="1"/>
                  </a:moveTo>
                  <a:cubicBezTo>
                    <a:pt x="1642" y="9047"/>
                    <a:pt x="2235" y="19306"/>
                    <a:pt x="5571" y="27898"/>
                  </a:cubicBezTo>
                  <a:cubicBezTo>
                    <a:pt x="8801" y="36255"/>
                    <a:pt x="9727" y="45065"/>
                    <a:pt x="10076" y="54023"/>
                  </a:cubicBezTo>
                  <a:cubicBezTo>
                    <a:pt x="10216" y="57682"/>
                    <a:pt x="10626" y="62056"/>
                    <a:pt x="13866" y="63768"/>
                  </a:cubicBezTo>
                  <a:cubicBezTo>
                    <a:pt x="15062" y="64405"/>
                    <a:pt x="16459" y="64536"/>
                    <a:pt x="17812" y="64597"/>
                  </a:cubicBezTo>
                  <a:cubicBezTo>
                    <a:pt x="18663" y="64638"/>
                    <a:pt x="19513" y="64659"/>
                    <a:pt x="20364" y="64659"/>
                  </a:cubicBezTo>
                  <a:cubicBezTo>
                    <a:pt x="34566" y="64659"/>
                    <a:pt x="48714" y="58994"/>
                    <a:pt x="58929" y="49125"/>
                  </a:cubicBezTo>
                  <a:lnTo>
                    <a:pt x="58929" y="49125"/>
                  </a:lnTo>
                  <a:cubicBezTo>
                    <a:pt x="50395" y="53019"/>
                    <a:pt x="41376" y="56789"/>
                    <a:pt x="32060" y="56789"/>
                  </a:cubicBezTo>
                  <a:cubicBezTo>
                    <a:pt x="31225" y="56789"/>
                    <a:pt x="30387" y="56758"/>
                    <a:pt x="29548" y="56695"/>
                  </a:cubicBezTo>
                  <a:cubicBezTo>
                    <a:pt x="26919" y="56503"/>
                    <a:pt x="24239" y="55944"/>
                    <a:pt x="22047" y="54486"/>
                  </a:cubicBezTo>
                  <a:cubicBezTo>
                    <a:pt x="18817" y="52329"/>
                    <a:pt x="17123" y="48566"/>
                    <a:pt x="15586" y="45012"/>
                  </a:cubicBezTo>
                  <a:cubicBezTo>
                    <a:pt x="9282" y="30404"/>
                    <a:pt x="2925" y="15639"/>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1" name="Google Shape;4891;p69"/>
            <p:cNvSpPr/>
            <p:nvPr/>
          </p:nvSpPr>
          <p:spPr>
            <a:xfrm>
              <a:off x="933875" y="1731681"/>
              <a:ext cx="1213035" cy="807473"/>
            </a:xfrm>
            <a:custGeom>
              <a:avLst/>
              <a:gdLst/>
              <a:ahLst/>
              <a:cxnLst/>
              <a:rect l="l" t="t" r="r" b="b"/>
              <a:pathLst>
                <a:path w="53473" h="35595" extrusionOk="0">
                  <a:moveTo>
                    <a:pt x="40242" y="1"/>
                  </a:moveTo>
                  <a:cubicBezTo>
                    <a:pt x="39604" y="1"/>
                    <a:pt x="38957" y="134"/>
                    <a:pt x="38323" y="267"/>
                  </a:cubicBezTo>
                  <a:cubicBezTo>
                    <a:pt x="31050" y="1803"/>
                    <a:pt x="23881" y="3803"/>
                    <a:pt x="16861" y="6256"/>
                  </a:cubicBezTo>
                  <a:cubicBezTo>
                    <a:pt x="13403" y="7470"/>
                    <a:pt x="0" y="10168"/>
                    <a:pt x="5134" y="15739"/>
                  </a:cubicBezTo>
                  <a:cubicBezTo>
                    <a:pt x="14578" y="11535"/>
                    <a:pt x="23341" y="8203"/>
                    <a:pt x="33433" y="8203"/>
                  </a:cubicBezTo>
                  <a:cubicBezTo>
                    <a:pt x="35163" y="8203"/>
                    <a:pt x="36932" y="8301"/>
                    <a:pt x="38751" y="8509"/>
                  </a:cubicBezTo>
                  <a:cubicBezTo>
                    <a:pt x="40270" y="8684"/>
                    <a:pt x="41833" y="8928"/>
                    <a:pt x="43134" y="9749"/>
                  </a:cubicBezTo>
                  <a:cubicBezTo>
                    <a:pt x="44330" y="10500"/>
                    <a:pt x="45203" y="11670"/>
                    <a:pt x="45972" y="12875"/>
                  </a:cubicBezTo>
                  <a:cubicBezTo>
                    <a:pt x="49026" y="17658"/>
                    <a:pt x="50733" y="23099"/>
                    <a:pt x="52021" y="28656"/>
                  </a:cubicBezTo>
                  <a:lnTo>
                    <a:pt x="52021" y="28656"/>
                  </a:lnTo>
                  <a:cubicBezTo>
                    <a:pt x="50493" y="19298"/>
                    <a:pt x="50004" y="9541"/>
                    <a:pt x="44129" y="2327"/>
                  </a:cubicBezTo>
                  <a:cubicBezTo>
                    <a:pt x="43317" y="1332"/>
                    <a:pt x="42348" y="371"/>
                    <a:pt x="41091" y="92"/>
                  </a:cubicBezTo>
                  <a:cubicBezTo>
                    <a:pt x="40811" y="27"/>
                    <a:pt x="40527" y="1"/>
                    <a:pt x="40242" y="1"/>
                  </a:cubicBezTo>
                  <a:close/>
                  <a:moveTo>
                    <a:pt x="52021" y="28656"/>
                  </a:moveTo>
                  <a:cubicBezTo>
                    <a:pt x="52405" y="31010"/>
                    <a:pt x="52855" y="33338"/>
                    <a:pt x="53472" y="35595"/>
                  </a:cubicBezTo>
                  <a:cubicBezTo>
                    <a:pt x="53016" y="33288"/>
                    <a:pt x="52555" y="30962"/>
                    <a:pt x="52021" y="2865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2" name="Google Shape;4892;p69"/>
            <p:cNvSpPr/>
            <p:nvPr/>
          </p:nvSpPr>
          <p:spPr>
            <a:xfrm>
              <a:off x="1146209" y="2031467"/>
              <a:ext cx="511842" cy="1840752"/>
            </a:xfrm>
            <a:custGeom>
              <a:avLst/>
              <a:gdLst/>
              <a:ahLst/>
              <a:cxnLst/>
              <a:rect l="l" t="t" r="r" b="b"/>
              <a:pathLst>
                <a:path w="22563" h="81144" extrusionOk="0">
                  <a:moveTo>
                    <a:pt x="0" y="1"/>
                  </a:moveTo>
                  <a:cubicBezTo>
                    <a:pt x="1031" y="6960"/>
                    <a:pt x="2419" y="13884"/>
                    <a:pt x="4061" y="20747"/>
                  </a:cubicBezTo>
                  <a:cubicBezTo>
                    <a:pt x="5685" y="27601"/>
                    <a:pt x="7579" y="34403"/>
                    <a:pt x="9684" y="41126"/>
                  </a:cubicBezTo>
                  <a:cubicBezTo>
                    <a:pt x="11797" y="47850"/>
                    <a:pt x="14145" y="54503"/>
                    <a:pt x="16730" y="61052"/>
                  </a:cubicBezTo>
                  <a:cubicBezTo>
                    <a:pt x="18022" y="64326"/>
                    <a:pt x="19297" y="67583"/>
                    <a:pt x="20354" y="70910"/>
                  </a:cubicBezTo>
                  <a:cubicBezTo>
                    <a:pt x="20895" y="72569"/>
                    <a:pt x="21349" y="74263"/>
                    <a:pt x="21733" y="75966"/>
                  </a:cubicBezTo>
                  <a:cubicBezTo>
                    <a:pt x="21925" y="76813"/>
                    <a:pt x="22082" y="77677"/>
                    <a:pt x="22222" y="78541"/>
                  </a:cubicBezTo>
                  <a:cubicBezTo>
                    <a:pt x="22275" y="78960"/>
                    <a:pt x="22353" y="79397"/>
                    <a:pt x="22414" y="79834"/>
                  </a:cubicBezTo>
                  <a:cubicBezTo>
                    <a:pt x="22458" y="80270"/>
                    <a:pt x="22493" y="80707"/>
                    <a:pt x="22554" y="81143"/>
                  </a:cubicBezTo>
                  <a:cubicBezTo>
                    <a:pt x="22554" y="80707"/>
                    <a:pt x="22563" y="80262"/>
                    <a:pt x="22563" y="79825"/>
                  </a:cubicBezTo>
                  <a:cubicBezTo>
                    <a:pt x="22554" y="79388"/>
                    <a:pt x="22528" y="78952"/>
                    <a:pt x="22519" y="78506"/>
                  </a:cubicBezTo>
                  <a:cubicBezTo>
                    <a:pt x="22467" y="77625"/>
                    <a:pt x="22388" y="76751"/>
                    <a:pt x="22275" y="75861"/>
                  </a:cubicBezTo>
                  <a:cubicBezTo>
                    <a:pt x="22056" y="74106"/>
                    <a:pt x="21724" y="72359"/>
                    <a:pt x="21323" y="70639"/>
                  </a:cubicBezTo>
                  <a:cubicBezTo>
                    <a:pt x="20502" y="67190"/>
                    <a:pt x="19376" y="63829"/>
                    <a:pt x="18241" y="60493"/>
                  </a:cubicBezTo>
                  <a:cubicBezTo>
                    <a:pt x="15944" y="53848"/>
                    <a:pt x="13753" y="47195"/>
                    <a:pt x="11640" y="40498"/>
                  </a:cubicBezTo>
                  <a:cubicBezTo>
                    <a:pt x="9544" y="33809"/>
                    <a:pt x="7527" y="27086"/>
                    <a:pt x="5615" y="20328"/>
                  </a:cubicBezTo>
                  <a:cubicBezTo>
                    <a:pt x="3668" y="13578"/>
                    <a:pt x="1869" y="679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69"/>
            <p:cNvSpPr/>
            <p:nvPr/>
          </p:nvSpPr>
          <p:spPr>
            <a:xfrm>
              <a:off x="1397176" y="1908263"/>
              <a:ext cx="617032" cy="1911257"/>
            </a:xfrm>
            <a:custGeom>
              <a:avLst/>
              <a:gdLst/>
              <a:ahLst/>
              <a:cxnLst/>
              <a:rect l="l" t="t" r="r" b="b"/>
              <a:pathLst>
                <a:path w="27200" h="84252" extrusionOk="0">
                  <a:moveTo>
                    <a:pt x="0" y="0"/>
                  </a:moveTo>
                  <a:lnTo>
                    <a:pt x="0" y="0"/>
                  </a:lnTo>
                  <a:cubicBezTo>
                    <a:pt x="2244" y="7064"/>
                    <a:pt x="4287" y="14172"/>
                    <a:pt x="5973" y="21332"/>
                  </a:cubicBezTo>
                  <a:cubicBezTo>
                    <a:pt x="6828" y="24912"/>
                    <a:pt x="7597" y="28509"/>
                    <a:pt x="8295" y="32133"/>
                  </a:cubicBezTo>
                  <a:cubicBezTo>
                    <a:pt x="8636" y="33958"/>
                    <a:pt x="9002" y="35774"/>
                    <a:pt x="9360" y="37590"/>
                  </a:cubicBezTo>
                  <a:cubicBezTo>
                    <a:pt x="9718" y="39415"/>
                    <a:pt x="10120" y="41240"/>
                    <a:pt x="10574" y="43047"/>
                  </a:cubicBezTo>
                  <a:cubicBezTo>
                    <a:pt x="11028" y="44863"/>
                    <a:pt x="11535" y="46662"/>
                    <a:pt x="12120" y="48452"/>
                  </a:cubicBezTo>
                  <a:cubicBezTo>
                    <a:pt x="12722" y="50242"/>
                    <a:pt x="13386" y="51988"/>
                    <a:pt x="14119" y="53717"/>
                  </a:cubicBezTo>
                  <a:cubicBezTo>
                    <a:pt x="14853" y="55437"/>
                    <a:pt x="15612" y="57140"/>
                    <a:pt x="16424" y="58808"/>
                  </a:cubicBezTo>
                  <a:cubicBezTo>
                    <a:pt x="16817" y="59655"/>
                    <a:pt x="17219" y="60493"/>
                    <a:pt x="17638" y="61323"/>
                  </a:cubicBezTo>
                  <a:lnTo>
                    <a:pt x="18869" y="63811"/>
                  </a:lnTo>
                  <a:cubicBezTo>
                    <a:pt x="20519" y="67120"/>
                    <a:pt x="22161" y="70412"/>
                    <a:pt x="23628" y="73800"/>
                  </a:cubicBezTo>
                  <a:cubicBezTo>
                    <a:pt x="24361" y="75485"/>
                    <a:pt x="25025" y="77205"/>
                    <a:pt x="25636" y="78934"/>
                  </a:cubicBezTo>
                  <a:lnTo>
                    <a:pt x="25863" y="79589"/>
                  </a:lnTo>
                  <a:lnTo>
                    <a:pt x="26073" y="80244"/>
                  </a:lnTo>
                  <a:cubicBezTo>
                    <a:pt x="26212" y="80681"/>
                    <a:pt x="26343" y="81117"/>
                    <a:pt x="26474" y="81571"/>
                  </a:cubicBezTo>
                  <a:lnTo>
                    <a:pt x="26570" y="81894"/>
                  </a:lnTo>
                  <a:lnTo>
                    <a:pt x="26658" y="82235"/>
                  </a:lnTo>
                  <a:lnTo>
                    <a:pt x="26850" y="82898"/>
                  </a:lnTo>
                  <a:cubicBezTo>
                    <a:pt x="26911" y="83125"/>
                    <a:pt x="26963" y="83344"/>
                    <a:pt x="27024" y="83579"/>
                  </a:cubicBezTo>
                  <a:lnTo>
                    <a:pt x="27199" y="84252"/>
                  </a:lnTo>
                  <a:cubicBezTo>
                    <a:pt x="27138" y="83798"/>
                    <a:pt x="27086" y="83335"/>
                    <a:pt x="27007" y="82881"/>
                  </a:cubicBezTo>
                  <a:lnTo>
                    <a:pt x="26902" y="82191"/>
                  </a:lnTo>
                  <a:lnTo>
                    <a:pt x="26850" y="81842"/>
                  </a:lnTo>
                  <a:lnTo>
                    <a:pt x="26780" y="81501"/>
                  </a:lnTo>
                  <a:cubicBezTo>
                    <a:pt x="26693" y="81047"/>
                    <a:pt x="26605" y="80585"/>
                    <a:pt x="26501" y="80139"/>
                  </a:cubicBezTo>
                  <a:lnTo>
                    <a:pt x="26343" y="79458"/>
                  </a:lnTo>
                  <a:lnTo>
                    <a:pt x="26177" y="78786"/>
                  </a:lnTo>
                  <a:cubicBezTo>
                    <a:pt x="25732" y="76970"/>
                    <a:pt x="25173" y="75197"/>
                    <a:pt x="24562" y="73433"/>
                  </a:cubicBezTo>
                  <a:cubicBezTo>
                    <a:pt x="23331" y="69923"/>
                    <a:pt x="21847" y="66509"/>
                    <a:pt x="20327" y="63121"/>
                  </a:cubicBezTo>
                  <a:lnTo>
                    <a:pt x="19192" y="60589"/>
                  </a:lnTo>
                  <a:lnTo>
                    <a:pt x="18075" y="58057"/>
                  </a:lnTo>
                  <a:cubicBezTo>
                    <a:pt x="17341" y="56380"/>
                    <a:pt x="16608" y="54687"/>
                    <a:pt x="15935" y="52984"/>
                  </a:cubicBezTo>
                  <a:cubicBezTo>
                    <a:pt x="15254" y="51281"/>
                    <a:pt x="14626" y="49570"/>
                    <a:pt x="14067" y="47832"/>
                  </a:cubicBezTo>
                  <a:cubicBezTo>
                    <a:pt x="13508" y="46095"/>
                    <a:pt x="13019" y="44340"/>
                    <a:pt x="12582" y="42558"/>
                  </a:cubicBezTo>
                  <a:cubicBezTo>
                    <a:pt x="12137" y="40795"/>
                    <a:pt x="11744" y="38987"/>
                    <a:pt x="11360" y="37188"/>
                  </a:cubicBezTo>
                  <a:lnTo>
                    <a:pt x="10216" y="31766"/>
                  </a:lnTo>
                  <a:cubicBezTo>
                    <a:pt x="9823" y="29950"/>
                    <a:pt x="9413" y="28134"/>
                    <a:pt x="8968" y="26326"/>
                  </a:cubicBezTo>
                  <a:cubicBezTo>
                    <a:pt x="8749" y="25427"/>
                    <a:pt x="8514" y="24519"/>
                    <a:pt x="8278" y="23619"/>
                  </a:cubicBezTo>
                  <a:cubicBezTo>
                    <a:pt x="8042" y="22729"/>
                    <a:pt x="7798" y="21829"/>
                    <a:pt x="7553" y="20939"/>
                  </a:cubicBezTo>
                  <a:cubicBezTo>
                    <a:pt x="5527" y="13779"/>
                    <a:pt x="3056" y="6759"/>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69"/>
            <p:cNvSpPr/>
            <p:nvPr/>
          </p:nvSpPr>
          <p:spPr>
            <a:xfrm>
              <a:off x="1610100" y="1797741"/>
              <a:ext cx="770133" cy="1850438"/>
            </a:xfrm>
            <a:custGeom>
              <a:avLst/>
              <a:gdLst/>
              <a:ahLst/>
              <a:cxnLst/>
              <a:rect l="l" t="t" r="r" b="b"/>
              <a:pathLst>
                <a:path w="33949" h="81571" extrusionOk="0">
                  <a:moveTo>
                    <a:pt x="1" y="0"/>
                  </a:moveTo>
                  <a:lnTo>
                    <a:pt x="1" y="0"/>
                  </a:lnTo>
                  <a:cubicBezTo>
                    <a:pt x="236" y="393"/>
                    <a:pt x="490" y="786"/>
                    <a:pt x="769" y="1153"/>
                  </a:cubicBezTo>
                  <a:cubicBezTo>
                    <a:pt x="1022" y="1537"/>
                    <a:pt x="1249" y="1939"/>
                    <a:pt x="1494" y="2332"/>
                  </a:cubicBezTo>
                  <a:lnTo>
                    <a:pt x="1852" y="2917"/>
                  </a:lnTo>
                  <a:cubicBezTo>
                    <a:pt x="1974" y="3117"/>
                    <a:pt x="2079" y="3327"/>
                    <a:pt x="2192" y="3519"/>
                  </a:cubicBezTo>
                  <a:cubicBezTo>
                    <a:pt x="2411" y="3921"/>
                    <a:pt x="2638" y="4331"/>
                    <a:pt x="2856" y="4733"/>
                  </a:cubicBezTo>
                  <a:cubicBezTo>
                    <a:pt x="3720" y="6357"/>
                    <a:pt x="4515" y="8016"/>
                    <a:pt x="5257" y="9701"/>
                  </a:cubicBezTo>
                  <a:cubicBezTo>
                    <a:pt x="6715" y="13063"/>
                    <a:pt x="7955" y="16529"/>
                    <a:pt x="9055" y="20031"/>
                  </a:cubicBezTo>
                  <a:cubicBezTo>
                    <a:pt x="11273" y="27051"/>
                    <a:pt x="13002" y="34237"/>
                    <a:pt x="15263" y="41327"/>
                  </a:cubicBezTo>
                  <a:cubicBezTo>
                    <a:pt x="16399" y="44881"/>
                    <a:pt x="17647" y="48400"/>
                    <a:pt x="19175" y="51822"/>
                  </a:cubicBezTo>
                  <a:cubicBezTo>
                    <a:pt x="19542" y="52669"/>
                    <a:pt x="19944" y="53508"/>
                    <a:pt x="20354" y="54363"/>
                  </a:cubicBezTo>
                  <a:lnTo>
                    <a:pt x="20983" y="55612"/>
                  </a:lnTo>
                  <a:cubicBezTo>
                    <a:pt x="21079" y="55821"/>
                    <a:pt x="21192" y="56031"/>
                    <a:pt x="21297" y="56241"/>
                  </a:cubicBezTo>
                  <a:lnTo>
                    <a:pt x="21629" y="56852"/>
                  </a:lnTo>
                  <a:cubicBezTo>
                    <a:pt x="21847" y="57262"/>
                    <a:pt x="22065" y="57681"/>
                    <a:pt x="22292" y="58083"/>
                  </a:cubicBezTo>
                  <a:lnTo>
                    <a:pt x="22982" y="59305"/>
                  </a:lnTo>
                  <a:cubicBezTo>
                    <a:pt x="23436" y="60109"/>
                    <a:pt x="23908" y="60921"/>
                    <a:pt x="24379" y="61715"/>
                  </a:cubicBezTo>
                  <a:cubicBezTo>
                    <a:pt x="26256" y="64911"/>
                    <a:pt x="28169" y="68054"/>
                    <a:pt x="29871" y="71320"/>
                  </a:cubicBezTo>
                  <a:lnTo>
                    <a:pt x="30491" y="72551"/>
                  </a:lnTo>
                  <a:lnTo>
                    <a:pt x="30788" y="73180"/>
                  </a:lnTo>
                  <a:lnTo>
                    <a:pt x="31076" y="73800"/>
                  </a:lnTo>
                  <a:lnTo>
                    <a:pt x="31373" y="74420"/>
                  </a:lnTo>
                  <a:cubicBezTo>
                    <a:pt x="31469" y="74629"/>
                    <a:pt x="31557" y="74848"/>
                    <a:pt x="31644" y="75057"/>
                  </a:cubicBezTo>
                  <a:cubicBezTo>
                    <a:pt x="31818" y="75476"/>
                    <a:pt x="32019" y="75895"/>
                    <a:pt x="32194" y="76323"/>
                  </a:cubicBezTo>
                  <a:lnTo>
                    <a:pt x="32692" y="77607"/>
                  </a:lnTo>
                  <a:lnTo>
                    <a:pt x="32814" y="77939"/>
                  </a:lnTo>
                  <a:cubicBezTo>
                    <a:pt x="32849" y="78043"/>
                    <a:pt x="32892" y="78157"/>
                    <a:pt x="32927" y="78262"/>
                  </a:cubicBezTo>
                  <a:lnTo>
                    <a:pt x="33146" y="78917"/>
                  </a:lnTo>
                  <a:cubicBezTo>
                    <a:pt x="33469" y="79781"/>
                    <a:pt x="33678" y="80689"/>
                    <a:pt x="33949" y="81571"/>
                  </a:cubicBezTo>
                  <a:lnTo>
                    <a:pt x="33722" y="80191"/>
                  </a:lnTo>
                  <a:lnTo>
                    <a:pt x="33670" y="79860"/>
                  </a:lnTo>
                  <a:lnTo>
                    <a:pt x="33635" y="79685"/>
                  </a:lnTo>
                  <a:lnTo>
                    <a:pt x="33600" y="79510"/>
                  </a:lnTo>
                  <a:lnTo>
                    <a:pt x="33451" y="78829"/>
                  </a:lnTo>
                  <a:lnTo>
                    <a:pt x="33294" y="78157"/>
                  </a:lnTo>
                  <a:cubicBezTo>
                    <a:pt x="33277" y="78043"/>
                    <a:pt x="33250" y="77930"/>
                    <a:pt x="33215" y="77816"/>
                  </a:cubicBezTo>
                  <a:lnTo>
                    <a:pt x="33119" y="77476"/>
                  </a:lnTo>
                  <a:lnTo>
                    <a:pt x="32735" y="76140"/>
                  </a:lnTo>
                  <a:cubicBezTo>
                    <a:pt x="32185" y="74359"/>
                    <a:pt x="31530" y="72612"/>
                    <a:pt x="30788" y="70901"/>
                  </a:cubicBezTo>
                  <a:cubicBezTo>
                    <a:pt x="29304" y="67469"/>
                    <a:pt x="27531" y="64195"/>
                    <a:pt x="25794" y="60929"/>
                  </a:cubicBezTo>
                  <a:cubicBezTo>
                    <a:pt x="25357" y="60117"/>
                    <a:pt x="24938" y="59305"/>
                    <a:pt x="24510" y="58485"/>
                  </a:cubicBezTo>
                  <a:lnTo>
                    <a:pt x="23881" y="57262"/>
                  </a:lnTo>
                  <a:cubicBezTo>
                    <a:pt x="23663" y="56852"/>
                    <a:pt x="23462" y="56450"/>
                    <a:pt x="23253" y="56031"/>
                  </a:cubicBezTo>
                  <a:lnTo>
                    <a:pt x="22947" y="55420"/>
                  </a:lnTo>
                  <a:lnTo>
                    <a:pt x="22650" y="54800"/>
                  </a:lnTo>
                  <a:lnTo>
                    <a:pt x="22065" y="53569"/>
                  </a:lnTo>
                  <a:cubicBezTo>
                    <a:pt x="21699" y="52739"/>
                    <a:pt x="21314" y="51910"/>
                    <a:pt x="20965" y="51054"/>
                  </a:cubicBezTo>
                  <a:cubicBezTo>
                    <a:pt x="20790" y="50644"/>
                    <a:pt x="20607" y="50216"/>
                    <a:pt x="20441" y="49788"/>
                  </a:cubicBezTo>
                  <a:cubicBezTo>
                    <a:pt x="20275" y="49360"/>
                    <a:pt x="20101" y="48941"/>
                    <a:pt x="19935" y="48513"/>
                  </a:cubicBezTo>
                  <a:lnTo>
                    <a:pt x="19455" y="47221"/>
                  </a:lnTo>
                  <a:cubicBezTo>
                    <a:pt x="19297" y="46802"/>
                    <a:pt x="19140" y="46365"/>
                    <a:pt x="18992" y="45937"/>
                  </a:cubicBezTo>
                  <a:cubicBezTo>
                    <a:pt x="18363" y="44208"/>
                    <a:pt x="17787" y="42479"/>
                    <a:pt x="17228" y="40716"/>
                  </a:cubicBezTo>
                  <a:cubicBezTo>
                    <a:pt x="14993" y="33713"/>
                    <a:pt x="13115" y="26544"/>
                    <a:pt x="10583" y="19533"/>
                  </a:cubicBezTo>
                  <a:cubicBezTo>
                    <a:pt x="9317" y="16031"/>
                    <a:pt x="7877" y="12582"/>
                    <a:pt x="6156" y="9273"/>
                  </a:cubicBezTo>
                  <a:cubicBezTo>
                    <a:pt x="5283" y="7640"/>
                    <a:pt x="4349" y="6008"/>
                    <a:pt x="3327" y="4462"/>
                  </a:cubicBezTo>
                  <a:cubicBezTo>
                    <a:pt x="3074" y="4069"/>
                    <a:pt x="2803" y="3685"/>
                    <a:pt x="2542" y="3301"/>
                  </a:cubicBezTo>
                  <a:cubicBezTo>
                    <a:pt x="2393" y="3117"/>
                    <a:pt x="2280" y="2925"/>
                    <a:pt x="2131" y="2733"/>
                  </a:cubicBezTo>
                  <a:lnTo>
                    <a:pt x="1721" y="2183"/>
                  </a:lnTo>
                  <a:cubicBezTo>
                    <a:pt x="1171" y="1423"/>
                    <a:pt x="586" y="707"/>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5" name="Google Shape;4895;p69"/>
            <p:cNvSpPr/>
            <p:nvPr/>
          </p:nvSpPr>
          <p:spPr>
            <a:xfrm>
              <a:off x="594163" y="1589762"/>
              <a:ext cx="115104" cy="306429"/>
            </a:xfrm>
            <a:custGeom>
              <a:avLst/>
              <a:gdLst/>
              <a:ahLst/>
              <a:cxnLst/>
              <a:rect l="l" t="t" r="r" b="b"/>
              <a:pathLst>
                <a:path w="5074" h="13508" extrusionOk="0">
                  <a:moveTo>
                    <a:pt x="1" y="0"/>
                  </a:moveTo>
                  <a:lnTo>
                    <a:pt x="1" y="0"/>
                  </a:lnTo>
                  <a:cubicBezTo>
                    <a:pt x="559" y="1091"/>
                    <a:pt x="1101" y="2157"/>
                    <a:pt x="1607" y="3257"/>
                  </a:cubicBezTo>
                  <a:cubicBezTo>
                    <a:pt x="2105" y="4348"/>
                    <a:pt x="2568" y="5466"/>
                    <a:pt x="2987" y="6592"/>
                  </a:cubicBezTo>
                  <a:cubicBezTo>
                    <a:pt x="3415" y="7710"/>
                    <a:pt x="3799" y="8845"/>
                    <a:pt x="4139" y="10006"/>
                  </a:cubicBezTo>
                  <a:cubicBezTo>
                    <a:pt x="4489" y="11150"/>
                    <a:pt x="4777" y="12329"/>
                    <a:pt x="5074" y="13508"/>
                  </a:cubicBezTo>
                  <a:cubicBezTo>
                    <a:pt x="5056" y="12285"/>
                    <a:pt x="4890" y="11072"/>
                    <a:pt x="4637" y="9875"/>
                  </a:cubicBezTo>
                  <a:cubicBezTo>
                    <a:pt x="4384" y="8670"/>
                    <a:pt x="4052" y="7492"/>
                    <a:pt x="3615" y="6348"/>
                  </a:cubicBezTo>
                  <a:cubicBezTo>
                    <a:pt x="3179" y="5204"/>
                    <a:pt x="2664" y="4086"/>
                    <a:pt x="2061" y="3021"/>
                  </a:cubicBezTo>
                  <a:cubicBezTo>
                    <a:pt x="1459" y="1947"/>
                    <a:pt x="786" y="934"/>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69"/>
            <p:cNvSpPr/>
            <p:nvPr/>
          </p:nvSpPr>
          <p:spPr>
            <a:xfrm>
              <a:off x="1253760" y="3714554"/>
              <a:ext cx="1355451" cy="436686"/>
            </a:xfrm>
            <a:custGeom>
              <a:avLst/>
              <a:gdLst/>
              <a:ahLst/>
              <a:cxnLst/>
              <a:rect l="l" t="t" r="r" b="b"/>
              <a:pathLst>
                <a:path w="59751" h="19250" extrusionOk="0">
                  <a:moveTo>
                    <a:pt x="1" y="0"/>
                  </a:moveTo>
                  <a:lnTo>
                    <a:pt x="673" y="2358"/>
                  </a:lnTo>
                  <a:lnTo>
                    <a:pt x="1363" y="4698"/>
                  </a:lnTo>
                  <a:lnTo>
                    <a:pt x="2742" y="9352"/>
                  </a:lnTo>
                  <a:lnTo>
                    <a:pt x="4122" y="14014"/>
                  </a:lnTo>
                  <a:cubicBezTo>
                    <a:pt x="4366" y="14800"/>
                    <a:pt x="4593" y="15568"/>
                    <a:pt x="4838" y="16354"/>
                  </a:cubicBezTo>
                  <a:cubicBezTo>
                    <a:pt x="4969" y="16747"/>
                    <a:pt x="5109" y="17149"/>
                    <a:pt x="5327" y="17516"/>
                  </a:cubicBezTo>
                  <a:cubicBezTo>
                    <a:pt x="5545" y="17891"/>
                    <a:pt x="5842" y="18240"/>
                    <a:pt x="6235" y="18476"/>
                  </a:cubicBezTo>
                  <a:cubicBezTo>
                    <a:pt x="6628" y="18721"/>
                    <a:pt x="7047" y="18843"/>
                    <a:pt x="7466" y="18913"/>
                  </a:cubicBezTo>
                  <a:cubicBezTo>
                    <a:pt x="7894" y="18991"/>
                    <a:pt x="8296" y="19026"/>
                    <a:pt x="8697" y="19061"/>
                  </a:cubicBezTo>
                  <a:cubicBezTo>
                    <a:pt x="9518" y="19131"/>
                    <a:pt x="10321" y="19166"/>
                    <a:pt x="11142" y="19210"/>
                  </a:cubicBezTo>
                  <a:cubicBezTo>
                    <a:pt x="11778" y="19237"/>
                    <a:pt x="12416" y="19250"/>
                    <a:pt x="13055" y="19250"/>
                  </a:cubicBezTo>
                  <a:cubicBezTo>
                    <a:pt x="14049" y="19250"/>
                    <a:pt x="15044" y="19219"/>
                    <a:pt x="16032" y="19166"/>
                  </a:cubicBezTo>
                  <a:cubicBezTo>
                    <a:pt x="17656" y="19079"/>
                    <a:pt x="19289" y="18913"/>
                    <a:pt x="20904" y="18686"/>
                  </a:cubicBezTo>
                  <a:cubicBezTo>
                    <a:pt x="22502" y="18459"/>
                    <a:pt x="24108" y="18162"/>
                    <a:pt x="25706" y="17813"/>
                  </a:cubicBezTo>
                  <a:cubicBezTo>
                    <a:pt x="27295" y="17463"/>
                    <a:pt x="28867" y="17053"/>
                    <a:pt x="30430" y="16590"/>
                  </a:cubicBezTo>
                  <a:cubicBezTo>
                    <a:pt x="31993" y="16119"/>
                    <a:pt x="33539" y="15612"/>
                    <a:pt x="35067" y="15053"/>
                  </a:cubicBezTo>
                  <a:cubicBezTo>
                    <a:pt x="38123" y="13927"/>
                    <a:pt x="41117" y="12643"/>
                    <a:pt x="44025" y="11211"/>
                  </a:cubicBezTo>
                  <a:cubicBezTo>
                    <a:pt x="46950" y="9779"/>
                    <a:pt x="49805" y="8216"/>
                    <a:pt x="52582" y="6549"/>
                  </a:cubicBezTo>
                  <a:cubicBezTo>
                    <a:pt x="53970" y="5702"/>
                    <a:pt x="55324" y="4785"/>
                    <a:pt x="56555" y="3720"/>
                  </a:cubicBezTo>
                  <a:cubicBezTo>
                    <a:pt x="57184" y="3196"/>
                    <a:pt x="57769" y="2628"/>
                    <a:pt x="58301" y="2017"/>
                  </a:cubicBezTo>
                  <a:cubicBezTo>
                    <a:pt x="58843" y="1406"/>
                    <a:pt x="59332" y="751"/>
                    <a:pt x="59751" y="70"/>
                  </a:cubicBezTo>
                  <a:lnTo>
                    <a:pt x="59751" y="70"/>
                  </a:lnTo>
                  <a:cubicBezTo>
                    <a:pt x="59305" y="742"/>
                    <a:pt x="58799" y="1362"/>
                    <a:pt x="58240" y="1956"/>
                  </a:cubicBezTo>
                  <a:cubicBezTo>
                    <a:pt x="57681" y="2541"/>
                    <a:pt x="57096" y="3091"/>
                    <a:pt x="56459" y="3589"/>
                  </a:cubicBezTo>
                  <a:cubicBezTo>
                    <a:pt x="55201" y="4610"/>
                    <a:pt x="53831" y="5466"/>
                    <a:pt x="52434" y="6278"/>
                  </a:cubicBezTo>
                  <a:cubicBezTo>
                    <a:pt x="51735" y="6680"/>
                    <a:pt x="51028" y="7073"/>
                    <a:pt x="50312" y="7457"/>
                  </a:cubicBezTo>
                  <a:cubicBezTo>
                    <a:pt x="49596" y="7841"/>
                    <a:pt x="48889" y="8216"/>
                    <a:pt x="48164" y="8592"/>
                  </a:cubicBezTo>
                  <a:cubicBezTo>
                    <a:pt x="46732" y="9334"/>
                    <a:pt x="45282" y="10050"/>
                    <a:pt x="43824" y="10740"/>
                  </a:cubicBezTo>
                  <a:cubicBezTo>
                    <a:pt x="42357" y="11421"/>
                    <a:pt x="40882" y="12085"/>
                    <a:pt x="39389" y="12705"/>
                  </a:cubicBezTo>
                  <a:cubicBezTo>
                    <a:pt x="37904" y="13324"/>
                    <a:pt x="36385" y="13909"/>
                    <a:pt x="34874" y="14451"/>
                  </a:cubicBezTo>
                  <a:cubicBezTo>
                    <a:pt x="33346" y="15001"/>
                    <a:pt x="31818" y="15499"/>
                    <a:pt x="30264" y="15961"/>
                  </a:cubicBezTo>
                  <a:cubicBezTo>
                    <a:pt x="28719" y="16407"/>
                    <a:pt x="27147" y="16808"/>
                    <a:pt x="25575" y="17158"/>
                  </a:cubicBezTo>
                  <a:cubicBezTo>
                    <a:pt x="24004" y="17507"/>
                    <a:pt x="22406" y="17813"/>
                    <a:pt x="20808" y="18040"/>
                  </a:cubicBezTo>
                  <a:cubicBezTo>
                    <a:pt x="19210" y="18275"/>
                    <a:pt x="17603" y="18432"/>
                    <a:pt x="15997" y="18537"/>
                  </a:cubicBezTo>
                  <a:cubicBezTo>
                    <a:pt x="14845" y="18606"/>
                    <a:pt x="13698" y="18643"/>
                    <a:pt x="12551" y="18643"/>
                  </a:cubicBezTo>
                  <a:cubicBezTo>
                    <a:pt x="12090" y="18643"/>
                    <a:pt x="11629" y="18637"/>
                    <a:pt x="11168" y="18625"/>
                  </a:cubicBezTo>
                  <a:cubicBezTo>
                    <a:pt x="10758" y="18607"/>
                    <a:pt x="10356" y="18590"/>
                    <a:pt x="9955" y="18563"/>
                  </a:cubicBezTo>
                  <a:lnTo>
                    <a:pt x="9649" y="18555"/>
                  </a:lnTo>
                  <a:lnTo>
                    <a:pt x="9343" y="18537"/>
                  </a:lnTo>
                  <a:lnTo>
                    <a:pt x="8741" y="18494"/>
                  </a:lnTo>
                  <a:cubicBezTo>
                    <a:pt x="8339" y="18459"/>
                    <a:pt x="7929" y="18432"/>
                    <a:pt x="7553" y="18371"/>
                  </a:cubicBezTo>
                  <a:cubicBezTo>
                    <a:pt x="7169" y="18301"/>
                    <a:pt x="6802" y="18205"/>
                    <a:pt x="6497" y="18022"/>
                  </a:cubicBezTo>
                  <a:cubicBezTo>
                    <a:pt x="6174" y="17847"/>
                    <a:pt x="5938" y="17577"/>
                    <a:pt x="5737" y="17245"/>
                  </a:cubicBezTo>
                  <a:cubicBezTo>
                    <a:pt x="5545" y="16922"/>
                    <a:pt x="5405" y="16546"/>
                    <a:pt x="5274" y="16180"/>
                  </a:cubicBezTo>
                  <a:lnTo>
                    <a:pt x="4532" y="13866"/>
                  </a:lnTo>
                  <a:lnTo>
                    <a:pt x="3030" y="9238"/>
                  </a:lnTo>
                  <a:lnTo>
                    <a:pt x="1520" y="4619"/>
                  </a:lnTo>
                  <a:lnTo>
                    <a:pt x="760" y="2305"/>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69"/>
            <p:cNvSpPr/>
            <p:nvPr/>
          </p:nvSpPr>
          <p:spPr>
            <a:xfrm>
              <a:off x="591600" y="1496050"/>
              <a:ext cx="376957" cy="1284765"/>
            </a:xfrm>
            <a:custGeom>
              <a:avLst/>
              <a:gdLst/>
              <a:ahLst/>
              <a:cxnLst/>
              <a:rect l="l" t="t" r="r" b="b"/>
              <a:pathLst>
                <a:path w="16617" h="56635" extrusionOk="0">
                  <a:moveTo>
                    <a:pt x="0" y="1"/>
                  </a:moveTo>
                  <a:lnTo>
                    <a:pt x="0" y="1"/>
                  </a:lnTo>
                  <a:cubicBezTo>
                    <a:pt x="1135" y="577"/>
                    <a:pt x="2174" y="1319"/>
                    <a:pt x="3100" y="2193"/>
                  </a:cubicBezTo>
                  <a:cubicBezTo>
                    <a:pt x="3562" y="2620"/>
                    <a:pt x="3982" y="3092"/>
                    <a:pt x="4375" y="3581"/>
                  </a:cubicBezTo>
                  <a:cubicBezTo>
                    <a:pt x="4767" y="4070"/>
                    <a:pt x="5134" y="4585"/>
                    <a:pt x="5457" y="5118"/>
                  </a:cubicBezTo>
                  <a:cubicBezTo>
                    <a:pt x="6784" y="7257"/>
                    <a:pt x="7509" y="9711"/>
                    <a:pt x="7727" y="12199"/>
                  </a:cubicBezTo>
                  <a:cubicBezTo>
                    <a:pt x="7780" y="12836"/>
                    <a:pt x="7806" y="13456"/>
                    <a:pt x="7797" y="14076"/>
                  </a:cubicBezTo>
                  <a:cubicBezTo>
                    <a:pt x="7771" y="14705"/>
                    <a:pt x="7736" y="15325"/>
                    <a:pt x="7675" y="15945"/>
                  </a:cubicBezTo>
                  <a:cubicBezTo>
                    <a:pt x="7640" y="16250"/>
                    <a:pt x="7605" y="16556"/>
                    <a:pt x="7553" y="16870"/>
                  </a:cubicBezTo>
                  <a:cubicBezTo>
                    <a:pt x="7509" y="17176"/>
                    <a:pt x="7457" y="17499"/>
                    <a:pt x="7422" y="17822"/>
                  </a:cubicBezTo>
                  <a:cubicBezTo>
                    <a:pt x="7387" y="18137"/>
                    <a:pt x="7369" y="18468"/>
                    <a:pt x="7369" y="18809"/>
                  </a:cubicBezTo>
                  <a:cubicBezTo>
                    <a:pt x="7378" y="19132"/>
                    <a:pt x="7413" y="19472"/>
                    <a:pt x="7457" y="19787"/>
                  </a:cubicBezTo>
                  <a:cubicBezTo>
                    <a:pt x="7553" y="20433"/>
                    <a:pt x="7684" y="21044"/>
                    <a:pt x="7797" y="21664"/>
                  </a:cubicBezTo>
                  <a:lnTo>
                    <a:pt x="8147" y="23533"/>
                  </a:lnTo>
                  <a:lnTo>
                    <a:pt x="8863" y="27270"/>
                  </a:lnTo>
                  <a:cubicBezTo>
                    <a:pt x="9352" y="29758"/>
                    <a:pt x="9858" y="32238"/>
                    <a:pt x="10399" y="34718"/>
                  </a:cubicBezTo>
                  <a:lnTo>
                    <a:pt x="10818" y="36578"/>
                  </a:lnTo>
                  <a:lnTo>
                    <a:pt x="11246" y="38429"/>
                  </a:lnTo>
                  <a:cubicBezTo>
                    <a:pt x="11534" y="39660"/>
                    <a:pt x="11831" y="40909"/>
                    <a:pt x="12154" y="42131"/>
                  </a:cubicBezTo>
                  <a:cubicBezTo>
                    <a:pt x="12469" y="43362"/>
                    <a:pt x="12792" y="44585"/>
                    <a:pt x="13132" y="45807"/>
                  </a:cubicBezTo>
                  <a:lnTo>
                    <a:pt x="13656" y="47641"/>
                  </a:lnTo>
                  <a:cubicBezTo>
                    <a:pt x="13831" y="48252"/>
                    <a:pt x="14014" y="48854"/>
                    <a:pt x="14206" y="49466"/>
                  </a:cubicBezTo>
                  <a:cubicBezTo>
                    <a:pt x="14372" y="50068"/>
                    <a:pt x="14573" y="50679"/>
                    <a:pt x="14774" y="51282"/>
                  </a:cubicBezTo>
                  <a:lnTo>
                    <a:pt x="15053" y="52172"/>
                  </a:lnTo>
                  <a:lnTo>
                    <a:pt x="15359" y="53080"/>
                  </a:lnTo>
                  <a:lnTo>
                    <a:pt x="15664" y="53989"/>
                  </a:lnTo>
                  <a:cubicBezTo>
                    <a:pt x="15760" y="54277"/>
                    <a:pt x="15865" y="54582"/>
                    <a:pt x="15970" y="54879"/>
                  </a:cubicBezTo>
                  <a:lnTo>
                    <a:pt x="16616" y="56634"/>
                  </a:lnTo>
                  <a:cubicBezTo>
                    <a:pt x="16249" y="55429"/>
                    <a:pt x="15874" y="54216"/>
                    <a:pt x="15525" y="53002"/>
                  </a:cubicBezTo>
                  <a:lnTo>
                    <a:pt x="15263" y="52085"/>
                  </a:lnTo>
                  <a:lnTo>
                    <a:pt x="15010" y="51168"/>
                  </a:lnTo>
                  <a:cubicBezTo>
                    <a:pt x="14835" y="50557"/>
                    <a:pt x="14660" y="49946"/>
                    <a:pt x="14503" y="49335"/>
                  </a:cubicBezTo>
                  <a:cubicBezTo>
                    <a:pt x="13840" y="46890"/>
                    <a:pt x="13228" y="44436"/>
                    <a:pt x="12652" y="41965"/>
                  </a:cubicBezTo>
                  <a:cubicBezTo>
                    <a:pt x="12076" y="39503"/>
                    <a:pt x="11517" y="37032"/>
                    <a:pt x="11002" y="34561"/>
                  </a:cubicBezTo>
                  <a:cubicBezTo>
                    <a:pt x="10478" y="32081"/>
                    <a:pt x="9980" y="29601"/>
                    <a:pt x="9500" y="27113"/>
                  </a:cubicBezTo>
                  <a:lnTo>
                    <a:pt x="8767" y="23384"/>
                  </a:lnTo>
                  <a:lnTo>
                    <a:pt x="8409" y="21516"/>
                  </a:lnTo>
                  <a:lnTo>
                    <a:pt x="8234" y="20581"/>
                  </a:lnTo>
                  <a:cubicBezTo>
                    <a:pt x="8173" y="20267"/>
                    <a:pt x="8112" y="19961"/>
                    <a:pt x="8068" y="19656"/>
                  </a:cubicBezTo>
                  <a:cubicBezTo>
                    <a:pt x="8024" y="19350"/>
                    <a:pt x="7989" y="19045"/>
                    <a:pt x="7981" y="18756"/>
                  </a:cubicBezTo>
                  <a:cubicBezTo>
                    <a:pt x="7981" y="18460"/>
                    <a:pt x="7989" y="18154"/>
                    <a:pt x="8024" y="17848"/>
                  </a:cubicBezTo>
                  <a:cubicBezTo>
                    <a:pt x="8059" y="17543"/>
                    <a:pt x="8103" y="17237"/>
                    <a:pt x="8147" y="16923"/>
                  </a:cubicBezTo>
                  <a:cubicBezTo>
                    <a:pt x="8190" y="16617"/>
                    <a:pt x="8216" y="16285"/>
                    <a:pt x="8251" y="15971"/>
                  </a:cubicBezTo>
                  <a:cubicBezTo>
                    <a:pt x="8304" y="15334"/>
                    <a:pt x="8339" y="14688"/>
                    <a:pt x="8339" y="14050"/>
                  </a:cubicBezTo>
                  <a:cubicBezTo>
                    <a:pt x="8330" y="13404"/>
                    <a:pt x="8295" y="12767"/>
                    <a:pt x="8234" y="12129"/>
                  </a:cubicBezTo>
                  <a:cubicBezTo>
                    <a:pt x="8085" y="10854"/>
                    <a:pt x="7823" y="9588"/>
                    <a:pt x="7413" y="8375"/>
                  </a:cubicBezTo>
                  <a:cubicBezTo>
                    <a:pt x="7204" y="7763"/>
                    <a:pt x="6968" y="7170"/>
                    <a:pt x="6680" y="6593"/>
                  </a:cubicBezTo>
                  <a:cubicBezTo>
                    <a:pt x="6540" y="6296"/>
                    <a:pt x="6392" y="6026"/>
                    <a:pt x="6234" y="5738"/>
                  </a:cubicBezTo>
                  <a:cubicBezTo>
                    <a:pt x="6068" y="5467"/>
                    <a:pt x="5920" y="5188"/>
                    <a:pt x="5737" y="4926"/>
                  </a:cubicBezTo>
                  <a:cubicBezTo>
                    <a:pt x="5370" y="4393"/>
                    <a:pt x="4994" y="3878"/>
                    <a:pt x="4567" y="3398"/>
                  </a:cubicBezTo>
                  <a:cubicBezTo>
                    <a:pt x="4139" y="2917"/>
                    <a:pt x="3693" y="2455"/>
                    <a:pt x="3213" y="2044"/>
                  </a:cubicBezTo>
                  <a:cubicBezTo>
                    <a:pt x="2724" y="1625"/>
                    <a:pt x="2218" y="1232"/>
                    <a:pt x="1685" y="900"/>
                  </a:cubicBezTo>
                  <a:cubicBezTo>
                    <a:pt x="1135" y="560"/>
                    <a:pt x="585" y="263"/>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8" name="Google Shape;4898;p69"/>
          <p:cNvGrpSpPr/>
          <p:nvPr/>
        </p:nvGrpSpPr>
        <p:grpSpPr>
          <a:xfrm>
            <a:off x="545855" y="-1016547"/>
            <a:ext cx="2188279" cy="2150998"/>
            <a:chOff x="532755" y="3441165"/>
            <a:chExt cx="2188279" cy="2150998"/>
          </a:xfrm>
        </p:grpSpPr>
        <p:sp>
          <p:nvSpPr>
            <p:cNvPr id="4899" name="Google Shape;4899;p69"/>
            <p:cNvSpPr/>
            <p:nvPr/>
          </p:nvSpPr>
          <p:spPr>
            <a:xfrm>
              <a:off x="2706310" y="3559093"/>
              <a:ext cx="14724" cy="14936"/>
            </a:xfrm>
            <a:custGeom>
              <a:avLst/>
              <a:gdLst/>
              <a:ahLst/>
              <a:cxnLst/>
              <a:rect l="l" t="t" r="r" b="b"/>
              <a:pathLst>
                <a:path w="1040" h="1055" extrusionOk="0">
                  <a:moveTo>
                    <a:pt x="528" y="0"/>
                  </a:moveTo>
                  <a:cubicBezTo>
                    <a:pt x="233" y="0"/>
                    <a:pt x="0" y="233"/>
                    <a:pt x="0" y="527"/>
                  </a:cubicBezTo>
                  <a:cubicBezTo>
                    <a:pt x="0" y="822"/>
                    <a:pt x="233" y="1055"/>
                    <a:pt x="528" y="1055"/>
                  </a:cubicBezTo>
                  <a:cubicBezTo>
                    <a:pt x="807" y="1055"/>
                    <a:pt x="1039" y="822"/>
                    <a:pt x="1039" y="527"/>
                  </a:cubicBezTo>
                  <a:cubicBezTo>
                    <a:pt x="1039" y="233"/>
                    <a:pt x="791" y="0"/>
                    <a:pt x="5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0" name="Google Shape;4900;p69"/>
            <p:cNvSpPr/>
            <p:nvPr/>
          </p:nvSpPr>
          <p:spPr>
            <a:xfrm>
              <a:off x="532755" y="3523739"/>
              <a:ext cx="2068425" cy="2068425"/>
            </a:xfrm>
            <a:custGeom>
              <a:avLst/>
              <a:gdLst/>
              <a:ahLst/>
              <a:cxnLst/>
              <a:rect l="l" t="t" r="r" b="b"/>
              <a:pathLst>
                <a:path w="146101" h="146101" extrusionOk="0">
                  <a:moveTo>
                    <a:pt x="73051" y="43954"/>
                  </a:moveTo>
                  <a:cubicBezTo>
                    <a:pt x="89103" y="43954"/>
                    <a:pt x="102162" y="56998"/>
                    <a:pt x="102162" y="73050"/>
                  </a:cubicBezTo>
                  <a:cubicBezTo>
                    <a:pt x="102162" y="89103"/>
                    <a:pt x="89103" y="102146"/>
                    <a:pt x="73051" y="102146"/>
                  </a:cubicBezTo>
                  <a:cubicBezTo>
                    <a:pt x="56983" y="102146"/>
                    <a:pt x="43955" y="89103"/>
                    <a:pt x="43955" y="73050"/>
                  </a:cubicBezTo>
                  <a:cubicBezTo>
                    <a:pt x="43955" y="56998"/>
                    <a:pt x="56998" y="43954"/>
                    <a:pt x="73051" y="43954"/>
                  </a:cubicBezTo>
                  <a:close/>
                  <a:moveTo>
                    <a:pt x="73051" y="0"/>
                  </a:moveTo>
                  <a:cubicBezTo>
                    <a:pt x="32772" y="0"/>
                    <a:pt x="0" y="32772"/>
                    <a:pt x="0" y="73050"/>
                  </a:cubicBezTo>
                  <a:cubicBezTo>
                    <a:pt x="0" y="113329"/>
                    <a:pt x="32772" y="146100"/>
                    <a:pt x="73051" y="146100"/>
                  </a:cubicBezTo>
                  <a:cubicBezTo>
                    <a:pt x="113344" y="146100"/>
                    <a:pt x="146101" y="113329"/>
                    <a:pt x="146101" y="73050"/>
                  </a:cubicBezTo>
                  <a:cubicBezTo>
                    <a:pt x="146101" y="32772"/>
                    <a:pt x="113344" y="0"/>
                    <a:pt x="730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1" name="Google Shape;4901;p69"/>
            <p:cNvSpPr/>
            <p:nvPr/>
          </p:nvSpPr>
          <p:spPr>
            <a:xfrm>
              <a:off x="532755" y="3441165"/>
              <a:ext cx="2068425" cy="2068425"/>
            </a:xfrm>
            <a:custGeom>
              <a:avLst/>
              <a:gdLst/>
              <a:ahLst/>
              <a:cxnLst/>
              <a:rect l="l" t="t" r="r" b="b"/>
              <a:pathLst>
                <a:path w="146101" h="146101" extrusionOk="0">
                  <a:moveTo>
                    <a:pt x="73051" y="43939"/>
                  </a:moveTo>
                  <a:cubicBezTo>
                    <a:pt x="89103" y="43939"/>
                    <a:pt x="102162" y="56998"/>
                    <a:pt x="102162" y="73051"/>
                  </a:cubicBezTo>
                  <a:cubicBezTo>
                    <a:pt x="102162" y="89103"/>
                    <a:pt x="89103" y="102147"/>
                    <a:pt x="73051" y="102147"/>
                  </a:cubicBezTo>
                  <a:cubicBezTo>
                    <a:pt x="56983" y="102147"/>
                    <a:pt x="43955" y="89103"/>
                    <a:pt x="43955" y="73051"/>
                  </a:cubicBezTo>
                  <a:cubicBezTo>
                    <a:pt x="43955" y="56998"/>
                    <a:pt x="56998" y="43939"/>
                    <a:pt x="73051" y="43939"/>
                  </a:cubicBezTo>
                  <a:close/>
                  <a:moveTo>
                    <a:pt x="73051" y="0"/>
                  </a:moveTo>
                  <a:cubicBezTo>
                    <a:pt x="32772" y="0"/>
                    <a:pt x="0" y="32757"/>
                    <a:pt x="0" y="73051"/>
                  </a:cubicBezTo>
                  <a:cubicBezTo>
                    <a:pt x="0" y="113329"/>
                    <a:pt x="32772" y="146101"/>
                    <a:pt x="73051" y="146101"/>
                  </a:cubicBezTo>
                  <a:cubicBezTo>
                    <a:pt x="113344" y="146101"/>
                    <a:pt x="146101" y="113329"/>
                    <a:pt x="146101" y="73051"/>
                  </a:cubicBezTo>
                  <a:cubicBezTo>
                    <a:pt x="146101" y="32757"/>
                    <a:pt x="113344" y="0"/>
                    <a:pt x="730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2" name="Google Shape;4902;p69"/>
            <p:cNvSpPr/>
            <p:nvPr/>
          </p:nvSpPr>
          <p:spPr>
            <a:xfrm>
              <a:off x="1874261" y="3857076"/>
              <a:ext cx="642722" cy="487698"/>
            </a:xfrm>
            <a:custGeom>
              <a:avLst/>
              <a:gdLst/>
              <a:ahLst/>
              <a:cxnLst/>
              <a:rect l="l" t="t" r="r" b="b"/>
              <a:pathLst>
                <a:path w="45398" h="34448" extrusionOk="0">
                  <a:moveTo>
                    <a:pt x="36867" y="1"/>
                  </a:moveTo>
                  <a:lnTo>
                    <a:pt x="0" y="24273"/>
                  </a:lnTo>
                  <a:cubicBezTo>
                    <a:pt x="2622" y="27220"/>
                    <a:pt x="4622" y="30663"/>
                    <a:pt x="5910" y="34447"/>
                  </a:cubicBezTo>
                  <a:lnTo>
                    <a:pt x="45397" y="14735"/>
                  </a:lnTo>
                  <a:cubicBezTo>
                    <a:pt x="43148" y="9492"/>
                    <a:pt x="40248" y="4545"/>
                    <a:pt x="368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69"/>
            <p:cNvSpPr/>
            <p:nvPr/>
          </p:nvSpPr>
          <p:spPr>
            <a:xfrm>
              <a:off x="1695295" y="3525707"/>
              <a:ext cx="488788" cy="641406"/>
            </a:xfrm>
            <a:custGeom>
              <a:avLst/>
              <a:gdLst/>
              <a:ahLst/>
              <a:cxnLst/>
              <a:rect l="l" t="t" r="r" b="b"/>
              <a:pathLst>
                <a:path w="34525" h="45305" extrusionOk="0">
                  <a:moveTo>
                    <a:pt x="19790" y="1"/>
                  </a:moveTo>
                  <a:lnTo>
                    <a:pt x="0" y="39426"/>
                  </a:lnTo>
                  <a:cubicBezTo>
                    <a:pt x="3862" y="40713"/>
                    <a:pt x="7336" y="42730"/>
                    <a:pt x="10221" y="45304"/>
                  </a:cubicBezTo>
                  <a:lnTo>
                    <a:pt x="34525" y="8531"/>
                  </a:lnTo>
                  <a:cubicBezTo>
                    <a:pt x="29980" y="5150"/>
                    <a:pt x="25064" y="2281"/>
                    <a:pt x="197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4" name="Google Shape;4904;p69"/>
            <p:cNvSpPr/>
            <p:nvPr/>
          </p:nvSpPr>
          <p:spPr>
            <a:xfrm>
              <a:off x="617735" y="3857515"/>
              <a:ext cx="642283" cy="487698"/>
            </a:xfrm>
            <a:custGeom>
              <a:avLst/>
              <a:gdLst/>
              <a:ahLst/>
              <a:cxnLst/>
              <a:rect l="l" t="t" r="r" b="b"/>
              <a:pathLst>
                <a:path w="45367" h="34448" extrusionOk="0">
                  <a:moveTo>
                    <a:pt x="8531" y="1"/>
                  </a:moveTo>
                  <a:cubicBezTo>
                    <a:pt x="5150" y="4560"/>
                    <a:pt x="2281" y="9461"/>
                    <a:pt x="1" y="14735"/>
                  </a:cubicBezTo>
                  <a:lnTo>
                    <a:pt x="39426" y="34447"/>
                  </a:lnTo>
                  <a:cubicBezTo>
                    <a:pt x="40729" y="30632"/>
                    <a:pt x="42745" y="27189"/>
                    <a:pt x="45366" y="24273"/>
                  </a:cubicBezTo>
                  <a:lnTo>
                    <a:pt x="85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5" name="Google Shape;4905;p69"/>
            <p:cNvSpPr/>
            <p:nvPr/>
          </p:nvSpPr>
          <p:spPr>
            <a:xfrm>
              <a:off x="949770" y="3525494"/>
              <a:ext cx="488561" cy="641618"/>
            </a:xfrm>
            <a:custGeom>
              <a:avLst/>
              <a:gdLst/>
              <a:ahLst/>
              <a:cxnLst/>
              <a:rect l="l" t="t" r="r" b="b"/>
              <a:pathLst>
                <a:path w="34509" h="45320" extrusionOk="0">
                  <a:moveTo>
                    <a:pt x="14734" y="0"/>
                  </a:moveTo>
                  <a:cubicBezTo>
                    <a:pt x="9461" y="2249"/>
                    <a:pt x="4560" y="5149"/>
                    <a:pt x="0" y="8530"/>
                  </a:cubicBezTo>
                  <a:lnTo>
                    <a:pt x="24319" y="45319"/>
                  </a:lnTo>
                  <a:cubicBezTo>
                    <a:pt x="27219" y="42745"/>
                    <a:pt x="30678" y="40728"/>
                    <a:pt x="34509" y="39441"/>
                  </a:cubicBezTo>
                  <a:lnTo>
                    <a:pt x="147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69"/>
            <p:cNvSpPr/>
            <p:nvPr/>
          </p:nvSpPr>
          <p:spPr>
            <a:xfrm>
              <a:off x="1446273" y="3441165"/>
              <a:ext cx="241102" cy="630632"/>
            </a:xfrm>
            <a:custGeom>
              <a:avLst/>
              <a:gdLst/>
              <a:ahLst/>
              <a:cxnLst/>
              <a:rect l="l" t="t" r="r" b="b"/>
              <a:pathLst>
                <a:path w="17030" h="44544" extrusionOk="0">
                  <a:moveTo>
                    <a:pt x="8500" y="0"/>
                  </a:moveTo>
                  <a:cubicBezTo>
                    <a:pt x="5646" y="0"/>
                    <a:pt x="2777" y="187"/>
                    <a:pt x="0" y="528"/>
                  </a:cubicBezTo>
                  <a:lnTo>
                    <a:pt x="2652" y="44544"/>
                  </a:lnTo>
                  <a:cubicBezTo>
                    <a:pt x="4576" y="44141"/>
                    <a:pt x="6514" y="43955"/>
                    <a:pt x="8531" y="43955"/>
                  </a:cubicBezTo>
                  <a:cubicBezTo>
                    <a:pt x="10547" y="43955"/>
                    <a:pt x="12563" y="44141"/>
                    <a:pt x="14455" y="44544"/>
                  </a:cubicBezTo>
                  <a:lnTo>
                    <a:pt x="17030" y="528"/>
                  </a:lnTo>
                  <a:cubicBezTo>
                    <a:pt x="14254" y="187"/>
                    <a:pt x="11384" y="0"/>
                    <a:pt x="85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7" name="Google Shape;4907;p69"/>
            <p:cNvSpPr/>
            <p:nvPr/>
          </p:nvSpPr>
          <p:spPr>
            <a:xfrm>
              <a:off x="1970668" y="4354683"/>
              <a:ext cx="630632" cy="240890"/>
            </a:xfrm>
            <a:custGeom>
              <a:avLst/>
              <a:gdLst/>
              <a:ahLst/>
              <a:cxnLst/>
              <a:rect l="l" t="t" r="r" b="b"/>
              <a:pathLst>
                <a:path w="44544" h="17015" extrusionOk="0">
                  <a:moveTo>
                    <a:pt x="44032" y="0"/>
                  </a:moveTo>
                  <a:lnTo>
                    <a:pt x="0" y="2575"/>
                  </a:lnTo>
                  <a:cubicBezTo>
                    <a:pt x="388" y="4498"/>
                    <a:pt x="605" y="6514"/>
                    <a:pt x="605" y="8531"/>
                  </a:cubicBezTo>
                  <a:cubicBezTo>
                    <a:pt x="605" y="10547"/>
                    <a:pt x="403" y="12470"/>
                    <a:pt x="0" y="14362"/>
                  </a:cubicBezTo>
                  <a:lnTo>
                    <a:pt x="44032" y="17014"/>
                  </a:lnTo>
                  <a:cubicBezTo>
                    <a:pt x="44358" y="14254"/>
                    <a:pt x="44544" y="11384"/>
                    <a:pt x="44544" y="8531"/>
                  </a:cubicBezTo>
                  <a:cubicBezTo>
                    <a:pt x="44544" y="5646"/>
                    <a:pt x="44358" y="2808"/>
                    <a:pt x="440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69"/>
            <p:cNvSpPr/>
            <p:nvPr/>
          </p:nvSpPr>
          <p:spPr>
            <a:xfrm>
              <a:off x="617084" y="4604145"/>
              <a:ext cx="641391" cy="488349"/>
            </a:xfrm>
            <a:custGeom>
              <a:avLst/>
              <a:gdLst/>
              <a:ahLst/>
              <a:cxnLst/>
              <a:rect l="l" t="t" r="r" b="b"/>
              <a:pathLst>
                <a:path w="45304" h="34494" extrusionOk="0">
                  <a:moveTo>
                    <a:pt x="39457" y="0"/>
                  </a:moveTo>
                  <a:lnTo>
                    <a:pt x="0" y="19759"/>
                  </a:lnTo>
                  <a:cubicBezTo>
                    <a:pt x="2249" y="25033"/>
                    <a:pt x="5165" y="29934"/>
                    <a:pt x="8530" y="34494"/>
                  </a:cubicBezTo>
                  <a:lnTo>
                    <a:pt x="45304" y="10174"/>
                  </a:lnTo>
                  <a:cubicBezTo>
                    <a:pt x="42745" y="7290"/>
                    <a:pt x="40728" y="3816"/>
                    <a:pt x="394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69"/>
            <p:cNvSpPr/>
            <p:nvPr/>
          </p:nvSpPr>
          <p:spPr>
            <a:xfrm>
              <a:off x="532755" y="4355122"/>
              <a:ext cx="630858" cy="241102"/>
            </a:xfrm>
            <a:custGeom>
              <a:avLst/>
              <a:gdLst/>
              <a:ahLst/>
              <a:cxnLst/>
              <a:rect l="l" t="t" r="r" b="b"/>
              <a:pathLst>
                <a:path w="44560" h="17030" extrusionOk="0">
                  <a:moveTo>
                    <a:pt x="528" y="0"/>
                  </a:moveTo>
                  <a:cubicBezTo>
                    <a:pt x="202" y="2777"/>
                    <a:pt x="0" y="5646"/>
                    <a:pt x="0" y="8531"/>
                  </a:cubicBezTo>
                  <a:cubicBezTo>
                    <a:pt x="0" y="11384"/>
                    <a:pt x="202" y="14254"/>
                    <a:pt x="528" y="17030"/>
                  </a:cubicBezTo>
                  <a:lnTo>
                    <a:pt x="44559" y="14378"/>
                  </a:lnTo>
                  <a:cubicBezTo>
                    <a:pt x="44156" y="12439"/>
                    <a:pt x="43955" y="10516"/>
                    <a:pt x="43955" y="8500"/>
                  </a:cubicBezTo>
                  <a:cubicBezTo>
                    <a:pt x="43955" y="6483"/>
                    <a:pt x="44156" y="4467"/>
                    <a:pt x="44559" y="2590"/>
                  </a:cubicBezTo>
                  <a:lnTo>
                    <a:pt x="5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69"/>
            <p:cNvSpPr/>
            <p:nvPr/>
          </p:nvSpPr>
          <p:spPr>
            <a:xfrm>
              <a:off x="1875366" y="4603706"/>
              <a:ext cx="641391" cy="488788"/>
            </a:xfrm>
            <a:custGeom>
              <a:avLst/>
              <a:gdLst/>
              <a:ahLst/>
              <a:cxnLst/>
              <a:rect l="l" t="t" r="r" b="b"/>
              <a:pathLst>
                <a:path w="45304" h="34525" extrusionOk="0">
                  <a:moveTo>
                    <a:pt x="5878" y="0"/>
                  </a:moveTo>
                  <a:cubicBezTo>
                    <a:pt x="4591" y="3847"/>
                    <a:pt x="2575" y="7321"/>
                    <a:pt x="0" y="10205"/>
                  </a:cubicBezTo>
                  <a:lnTo>
                    <a:pt x="36773" y="34525"/>
                  </a:lnTo>
                  <a:cubicBezTo>
                    <a:pt x="40154" y="29965"/>
                    <a:pt x="43024" y="25064"/>
                    <a:pt x="45304" y="19790"/>
                  </a:cubicBezTo>
                  <a:lnTo>
                    <a:pt x="58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69"/>
            <p:cNvSpPr/>
            <p:nvPr/>
          </p:nvSpPr>
          <p:spPr>
            <a:xfrm>
              <a:off x="949331" y="4782672"/>
              <a:ext cx="487683" cy="642283"/>
            </a:xfrm>
            <a:custGeom>
              <a:avLst/>
              <a:gdLst/>
              <a:ahLst/>
              <a:cxnLst/>
              <a:rect l="l" t="t" r="r" b="b"/>
              <a:pathLst>
                <a:path w="34447" h="45367" extrusionOk="0">
                  <a:moveTo>
                    <a:pt x="24273" y="1"/>
                  </a:moveTo>
                  <a:lnTo>
                    <a:pt x="0" y="36836"/>
                  </a:lnTo>
                  <a:cubicBezTo>
                    <a:pt x="4544" y="40201"/>
                    <a:pt x="9461" y="43071"/>
                    <a:pt x="14734" y="45366"/>
                  </a:cubicBezTo>
                  <a:lnTo>
                    <a:pt x="34447" y="5925"/>
                  </a:lnTo>
                  <a:cubicBezTo>
                    <a:pt x="30632" y="4622"/>
                    <a:pt x="27173" y="2606"/>
                    <a:pt x="24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69"/>
            <p:cNvSpPr/>
            <p:nvPr/>
          </p:nvSpPr>
          <p:spPr>
            <a:xfrm>
              <a:off x="1697490" y="4782672"/>
              <a:ext cx="487698" cy="642722"/>
            </a:xfrm>
            <a:custGeom>
              <a:avLst/>
              <a:gdLst/>
              <a:ahLst/>
              <a:cxnLst/>
              <a:rect l="l" t="t" r="r" b="b"/>
              <a:pathLst>
                <a:path w="34448" h="45398" extrusionOk="0">
                  <a:moveTo>
                    <a:pt x="10175" y="1"/>
                  </a:moveTo>
                  <a:cubicBezTo>
                    <a:pt x="7259" y="2606"/>
                    <a:pt x="3785" y="4622"/>
                    <a:pt x="0" y="5910"/>
                  </a:cubicBezTo>
                  <a:lnTo>
                    <a:pt x="19713" y="45397"/>
                  </a:lnTo>
                  <a:cubicBezTo>
                    <a:pt x="24955" y="43148"/>
                    <a:pt x="29903" y="40248"/>
                    <a:pt x="34447" y="36867"/>
                  </a:cubicBezTo>
                  <a:lnTo>
                    <a:pt x="1017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3" name="Google Shape;4913;p69"/>
            <p:cNvSpPr/>
            <p:nvPr/>
          </p:nvSpPr>
          <p:spPr>
            <a:xfrm>
              <a:off x="1446924" y="4878852"/>
              <a:ext cx="240890" cy="630858"/>
            </a:xfrm>
            <a:custGeom>
              <a:avLst/>
              <a:gdLst/>
              <a:ahLst/>
              <a:cxnLst/>
              <a:rect l="l" t="t" r="r" b="b"/>
              <a:pathLst>
                <a:path w="17015" h="44560" extrusionOk="0">
                  <a:moveTo>
                    <a:pt x="2653" y="1"/>
                  </a:moveTo>
                  <a:lnTo>
                    <a:pt x="1" y="44032"/>
                  </a:lnTo>
                  <a:cubicBezTo>
                    <a:pt x="2777" y="44358"/>
                    <a:pt x="5646" y="44560"/>
                    <a:pt x="8485" y="44560"/>
                  </a:cubicBezTo>
                  <a:cubicBezTo>
                    <a:pt x="11385" y="44560"/>
                    <a:pt x="14208" y="44358"/>
                    <a:pt x="17015" y="44032"/>
                  </a:cubicBezTo>
                  <a:lnTo>
                    <a:pt x="14440" y="1"/>
                  </a:lnTo>
                  <a:cubicBezTo>
                    <a:pt x="12502" y="388"/>
                    <a:pt x="10501" y="606"/>
                    <a:pt x="8485" y="606"/>
                  </a:cubicBezTo>
                  <a:cubicBezTo>
                    <a:pt x="6468" y="606"/>
                    <a:pt x="4561" y="419"/>
                    <a:pt x="26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4" name="Google Shape;4914;p69"/>
            <p:cNvSpPr/>
            <p:nvPr/>
          </p:nvSpPr>
          <p:spPr>
            <a:xfrm>
              <a:off x="870496" y="4828786"/>
              <a:ext cx="1315274" cy="487698"/>
            </a:xfrm>
            <a:custGeom>
              <a:avLst/>
              <a:gdLst/>
              <a:ahLst/>
              <a:cxnLst/>
              <a:rect l="l" t="t" r="r" b="b"/>
              <a:pathLst>
                <a:path w="92903" h="34448" extrusionOk="0">
                  <a:moveTo>
                    <a:pt x="0" y="1"/>
                  </a:moveTo>
                  <a:lnTo>
                    <a:pt x="0" y="1"/>
                  </a:lnTo>
                  <a:cubicBezTo>
                    <a:pt x="357" y="1164"/>
                    <a:pt x="714" y="2280"/>
                    <a:pt x="1117" y="3413"/>
                  </a:cubicBezTo>
                  <a:cubicBezTo>
                    <a:pt x="1567" y="4498"/>
                    <a:pt x="2094" y="5615"/>
                    <a:pt x="2575" y="6701"/>
                  </a:cubicBezTo>
                  <a:lnTo>
                    <a:pt x="2761" y="7104"/>
                  </a:lnTo>
                  <a:lnTo>
                    <a:pt x="2963" y="7523"/>
                  </a:lnTo>
                  <a:lnTo>
                    <a:pt x="3412" y="8329"/>
                  </a:lnTo>
                  <a:lnTo>
                    <a:pt x="4296" y="9942"/>
                  </a:lnTo>
                  <a:cubicBezTo>
                    <a:pt x="4591" y="10469"/>
                    <a:pt x="4948" y="10950"/>
                    <a:pt x="5273" y="11478"/>
                  </a:cubicBezTo>
                  <a:lnTo>
                    <a:pt x="6282" y="12998"/>
                  </a:lnTo>
                  <a:cubicBezTo>
                    <a:pt x="9089" y="17015"/>
                    <a:pt x="12563" y="20597"/>
                    <a:pt x="16456" y="23668"/>
                  </a:cubicBezTo>
                  <a:cubicBezTo>
                    <a:pt x="16937" y="24040"/>
                    <a:pt x="17433" y="24428"/>
                    <a:pt x="17945" y="24785"/>
                  </a:cubicBezTo>
                  <a:lnTo>
                    <a:pt x="19480" y="25839"/>
                  </a:lnTo>
                  <a:lnTo>
                    <a:pt x="21047" y="26879"/>
                  </a:lnTo>
                  <a:lnTo>
                    <a:pt x="22691" y="27809"/>
                  </a:lnTo>
                  <a:lnTo>
                    <a:pt x="24350" y="28740"/>
                  </a:lnTo>
                  <a:cubicBezTo>
                    <a:pt x="24862" y="29065"/>
                    <a:pt x="25467" y="29267"/>
                    <a:pt x="26025" y="29562"/>
                  </a:cubicBezTo>
                  <a:cubicBezTo>
                    <a:pt x="27173" y="30074"/>
                    <a:pt x="28305" y="30647"/>
                    <a:pt x="29499" y="31051"/>
                  </a:cubicBezTo>
                  <a:cubicBezTo>
                    <a:pt x="30104" y="31237"/>
                    <a:pt x="30663" y="31500"/>
                    <a:pt x="31268" y="31687"/>
                  </a:cubicBezTo>
                  <a:cubicBezTo>
                    <a:pt x="31562" y="31826"/>
                    <a:pt x="31872" y="31950"/>
                    <a:pt x="32167" y="32012"/>
                  </a:cubicBezTo>
                  <a:lnTo>
                    <a:pt x="33098" y="32260"/>
                  </a:lnTo>
                  <a:lnTo>
                    <a:pt x="34897" y="32772"/>
                  </a:lnTo>
                  <a:lnTo>
                    <a:pt x="35827" y="33005"/>
                  </a:lnTo>
                  <a:cubicBezTo>
                    <a:pt x="36153" y="33082"/>
                    <a:pt x="36432" y="33129"/>
                    <a:pt x="36758" y="33207"/>
                  </a:cubicBezTo>
                  <a:lnTo>
                    <a:pt x="38604" y="33579"/>
                  </a:lnTo>
                  <a:lnTo>
                    <a:pt x="39534" y="33734"/>
                  </a:lnTo>
                  <a:cubicBezTo>
                    <a:pt x="39860" y="33811"/>
                    <a:pt x="40123" y="33842"/>
                    <a:pt x="40465" y="33889"/>
                  </a:cubicBezTo>
                  <a:lnTo>
                    <a:pt x="44202" y="34323"/>
                  </a:lnTo>
                  <a:lnTo>
                    <a:pt x="47987" y="34447"/>
                  </a:lnTo>
                  <a:lnTo>
                    <a:pt x="48948" y="34447"/>
                  </a:lnTo>
                  <a:lnTo>
                    <a:pt x="49879" y="34401"/>
                  </a:lnTo>
                  <a:cubicBezTo>
                    <a:pt x="50546" y="34370"/>
                    <a:pt x="51135" y="34370"/>
                    <a:pt x="51771" y="34323"/>
                  </a:cubicBezTo>
                  <a:cubicBezTo>
                    <a:pt x="53012" y="34246"/>
                    <a:pt x="54284" y="34029"/>
                    <a:pt x="55524" y="33920"/>
                  </a:cubicBezTo>
                  <a:cubicBezTo>
                    <a:pt x="56765" y="33765"/>
                    <a:pt x="57975" y="33517"/>
                    <a:pt x="59216" y="33284"/>
                  </a:cubicBezTo>
                  <a:cubicBezTo>
                    <a:pt x="60457" y="32989"/>
                    <a:pt x="61682" y="32679"/>
                    <a:pt x="62892" y="32354"/>
                  </a:cubicBezTo>
                  <a:cubicBezTo>
                    <a:pt x="63450" y="32152"/>
                    <a:pt x="64055" y="31950"/>
                    <a:pt x="64644" y="31749"/>
                  </a:cubicBezTo>
                  <a:cubicBezTo>
                    <a:pt x="65249" y="31516"/>
                    <a:pt x="65854" y="31345"/>
                    <a:pt x="66412" y="31113"/>
                  </a:cubicBezTo>
                  <a:lnTo>
                    <a:pt x="68134" y="30399"/>
                  </a:lnTo>
                  <a:cubicBezTo>
                    <a:pt x="68739" y="30167"/>
                    <a:pt x="69297" y="29934"/>
                    <a:pt x="69871" y="29639"/>
                  </a:cubicBezTo>
                  <a:lnTo>
                    <a:pt x="71546" y="28786"/>
                  </a:lnTo>
                  <a:lnTo>
                    <a:pt x="72399" y="28383"/>
                  </a:lnTo>
                  <a:lnTo>
                    <a:pt x="73221" y="27887"/>
                  </a:lnTo>
                  <a:cubicBezTo>
                    <a:pt x="81875" y="22970"/>
                    <a:pt x="89010" y="15557"/>
                    <a:pt x="92903" y="6871"/>
                  </a:cubicBezTo>
                  <a:lnTo>
                    <a:pt x="92903" y="6871"/>
                  </a:lnTo>
                  <a:cubicBezTo>
                    <a:pt x="92034" y="7724"/>
                    <a:pt x="91212" y="8562"/>
                    <a:pt x="90080" y="9384"/>
                  </a:cubicBezTo>
                  <a:lnTo>
                    <a:pt x="88808" y="10547"/>
                  </a:lnTo>
                  <a:cubicBezTo>
                    <a:pt x="88374" y="10950"/>
                    <a:pt x="87971" y="11338"/>
                    <a:pt x="87521" y="11710"/>
                  </a:cubicBezTo>
                  <a:lnTo>
                    <a:pt x="86187" y="12827"/>
                  </a:lnTo>
                  <a:lnTo>
                    <a:pt x="85551" y="13385"/>
                  </a:lnTo>
                  <a:lnTo>
                    <a:pt x="84869" y="13913"/>
                  </a:lnTo>
                  <a:cubicBezTo>
                    <a:pt x="83938" y="14595"/>
                    <a:pt x="83070" y="15324"/>
                    <a:pt x="82092" y="15929"/>
                  </a:cubicBezTo>
                  <a:cubicBezTo>
                    <a:pt x="78355" y="18550"/>
                    <a:pt x="74415" y="20675"/>
                    <a:pt x="70305" y="22365"/>
                  </a:cubicBezTo>
                  <a:lnTo>
                    <a:pt x="69561" y="22691"/>
                  </a:lnTo>
                  <a:lnTo>
                    <a:pt x="68801" y="22986"/>
                  </a:lnTo>
                  <a:lnTo>
                    <a:pt x="67234" y="23544"/>
                  </a:lnTo>
                  <a:cubicBezTo>
                    <a:pt x="66707" y="23746"/>
                    <a:pt x="66180" y="23916"/>
                    <a:pt x="65652" y="24071"/>
                  </a:cubicBezTo>
                  <a:lnTo>
                    <a:pt x="64086" y="24552"/>
                  </a:lnTo>
                  <a:cubicBezTo>
                    <a:pt x="63047" y="24893"/>
                    <a:pt x="61961" y="25080"/>
                    <a:pt x="60906" y="25374"/>
                  </a:cubicBezTo>
                  <a:cubicBezTo>
                    <a:pt x="59821" y="25560"/>
                    <a:pt x="58782" y="25777"/>
                    <a:pt x="57696" y="25979"/>
                  </a:cubicBezTo>
                  <a:cubicBezTo>
                    <a:pt x="56610" y="26088"/>
                    <a:pt x="55524" y="26258"/>
                    <a:pt x="54439" y="26382"/>
                  </a:cubicBezTo>
                  <a:cubicBezTo>
                    <a:pt x="53353" y="26413"/>
                    <a:pt x="52267" y="26537"/>
                    <a:pt x="51182" y="26568"/>
                  </a:cubicBezTo>
                  <a:cubicBezTo>
                    <a:pt x="50277" y="26568"/>
                    <a:pt x="49372" y="26622"/>
                    <a:pt x="48468" y="26622"/>
                  </a:cubicBezTo>
                  <a:cubicBezTo>
                    <a:pt x="48287" y="26622"/>
                    <a:pt x="48106" y="26620"/>
                    <a:pt x="47925" y="26615"/>
                  </a:cubicBezTo>
                  <a:lnTo>
                    <a:pt x="44668" y="26460"/>
                  </a:lnTo>
                  <a:cubicBezTo>
                    <a:pt x="35998" y="25777"/>
                    <a:pt x="27468" y="23125"/>
                    <a:pt x="19868" y="18565"/>
                  </a:cubicBezTo>
                  <a:cubicBezTo>
                    <a:pt x="16053" y="16317"/>
                    <a:pt x="12423" y="13587"/>
                    <a:pt x="9120" y="10485"/>
                  </a:cubicBezTo>
                  <a:lnTo>
                    <a:pt x="7879" y="9275"/>
                  </a:lnTo>
                  <a:cubicBezTo>
                    <a:pt x="7491" y="8888"/>
                    <a:pt x="7057" y="8531"/>
                    <a:pt x="6685" y="8081"/>
                  </a:cubicBezTo>
                  <a:lnTo>
                    <a:pt x="5522" y="6794"/>
                  </a:lnTo>
                  <a:lnTo>
                    <a:pt x="4917" y="6158"/>
                  </a:lnTo>
                  <a:lnTo>
                    <a:pt x="4622" y="5832"/>
                  </a:lnTo>
                  <a:lnTo>
                    <a:pt x="4343" y="5506"/>
                  </a:lnTo>
                  <a:cubicBezTo>
                    <a:pt x="3614" y="4607"/>
                    <a:pt x="2838" y="3738"/>
                    <a:pt x="2125" y="2808"/>
                  </a:cubicBezTo>
                  <a:cubicBezTo>
                    <a:pt x="1443" y="1893"/>
                    <a:pt x="745" y="931"/>
                    <a:pt x="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69"/>
            <p:cNvSpPr/>
            <p:nvPr/>
          </p:nvSpPr>
          <p:spPr>
            <a:xfrm>
              <a:off x="936815" y="3662975"/>
              <a:ext cx="918284" cy="384036"/>
            </a:xfrm>
            <a:custGeom>
              <a:avLst/>
              <a:gdLst/>
              <a:ahLst/>
              <a:cxnLst/>
              <a:rect l="l" t="t" r="r" b="b"/>
              <a:pathLst>
                <a:path w="64862" h="27126" extrusionOk="0">
                  <a:moveTo>
                    <a:pt x="40730" y="1"/>
                  </a:moveTo>
                  <a:cubicBezTo>
                    <a:pt x="40459" y="1"/>
                    <a:pt x="40191" y="4"/>
                    <a:pt x="39922" y="15"/>
                  </a:cubicBezTo>
                  <a:cubicBezTo>
                    <a:pt x="39115" y="61"/>
                    <a:pt x="38278" y="92"/>
                    <a:pt x="37456" y="139"/>
                  </a:cubicBezTo>
                  <a:cubicBezTo>
                    <a:pt x="36649" y="185"/>
                    <a:pt x="35843" y="340"/>
                    <a:pt x="35036" y="418"/>
                  </a:cubicBezTo>
                  <a:lnTo>
                    <a:pt x="33842" y="573"/>
                  </a:lnTo>
                  <a:cubicBezTo>
                    <a:pt x="33454" y="651"/>
                    <a:pt x="33035" y="728"/>
                    <a:pt x="32632" y="806"/>
                  </a:cubicBezTo>
                  <a:lnTo>
                    <a:pt x="30213" y="1333"/>
                  </a:lnTo>
                  <a:lnTo>
                    <a:pt x="27840" y="2015"/>
                  </a:lnTo>
                  <a:cubicBezTo>
                    <a:pt x="27437" y="2155"/>
                    <a:pt x="27095" y="2264"/>
                    <a:pt x="26677" y="2388"/>
                  </a:cubicBezTo>
                  <a:lnTo>
                    <a:pt x="25513" y="2791"/>
                  </a:lnTo>
                  <a:cubicBezTo>
                    <a:pt x="24769" y="3086"/>
                    <a:pt x="23993" y="3349"/>
                    <a:pt x="23233" y="3675"/>
                  </a:cubicBezTo>
                  <a:cubicBezTo>
                    <a:pt x="21729" y="4357"/>
                    <a:pt x="20271" y="4993"/>
                    <a:pt x="18844" y="5846"/>
                  </a:cubicBezTo>
                  <a:cubicBezTo>
                    <a:pt x="17402" y="6591"/>
                    <a:pt x="16084" y="7506"/>
                    <a:pt x="14703" y="8436"/>
                  </a:cubicBezTo>
                  <a:cubicBezTo>
                    <a:pt x="14377" y="8622"/>
                    <a:pt x="14067" y="8917"/>
                    <a:pt x="13726" y="9150"/>
                  </a:cubicBezTo>
                  <a:cubicBezTo>
                    <a:pt x="13400" y="9413"/>
                    <a:pt x="13090" y="9677"/>
                    <a:pt x="12764" y="9910"/>
                  </a:cubicBezTo>
                  <a:lnTo>
                    <a:pt x="11787" y="10654"/>
                  </a:lnTo>
                  <a:cubicBezTo>
                    <a:pt x="11462" y="10918"/>
                    <a:pt x="11198" y="11182"/>
                    <a:pt x="10857" y="11476"/>
                  </a:cubicBezTo>
                  <a:cubicBezTo>
                    <a:pt x="10252" y="12004"/>
                    <a:pt x="9663" y="12562"/>
                    <a:pt x="9089" y="13120"/>
                  </a:cubicBezTo>
                  <a:cubicBezTo>
                    <a:pt x="8530" y="13725"/>
                    <a:pt x="7972" y="14283"/>
                    <a:pt x="7445" y="14888"/>
                  </a:cubicBezTo>
                  <a:cubicBezTo>
                    <a:pt x="6886" y="15493"/>
                    <a:pt x="6359" y="16083"/>
                    <a:pt x="5878" y="16734"/>
                  </a:cubicBezTo>
                  <a:lnTo>
                    <a:pt x="5165" y="17696"/>
                  </a:lnTo>
                  <a:cubicBezTo>
                    <a:pt x="4886" y="18021"/>
                    <a:pt x="4637" y="18300"/>
                    <a:pt x="4436" y="18673"/>
                  </a:cubicBezTo>
                  <a:cubicBezTo>
                    <a:pt x="4002" y="19340"/>
                    <a:pt x="3552" y="20006"/>
                    <a:pt x="3102" y="20689"/>
                  </a:cubicBezTo>
                  <a:cubicBezTo>
                    <a:pt x="2869" y="21046"/>
                    <a:pt x="2699" y="21356"/>
                    <a:pt x="2497" y="21728"/>
                  </a:cubicBezTo>
                  <a:cubicBezTo>
                    <a:pt x="2311" y="22100"/>
                    <a:pt x="2140" y="22410"/>
                    <a:pt x="1939" y="22783"/>
                  </a:cubicBezTo>
                  <a:cubicBezTo>
                    <a:pt x="1753" y="23139"/>
                    <a:pt x="1536" y="23450"/>
                    <a:pt x="1380" y="23822"/>
                  </a:cubicBezTo>
                  <a:cubicBezTo>
                    <a:pt x="1225" y="24194"/>
                    <a:pt x="1055" y="24535"/>
                    <a:pt x="900" y="24908"/>
                  </a:cubicBezTo>
                  <a:cubicBezTo>
                    <a:pt x="558" y="25621"/>
                    <a:pt x="233" y="26396"/>
                    <a:pt x="0" y="27125"/>
                  </a:cubicBezTo>
                  <a:cubicBezTo>
                    <a:pt x="2451" y="25109"/>
                    <a:pt x="4715" y="23093"/>
                    <a:pt x="7150" y="21201"/>
                  </a:cubicBezTo>
                  <a:lnTo>
                    <a:pt x="7600" y="20875"/>
                  </a:lnTo>
                  <a:lnTo>
                    <a:pt x="8050" y="20549"/>
                  </a:lnTo>
                  <a:lnTo>
                    <a:pt x="8980" y="19913"/>
                  </a:lnTo>
                  <a:cubicBezTo>
                    <a:pt x="9275" y="19712"/>
                    <a:pt x="9585" y="19464"/>
                    <a:pt x="9880" y="19262"/>
                  </a:cubicBezTo>
                  <a:cubicBezTo>
                    <a:pt x="10159" y="19076"/>
                    <a:pt x="10469" y="18859"/>
                    <a:pt x="10810" y="18673"/>
                  </a:cubicBezTo>
                  <a:cubicBezTo>
                    <a:pt x="11400" y="18285"/>
                    <a:pt x="12004" y="17866"/>
                    <a:pt x="12609" y="17463"/>
                  </a:cubicBezTo>
                  <a:cubicBezTo>
                    <a:pt x="13214" y="17060"/>
                    <a:pt x="13850" y="16749"/>
                    <a:pt x="14455" y="16346"/>
                  </a:cubicBezTo>
                  <a:cubicBezTo>
                    <a:pt x="14781" y="16145"/>
                    <a:pt x="15044" y="15927"/>
                    <a:pt x="15386" y="15772"/>
                  </a:cubicBezTo>
                  <a:lnTo>
                    <a:pt x="16347" y="15261"/>
                  </a:lnTo>
                  <a:cubicBezTo>
                    <a:pt x="17014" y="14888"/>
                    <a:pt x="17603" y="14532"/>
                    <a:pt x="18255" y="14206"/>
                  </a:cubicBezTo>
                  <a:cubicBezTo>
                    <a:pt x="18906" y="13880"/>
                    <a:pt x="19542" y="13570"/>
                    <a:pt x="20194" y="13244"/>
                  </a:cubicBezTo>
                  <a:lnTo>
                    <a:pt x="20674" y="13012"/>
                  </a:lnTo>
                  <a:lnTo>
                    <a:pt x="21155" y="12810"/>
                  </a:lnTo>
                  <a:lnTo>
                    <a:pt x="22132" y="12360"/>
                  </a:lnTo>
                  <a:cubicBezTo>
                    <a:pt x="23404" y="11771"/>
                    <a:pt x="24722" y="11275"/>
                    <a:pt x="26056" y="10763"/>
                  </a:cubicBezTo>
                  <a:cubicBezTo>
                    <a:pt x="26739" y="10530"/>
                    <a:pt x="27406" y="10313"/>
                    <a:pt x="28072" y="10080"/>
                  </a:cubicBezTo>
                  <a:lnTo>
                    <a:pt x="29081" y="9708"/>
                  </a:lnTo>
                  <a:cubicBezTo>
                    <a:pt x="29422" y="9615"/>
                    <a:pt x="29763" y="9491"/>
                    <a:pt x="30089" y="9413"/>
                  </a:cubicBezTo>
                  <a:lnTo>
                    <a:pt x="32151" y="8824"/>
                  </a:lnTo>
                  <a:lnTo>
                    <a:pt x="34199" y="8328"/>
                  </a:lnTo>
                  <a:cubicBezTo>
                    <a:pt x="34571" y="8250"/>
                    <a:pt x="34881" y="8173"/>
                    <a:pt x="35253" y="8095"/>
                  </a:cubicBezTo>
                  <a:lnTo>
                    <a:pt x="36293" y="7909"/>
                  </a:lnTo>
                  <a:cubicBezTo>
                    <a:pt x="36975" y="7785"/>
                    <a:pt x="37719" y="7614"/>
                    <a:pt x="38386" y="7506"/>
                  </a:cubicBezTo>
                  <a:cubicBezTo>
                    <a:pt x="39813" y="7351"/>
                    <a:pt x="41209" y="7056"/>
                    <a:pt x="42620" y="6932"/>
                  </a:cubicBezTo>
                  <a:cubicBezTo>
                    <a:pt x="44032" y="6761"/>
                    <a:pt x="45474" y="6575"/>
                    <a:pt x="46917" y="6529"/>
                  </a:cubicBezTo>
                  <a:cubicBezTo>
                    <a:pt x="48351" y="6451"/>
                    <a:pt x="49801" y="6412"/>
                    <a:pt x="51267" y="6412"/>
                  </a:cubicBezTo>
                  <a:cubicBezTo>
                    <a:pt x="52733" y="6412"/>
                    <a:pt x="54214" y="6451"/>
                    <a:pt x="55711" y="6529"/>
                  </a:cubicBezTo>
                  <a:cubicBezTo>
                    <a:pt x="57199" y="6606"/>
                    <a:pt x="58688" y="6746"/>
                    <a:pt x="60224" y="6901"/>
                  </a:cubicBezTo>
                  <a:cubicBezTo>
                    <a:pt x="61759" y="7056"/>
                    <a:pt x="63279" y="7273"/>
                    <a:pt x="64861" y="7428"/>
                  </a:cubicBezTo>
                  <a:cubicBezTo>
                    <a:pt x="59836" y="3597"/>
                    <a:pt x="53632" y="1317"/>
                    <a:pt x="47227" y="418"/>
                  </a:cubicBezTo>
                  <a:cubicBezTo>
                    <a:pt x="46420" y="294"/>
                    <a:pt x="45629" y="216"/>
                    <a:pt x="44807" y="139"/>
                  </a:cubicBezTo>
                  <a:cubicBezTo>
                    <a:pt x="43985" y="61"/>
                    <a:pt x="43194" y="61"/>
                    <a:pt x="42388" y="15"/>
                  </a:cubicBezTo>
                  <a:cubicBezTo>
                    <a:pt x="41819" y="15"/>
                    <a:pt x="41271" y="1"/>
                    <a:pt x="40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6" name="Google Shape;4916;p69"/>
          <p:cNvGrpSpPr/>
          <p:nvPr/>
        </p:nvGrpSpPr>
        <p:grpSpPr>
          <a:xfrm rot="-2092819">
            <a:off x="7001669" y="-1210843"/>
            <a:ext cx="2775119" cy="2539606"/>
            <a:chOff x="7051046" y="-8"/>
            <a:chExt cx="2774945" cy="2539446"/>
          </a:xfrm>
        </p:grpSpPr>
        <p:sp>
          <p:nvSpPr>
            <p:cNvPr id="4917" name="Google Shape;4917;p69"/>
            <p:cNvSpPr/>
            <p:nvPr/>
          </p:nvSpPr>
          <p:spPr>
            <a:xfrm>
              <a:off x="8163916" y="1983581"/>
              <a:ext cx="1084284" cy="328547"/>
            </a:xfrm>
            <a:custGeom>
              <a:avLst/>
              <a:gdLst/>
              <a:ahLst/>
              <a:cxnLst/>
              <a:rect l="l" t="t" r="r" b="b"/>
              <a:pathLst>
                <a:path w="88189" h="26722" extrusionOk="0">
                  <a:moveTo>
                    <a:pt x="63280" y="0"/>
                  </a:moveTo>
                  <a:cubicBezTo>
                    <a:pt x="55697" y="0"/>
                    <a:pt x="48167" y="1115"/>
                    <a:pt x="40884" y="3023"/>
                  </a:cubicBezTo>
                  <a:cubicBezTo>
                    <a:pt x="33129" y="5055"/>
                    <a:pt x="25684" y="8110"/>
                    <a:pt x="18767" y="12019"/>
                  </a:cubicBezTo>
                  <a:cubicBezTo>
                    <a:pt x="17061" y="13011"/>
                    <a:pt x="15355" y="14050"/>
                    <a:pt x="13680" y="15136"/>
                  </a:cubicBezTo>
                  <a:cubicBezTo>
                    <a:pt x="12021" y="16268"/>
                    <a:pt x="10408" y="17431"/>
                    <a:pt x="8826" y="18595"/>
                  </a:cubicBezTo>
                  <a:cubicBezTo>
                    <a:pt x="7290" y="19851"/>
                    <a:pt x="5739" y="21092"/>
                    <a:pt x="4250" y="22425"/>
                  </a:cubicBezTo>
                  <a:cubicBezTo>
                    <a:pt x="2746" y="23806"/>
                    <a:pt x="1334" y="25217"/>
                    <a:pt x="1" y="26722"/>
                  </a:cubicBezTo>
                  <a:cubicBezTo>
                    <a:pt x="2001" y="26349"/>
                    <a:pt x="3909" y="25838"/>
                    <a:pt x="5801" y="25295"/>
                  </a:cubicBezTo>
                  <a:cubicBezTo>
                    <a:pt x="6747" y="25093"/>
                    <a:pt x="7678" y="24798"/>
                    <a:pt x="8624" y="24550"/>
                  </a:cubicBezTo>
                  <a:cubicBezTo>
                    <a:pt x="9570" y="24287"/>
                    <a:pt x="10501" y="24007"/>
                    <a:pt x="11416" y="23744"/>
                  </a:cubicBezTo>
                  <a:cubicBezTo>
                    <a:pt x="13292" y="23247"/>
                    <a:pt x="15122" y="22658"/>
                    <a:pt x="16968" y="22115"/>
                  </a:cubicBezTo>
                  <a:cubicBezTo>
                    <a:pt x="18783" y="21619"/>
                    <a:pt x="20628" y="21030"/>
                    <a:pt x="22412" y="20487"/>
                  </a:cubicBezTo>
                  <a:cubicBezTo>
                    <a:pt x="29624" y="18362"/>
                    <a:pt x="36743" y="16253"/>
                    <a:pt x="43908" y="14329"/>
                  </a:cubicBezTo>
                  <a:cubicBezTo>
                    <a:pt x="51058" y="12375"/>
                    <a:pt x="58239" y="10669"/>
                    <a:pt x="65529" y="9165"/>
                  </a:cubicBezTo>
                  <a:cubicBezTo>
                    <a:pt x="67374" y="8839"/>
                    <a:pt x="69189" y="8498"/>
                    <a:pt x="71034" y="8079"/>
                  </a:cubicBezTo>
                  <a:cubicBezTo>
                    <a:pt x="72880" y="7738"/>
                    <a:pt x="74741" y="7443"/>
                    <a:pt x="76618" y="7071"/>
                  </a:cubicBezTo>
                  <a:cubicBezTo>
                    <a:pt x="77564" y="6869"/>
                    <a:pt x="78495" y="6792"/>
                    <a:pt x="79441" y="6606"/>
                  </a:cubicBezTo>
                  <a:cubicBezTo>
                    <a:pt x="80402" y="6435"/>
                    <a:pt x="81364" y="6327"/>
                    <a:pt x="82310" y="6109"/>
                  </a:cubicBezTo>
                  <a:cubicBezTo>
                    <a:pt x="84233" y="5877"/>
                    <a:pt x="86187" y="5567"/>
                    <a:pt x="88188" y="5163"/>
                  </a:cubicBezTo>
                  <a:cubicBezTo>
                    <a:pt x="86373" y="4279"/>
                    <a:pt x="84481" y="3535"/>
                    <a:pt x="82589" y="2883"/>
                  </a:cubicBezTo>
                  <a:cubicBezTo>
                    <a:pt x="80666" y="2294"/>
                    <a:pt x="78712" y="1798"/>
                    <a:pt x="76758" y="1332"/>
                  </a:cubicBezTo>
                  <a:cubicBezTo>
                    <a:pt x="74788" y="976"/>
                    <a:pt x="72803" y="634"/>
                    <a:pt x="70802" y="386"/>
                  </a:cubicBezTo>
                  <a:cubicBezTo>
                    <a:pt x="68786" y="231"/>
                    <a:pt x="66754" y="92"/>
                    <a:pt x="64753" y="14"/>
                  </a:cubicBezTo>
                  <a:cubicBezTo>
                    <a:pt x="64262" y="5"/>
                    <a:pt x="63771" y="0"/>
                    <a:pt x="632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8" name="Google Shape;4918;p69"/>
            <p:cNvSpPr/>
            <p:nvPr/>
          </p:nvSpPr>
          <p:spPr>
            <a:xfrm>
              <a:off x="7628457" y="1764669"/>
              <a:ext cx="1544990" cy="251322"/>
            </a:xfrm>
            <a:custGeom>
              <a:avLst/>
              <a:gdLst/>
              <a:ahLst/>
              <a:cxnLst/>
              <a:rect l="l" t="t" r="r" b="b"/>
              <a:pathLst>
                <a:path w="125660" h="20441" extrusionOk="0">
                  <a:moveTo>
                    <a:pt x="76994" y="1"/>
                  </a:moveTo>
                  <a:cubicBezTo>
                    <a:pt x="74740" y="1"/>
                    <a:pt x="72489" y="78"/>
                    <a:pt x="70259" y="216"/>
                  </a:cubicBezTo>
                  <a:cubicBezTo>
                    <a:pt x="68894" y="262"/>
                    <a:pt x="67514" y="402"/>
                    <a:pt x="66134" y="510"/>
                  </a:cubicBezTo>
                  <a:cubicBezTo>
                    <a:pt x="64753" y="634"/>
                    <a:pt x="63388" y="743"/>
                    <a:pt x="62008" y="914"/>
                  </a:cubicBezTo>
                  <a:cubicBezTo>
                    <a:pt x="56533" y="1565"/>
                    <a:pt x="51167" y="2465"/>
                    <a:pt x="45832" y="3597"/>
                  </a:cubicBezTo>
                  <a:cubicBezTo>
                    <a:pt x="40543" y="4714"/>
                    <a:pt x="35316" y="6016"/>
                    <a:pt x="30089" y="7474"/>
                  </a:cubicBezTo>
                  <a:cubicBezTo>
                    <a:pt x="27484" y="8203"/>
                    <a:pt x="24847" y="8963"/>
                    <a:pt x="22257" y="9832"/>
                  </a:cubicBezTo>
                  <a:cubicBezTo>
                    <a:pt x="20970" y="10266"/>
                    <a:pt x="19682" y="10716"/>
                    <a:pt x="18380" y="11181"/>
                  </a:cubicBezTo>
                  <a:cubicBezTo>
                    <a:pt x="17123" y="11662"/>
                    <a:pt x="15851" y="12158"/>
                    <a:pt x="14549" y="12670"/>
                  </a:cubicBezTo>
                  <a:cubicBezTo>
                    <a:pt x="12005" y="13694"/>
                    <a:pt x="9508" y="14826"/>
                    <a:pt x="7042" y="16113"/>
                  </a:cubicBezTo>
                  <a:cubicBezTo>
                    <a:pt x="4638" y="17400"/>
                    <a:pt x="2250" y="18812"/>
                    <a:pt x="1" y="20440"/>
                  </a:cubicBezTo>
                  <a:cubicBezTo>
                    <a:pt x="2715" y="20037"/>
                    <a:pt x="5383" y="19603"/>
                    <a:pt x="8050" y="19246"/>
                  </a:cubicBezTo>
                  <a:cubicBezTo>
                    <a:pt x="10702" y="18889"/>
                    <a:pt x="13385" y="18517"/>
                    <a:pt x="16007" y="18238"/>
                  </a:cubicBezTo>
                  <a:cubicBezTo>
                    <a:pt x="16627" y="18160"/>
                    <a:pt x="17294" y="18052"/>
                    <a:pt x="17961" y="17974"/>
                  </a:cubicBezTo>
                  <a:lnTo>
                    <a:pt x="19962" y="17773"/>
                  </a:lnTo>
                  <a:lnTo>
                    <a:pt x="23916" y="17354"/>
                  </a:lnTo>
                  <a:cubicBezTo>
                    <a:pt x="26569" y="17106"/>
                    <a:pt x="29190" y="16811"/>
                    <a:pt x="31857" y="16532"/>
                  </a:cubicBezTo>
                  <a:cubicBezTo>
                    <a:pt x="42528" y="15400"/>
                    <a:pt x="53028" y="13771"/>
                    <a:pt x="63404" y="12577"/>
                  </a:cubicBezTo>
                  <a:cubicBezTo>
                    <a:pt x="72661" y="11482"/>
                    <a:pt x="81843" y="10697"/>
                    <a:pt x="91062" y="10697"/>
                  </a:cubicBezTo>
                  <a:cubicBezTo>
                    <a:pt x="92161" y="10697"/>
                    <a:pt x="93261" y="10708"/>
                    <a:pt x="94361" y="10731"/>
                  </a:cubicBezTo>
                  <a:cubicBezTo>
                    <a:pt x="99541" y="10840"/>
                    <a:pt x="104752" y="11134"/>
                    <a:pt x="109917" y="11848"/>
                  </a:cubicBezTo>
                  <a:cubicBezTo>
                    <a:pt x="112523" y="12143"/>
                    <a:pt x="115128" y="12592"/>
                    <a:pt x="117749" y="13089"/>
                  </a:cubicBezTo>
                  <a:cubicBezTo>
                    <a:pt x="120355" y="13601"/>
                    <a:pt x="122945" y="14221"/>
                    <a:pt x="125659" y="14841"/>
                  </a:cubicBezTo>
                  <a:cubicBezTo>
                    <a:pt x="121441" y="11259"/>
                    <a:pt x="116586" y="8467"/>
                    <a:pt x="111313" y="6373"/>
                  </a:cubicBezTo>
                  <a:cubicBezTo>
                    <a:pt x="110010" y="5768"/>
                    <a:pt x="108692" y="5318"/>
                    <a:pt x="107389" y="4822"/>
                  </a:cubicBezTo>
                  <a:cubicBezTo>
                    <a:pt x="106738" y="4558"/>
                    <a:pt x="106055" y="4372"/>
                    <a:pt x="105388" y="4155"/>
                  </a:cubicBezTo>
                  <a:cubicBezTo>
                    <a:pt x="104737" y="3907"/>
                    <a:pt x="104054" y="3752"/>
                    <a:pt x="103403" y="3535"/>
                  </a:cubicBezTo>
                  <a:cubicBezTo>
                    <a:pt x="100735" y="2697"/>
                    <a:pt x="97990" y="2123"/>
                    <a:pt x="95230" y="1581"/>
                  </a:cubicBezTo>
                  <a:cubicBezTo>
                    <a:pt x="92484" y="1038"/>
                    <a:pt x="89693" y="712"/>
                    <a:pt x="86901" y="417"/>
                  </a:cubicBezTo>
                  <a:lnTo>
                    <a:pt x="84823" y="247"/>
                  </a:lnTo>
                  <a:cubicBezTo>
                    <a:pt x="84125" y="200"/>
                    <a:pt x="83473" y="169"/>
                    <a:pt x="82744" y="123"/>
                  </a:cubicBezTo>
                  <a:lnTo>
                    <a:pt x="80682" y="45"/>
                  </a:lnTo>
                  <a:lnTo>
                    <a:pt x="78603" y="14"/>
                  </a:lnTo>
                  <a:cubicBezTo>
                    <a:pt x="78067" y="5"/>
                    <a:pt x="77531" y="1"/>
                    <a:pt x="769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69"/>
            <p:cNvSpPr/>
            <p:nvPr/>
          </p:nvSpPr>
          <p:spPr>
            <a:xfrm>
              <a:off x="7310385" y="1558556"/>
              <a:ext cx="1751509" cy="240048"/>
            </a:xfrm>
            <a:custGeom>
              <a:avLst/>
              <a:gdLst/>
              <a:ahLst/>
              <a:cxnLst/>
              <a:rect l="l" t="t" r="r" b="b"/>
              <a:pathLst>
                <a:path w="142457" h="19524" extrusionOk="0">
                  <a:moveTo>
                    <a:pt x="75780" y="0"/>
                  </a:moveTo>
                  <a:cubicBezTo>
                    <a:pt x="74383" y="0"/>
                    <a:pt x="72987" y="15"/>
                    <a:pt x="71593" y="43"/>
                  </a:cubicBezTo>
                  <a:cubicBezTo>
                    <a:pt x="59185" y="384"/>
                    <a:pt x="46933" y="1997"/>
                    <a:pt x="34928" y="4417"/>
                  </a:cubicBezTo>
                  <a:cubicBezTo>
                    <a:pt x="31919" y="5037"/>
                    <a:pt x="28942" y="5658"/>
                    <a:pt x="25933" y="6418"/>
                  </a:cubicBezTo>
                  <a:cubicBezTo>
                    <a:pt x="24444" y="6790"/>
                    <a:pt x="22924" y="7178"/>
                    <a:pt x="21435" y="7581"/>
                  </a:cubicBezTo>
                  <a:cubicBezTo>
                    <a:pt x="20675" y="7783"/>
                    <a:pt x="19946" y="8031"/>
                    <a:pt x="19186" y="8248"/>
                  </a:cubicBezTo>
                  <a:cubicBezTo>
                    <a:pt x="18473" y="8434"/>
                    <a:pt x="17728" y="8651"/>
                    <a:pt x="16984" y="8899"/>
                  </a:cubicBezTo>
                  <a:cubicBezTo>
                    <a:pt x="14037" y="9861"/>
                    <a:pt x="11059" y="10915"/>
                    <a:pt x="8236" y="12156"/>
                  </a:cubicBezTo>
                  <a:cubicBezTo>
                    <a:pt x="5398" y="13397"/>
                    <a:pt x="2606" y="14777"/>
                    <a:pt x="1" y="16437"/>
                  </a:cubicBezTo>
                  <a:cubicBezTo>
                    <a:pt x="3025" y="16003"/>
                    <a:pt x="6065" y="15615"/>
                    <a:pt x="9074" y="15274"/>
                  </a:cubicBezTo>
                  <a:cubicBezTo>
                    <a:pt x="12067" y="14979"/>
                    <a:pt x="15060" y="14731"/>
                    <a:pt x="18069" y="14514"/>
                  </a:cubicBezTo>
                  <a:cubicBezTo>
                    <a:pt x="19558" y="14405"/>
                    <a:pt x="21063" y="14312"/>
                    <a:pt x="22567" y="14235"/>
                  </a:cubicBezTo>
                  <a:cubicBezTo>
                    <a:pt x="24056" y="14157"/>
                    <a:pt x="25560" y="14064"/>
                    <a:pt x="27065" y="13986"/>
                  </a:cubicBezTo>
                  <a:lnTo>
                    <a:pt x="36091" y="13521"/>
                  </a:lnTo>
                  <a:cubicBezTo>
                    <a:pt x="48127" y="12854"/>
                    <a:pt x="60054" y="12063"/>
                    <a:pt x="71888" y="11737"/>
                  </a:cubicBezTo>
                  <a:cubicBezTo>
                    <a:pt x="75094" y="11658"/>
                    <a:pt x="78295" y="11612"/>
                    <a:pt x="81493" y="11612"/>
                  </a:cubicBezTo>
                  <a:cubicBezTo>
                    <a:pt x="90081" y="11612"/>
                    <a:pt x="98639" y="11942"/>
                    <a:pt x="107172" y="12823"/>
                  </a:cubicBezTo>
                  <a:cubicBezTo>
                    <a:pt x="110072" y="13071"/>
                    <a:pt x="112988" y="13490"/>
                    <a:pt x="115950" y="13862"/>
                  </a:cubicBezTo>
                  <a:cubicBezTo>
                    <a:pt x="117424" y="14110"/>
                    <a:pt x="118882" y="14328"/>
                    <a:pt x="120324" y="14576"/>
                  </a:cubicBezTo>
                  <a:cubicBezTo>
                    <a:pt x="121084" y="14700"/>
                    <a:pt x="121782" y="14839"/>
                    <a:pt x="122542" y="14948"/>
                  </a:cubicBezTo>
                  <a:cubicBezTo>
                    <a:pt x="123302" y="15072"/>
                    <a:pt x="124000" y="15243"/>
                    <a:pt x="124744" y="15351"/>
                  </a:cubicBezTo>
                  <a:cubicBezTo>
                    <a:pt x="130622" y="16437"/>
                    <a:pt x="136454" y="17941"/>
                    <a:pt x="142456" y="19523"/>
                  </a:cubicBezTo>
                  <a:cubicBezTo>
                    <a:pt x="141867" y="19027"/>
                    <a:pt x="141246" y="18562"/>
                    <a:pt x="140642" y="18127"/>
                  </a:cubicBezTo>
                  <a:lnTo>
                    <a:pt x="139742" y="17414"/>
                  </a:lnTo>
                  <a:lnTo>
                    <a:pt x="138780" y="16747"/>
                  </a:lnTo>
                  <a:lnTo>
                    <a:pt x="136826" y="15460"/>
                  </a:lnTo>
                  <a:cubicBezTo>
                    <a:pt x="136175" y="15041"/>
                    <a:pt x="135492" y="14653"/>
                    <a:pt x="134826" y="14250"/>
                  </a:cubicBezTo>
                  <a:cubicBezTo>
                    <a:pt x="133492" y="13413"/>
                    <a:pt x="132111" y="12715"/>
                    <a:pt x="130746" y="11970"/>
                  </a:cubicBezTo>
                  <a:cubicBezTo>
                    <a:pt x="130080" y="11582"/>
                    <a:pt x="129382" y="11241"/>
                    <a:pt x="128668" y="10915"/>
                  </a:cubicBezTo>
                  <a:cubicBezTo>
                    <a:pt x="127955" y="10574"/>
                    <a:pt x="127257" y="10233"/>
                    <a:pt x="126528" y="9907"/>
                  </a:cubicBezTo>
                  <a:cubicBezTo>
                    <a:pt x="120836" y="7333"/>
                    <a:pt x="114880" y="5270"/>
                    <a:pt x="108800" y="3781"/>
                  </a:cubicBezTo>
                  <a:cubicBezTo>
                    <a:pt x="105745" y="2990"/>
                    <a:pt x="102674" y="2401"/>
                    <a:pt x="99588" y="1858"/>
                  </a:cubicBezTo>
                  <a:cubicBezTo>
                    <a:pt x="97990" y="1672"/>
                    <a:pt x="96470" y="1377"/>
                    <a:pt x="94919" y="1206"/>
                  </a:cubicBezTo>
                  <a:lnTo>
                    <a:pt x="92593" y="912"/>
                  </a:lnTo>
                  <a:lnTo>
                    <a:pt x="90266" y="664"/>
                  </a:lnTo>
                  <a:cubicBezTo>
                    <a:pt x="85433" y="183"/>
                    <a:pt x="80599" y="0"/>
                    <a:pt x="757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69"/>
            <p:cNvSpPr/>
            <p:nvPr/>
          </p:nvSpPr>
          <p:spPr>
            <a:xfrm>
              <a:off x="7064964" y="1290746"/>
              <a:ext cx="1838656" cy="325940"/>
            </a:xfrm>
            <a:custGeom>
              <a:avLst/>
              <a:gdLst/>
              <a:ahLst/>
              <a:cxnLst/>
              <a:rect l="l" t="t" r="r" b="b"/>
              <a:pathLst>
                <a:path w="149545" h="26510" extrusionOk="0">
                  <a:moveTo>
                    <a:pt x="53344" y="0"/>
                  </a:moveTo>
                  <a:cubicBezTo>
                    <a:pt x="48228" y="0"/>
                    <a:pt x="43119" y="195"/>
                    <a:pt x="38030" y="593"/>
                  </a:cubicBezTo>
                  <a:cubicBezTo>
                    <a:pt x="31563" y="1104"/>
                    <a:pt x="25157" y="1926"/>
                    <a:pt x="18767" y="3090"/>
                  </a:cubicBezTo>
                  <a:cubicBezTo>
                    <a:pt x="17185" y="3322"/>
                    <a:pt x="15619" y="3710"/>
                    <a:pt x="14022" y="4036"/>
                  </a:cubicBezTo>
                  <a:cubicBezTo>
                    <a:pt x="12471" y="4377"/>
                    <a:pt x="10904" y="4765"/>
                    <a:pt x="9307" y="5121"/>
                  </a:cubicBezTo>
                  <a:cubicBezTo>
                    <a:pt x="7756" y="5509"/>
                    <a:pt x="6189" y="5959"/>
                    <a:pt x="4638" y="6424"/>
                  </a:cubicBezTo>
                  <a:cubicBezTo>
                    <a:pt x="3087" y="6874"/>
                    <a:pt x="1552" y="7339"/>
                    <a:pt x="1" y="7882"/>
                  </a:cubicBezTo>
                  <a:cubicBezTo>
                    <a:pt x="3258" y="8177"/>
                    <a:pt x="6484" y="8270"/>
                    <a:pt x="9679" y="8394"/>
                  </a:cubicBezTo>
                  <a:cubicBezTo>
                    <a:pt x="11276" y="8487"/>
                    <a:pt x="12874" y="8518"/>
                    <a:pt x="14471" y="8596"/>
                  </a:cubicBezTo>
                  <a:cubicBezTo>
                    <a:pt x="16053" y="8704"/>
                    <a:pt x="17635" y="8704"/>
                    <a:pt x="19217" y="8813"/>
                  </a:cubicBezTo>
                  <a:cubicBezTo>
                    <a:pt x="25561" y="9107"/>
                    <a:pt x="31858" y="9356"/>
                    <a:pt x="38139" y="9759"/>
                  </a:cubicBezTo>
                  <a:cubicBezTo>
                    <a:pt x="50717" y="10519"/>
                    <a:pt x="63187" y="11542"/>
                    <a:pt x="75595" y="12923"/>
                  </a:cubicBezTo>
                  <a:cubicBezTo>
                    <a:pt x="88002" y="14303"/>
                    <a:pt x="100394" y="16071"/>
                    <a:pt x="112802" y="18134"/>
                  </a:cubicBezTo>
                  <a:cubicBezTo>
                    <a:pt x="115919" y="18723"/>
                    <a:pt x="119006" y="19220"/>
                    <a:pt x="122123" y="19762"/>
                  </a:cubicBezTo>
                  <a:cubicBezTo>
                    <a:pt x="123674" y="20026"/>
                    <a:pt x="125210" y="20352"/>
                    <a:pt x="126792" y="20600"/>
                  </a:cubicBezTo>
                  <a:lnTo>
                    <a:pt x="129118" y="21003"/>
                  </a:lnTo>
                  <a:lnTo>
                    <a:pt x="131445" y="21469"/>
                  </a:lnTo>
                  <a:cubicBezTo>
                    <a:pt x="133042" y="21763"/>
                    <a:pt x="134578" y="22058"/>
                    <a:pt x="136160" y="22353"/>
                  </a:cubicBezTo>
                  <a:cubicBezTo>
                    <a:pt x="137757" y="22632"/>
                    <a:pt x="139277" y="22926"/>
                    <a:pt x="140828" y="23221"/>
                  </a:cubicBezTo>
                  <a:cubicBezTo>
                    <a:pt x="143883" y="23842"/>
                    <a:pt x="146830" y="24679"/>
                    <a:pt x="149544" y="26509"/>
                  </a:cubicBezTo>
                  <a:cubicBezTo>
                    <a:pt x="149110" y="25842"/>
                    <a:pt x="148629" y="25175"/>
                    <a:pt x="148024" y="24648"/>
                  </a:cubicBezTo>
                  <a:cubicBezTo>
                    <a:pt x="147482" y="24028"/>
                    <a:pt x="146846" y="23485"/>
                    <a:pt x="146179" y="22942"/>
                  </a:cubicBezTo>
                  <a:cubicBezTo>
                    <a:pt x="144876" y="21903"/>
                    <a:pt x="143433" y="21034"/>
                    <a:pt x="141976" y="20228"/>
                  </a:cubicBezTo>
                  <a:cubicBezTo>
                    <a:pt x="140502" y="19437"/>
                    <a:pt x="139044" y="18723"/>
                    <a:pt x="137586" y="18056"/>
                  </a:cubicBezTo>
                  <a:cubicBezTo>
                    <a:pt x="136144" y="17405"/>
                    <a:pt x="134624" y="16723"/>
                    <a:pt x="133182" y="16056"/>
                  </a:cubicBezTo>
                  <a:cubicBezTo>
                    <a:pt x="132453" y="15730"/>
                    <a:pt x="131724" y="15404"/>
                    <a:pt x="130964" y="15110"/>
                  </a:cubicBezTo>
                  <a:lnTo>
                    <a:pt x="128715" y="14195"/>
                  </a:lnTo>
                  <a:cubicBezTo>
                    <a:pt x="127226" y="13621"/>
                    <a:pt x="125675" y="13031"/>
                    <a:pt x="124171" y="12457"/>
                  </a:cubicBezTo>
                  <a:cubicBezTo>
                    <a:pt x="122682" y="11837"/>
                    <a:pt x="121146" y="11372"/>
                    <a:pt x="119595" y="10829"/>
                  </a:cubicBezTo>
                  <a:cubicBezTo>
                    <a:pt x="118044" y="10286"/>
                    <a:pt x="116524" y="9774"/>
                    <a:pt x="114973" y="9278"/>
                  </a:cubicBezTo>
                  <a:cubicBezTo>
                    <a:pt x="111887" y="8347"/>
                    <a:pt x="108770" y="7432"/>
                    <a:pt x="105637" y="6610"/>
                  </a:cubicBezTo>
                  <a:lnTo>
                    <a:pt x="100891" y="5478"/>
                  </a:lnTo>
                  <a:cubicBezTo>
                    <a:pt x="99309" y="5106"/>
                    <a:pt x="97742" y="4687"/>
                    <a:pt x="96145" y="4392"/>
                  </a:cubicBezTo>
                  <a:lnTo>
                    <a:pt x="91352" y="3477"/>
                  </a:lnTo>
                  <a:cubicBezTo>
                    <a:pt x="89770" y="3183"/>
                    <a:pt x="88188" y="2904"/>
                    <a:pt x="86560" y="2655"/>
                  </a:cubicBezTo>
                  <a:lnTo>
                    <a:pt x="81736" y="1926"/>
                  </a:lnTo>
                  <a:lnTo>
                    <a:pt x="79317" y="1601"/>
                  </a:lnTo>
                  <a:lnTo>
                    <a:pt x="76897" y="1353"/>
                  </a:lnTo>
                  <a:cubicBezTo>
                    <a:pt x="69072" y="460"/>
                    <a:pt x="61201" y="0"/>
                    <a:pt x="533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1" name="Google Shape;4921;p69"/>
            <p:cNvSpPr/>
            <p:nvPr/>
          </p:nvSpPr>
          <p:spPr>
            <a:xfrm>
              <a:off x="7053333" y="1009289"/>
              <a:ext cx="1648723" cy="389813"/>
            </a:xfrm>
            <a:custGeom>
              <a:avLst/>
              <a:gdLst/>
              <a:ahLst/>
              <a:cxnLst/>
              <a:rect l="l" t="t" r="r" b="b"/>
              <a:pathLst>
                <a:path w="134097" h="31705" extrusionOk="0">
                  <a:moveTo>
                    <a:pt x="36857" y="1"/>
                  </a:moveTo>
                  <a:cubicBezTo>
                    <a:pt x="36147" y="1"/>
                    <a:pt x="35437" y="7"/>
                    <a:pt x="34727" y="19"/>
                  </a:cubicBezTo>
                  <a:cubicBezTo>
                    <a:pt x="33238" y="127"/>
                    <a:pt x="31764" y="158"/>
                    <a:pt x="30260" y="236"/>
                  </a:cubicBezTo>
                  <a:lnTo>
                    <a:pt x="28058" y="360"/>
                  </a:lnTo>
                  <a:cubicBezTo>
                    <a:pt x="27344" y="391"/>
                    <a:pt x="26600" y="484"/>
                    <a:pt x="25840" y="561"/>
                  </a:cubicBezTo>
                  <a:cubicBezTo>
                    <a:pt x="24397" y="748"/>
                    <a:pt x="22877" y="903"/>
                    <a:pt x="21420" y="1073"/>
                  </a:cubicBezTo>
                  <a:cubicBezTo>
                    <a:pt x="20675" y="1151"/>
                    <a:pt x="19977" y="1290"/>
                    <a:pt x="19217" y="1399"/>
                  </a:cubicBezTo>
                  <a:cubicBezTo>
                    <a:pt x="18457" y="1523"/>
                    <a:pt x="17759" y="1647"/>
                    <a:pt x="16999" y="1771"/>
                  </a:cubicBezTo>
                  <a:cubicBezTo>
                    <a:pt x="11168" y="2764"/>
                    <a:pt x="5445" y="4423"/>
                    <a:pt x="1" y="6641"/>
                  </a:cubicBezTo>
                  <a:cubicBezTo>
                    <a:pt x="1505" y="6765"/>
                    <a:pt x="2963" y="6812"/>
                    <a:pt x="4421" y="6843"/>
                  </a:cubicBezTo>
                  <a:lnTo>
                    <a:pt x="6592" y="6889"/>
                  </a:lnTo>
                  <a:cubicBezTo>
                    <a:pt x="7306" y="6920"/>
                    <a:pt x="8050" y="6967"/>
                    <a:pt x="8764" y="6998"/>
                  </a:cubicBezTo>
                  <a:cubicBezTo>
                    <a:pt x="10175" y="7107"/>
                    <a:pt x="11633" y="7138"/>
                    <a:pt x="13044" y="7215"/>
                  </a:cubicBezTo>
                  <a:lnTo>
                    <a:pt x="14130" y="7262"/>
                  </a:lnTo>
                  <a:lnTo>
                    <a:pt x="15216" y="7339"/>
                  </a:lnTo>
                  <a:lnTo>
                    <a:pt x="17356" y="7510"/>
                  </a:lnTo>
                  <a:cubicBezTo>
                    <a:pt x="23017" y="7835"/>
                    <a:pt x="28631" y="8549"/>
                    <a:pt x="34215" y="9216"/>
                  </a:cubicBezTo>
                  <a:cubicBezTo>
                    <a:pt x="45382" y="10767"/>
                    <a:pt x="56394" y="12845"/>
                    <a:pt x="67436" y="15265"/>
                  </a:cubicBezTo>
                  <a:cubicBezTo>
                    <a:pt x="78479" y="17731"/>
                    <a:pt x="89476" y="20491"/>
                    <a:pt x="100642" y="23174"/>
                  </a:cubicBezTo>
                  <a:cubicBezTo>
                    <a:pt x="103434" y="23826"/>
                    <a:pt x="106226" y="24508"/>
                    <a:pt x="109049" y="25129"/>
                  </a:cubicBezTo>
                  <a:cubicBezTo>
                    <a:pt x="111840" y="25796"/>
                    <a:pt x="114632" y="26431"/>
                    <a:pt x="117424" y="27083"/>
                  </a:cubicBezTo>
                  <a:cubicBezTo>
                    <a:pt x="120216" y="27703"/>
                    <a:pt x="122976" y="28401"/>
                    <a:pt x="125768" y="29161"/>
                  </a:cubicBezTo>
                  <a:cubicBezTo>
                    <a:pt x="128513" y="29952"/>
                    <a:pt x="131274" y="30790"/>
                    <a:pt x="134097" y="31705"/>
                  </a:cubicBezTo>
                  <a:cubicBezTo>
                    <a:pt x="131956" y="29688"/>
                    <a:pt x="129568" y="27874"/>
                    <a:pt x="127117" y="26230"/>
                  </a:cubicBezTo>
                  <a:cubicBezTo>
                    <a:pt x="124682" y="24570"/>
                    <a:pt x="122077" y="23112"/>
                    <a:pt x="119471" y="21732"/>
                  </a:cubicBezTo>
                  <a:cubicBezTo>
                    <a:pt x="116850" y="20367"/>
                    <a:pt x="114198" y="19095"/>
                    <a:pt x="111515" y="17901"/>
                  </a:cubicBezTo>
                  <a:cubicBezTo>
                    <a:pt x="108847" y="16691"/>
                    <a:pt x="106179" y="15528"/>
                    <a:pt x="103465" y="14443"/>
                  </a:cubicBezTo>
                  <a:cubicBezTo>
                    <a:pt x="100751" y="13326"/>
                    <a:pt x="98068" y="12302"/>
                    <a:pt x="95307" y="11294"/>
                  </a:cubicBezTo>
                  <a:cubicBezTo>
                    <a:pt x="93927" y="10782"/>
                    <a:pt x="92562" y="10301"/>
                    <a:pt x="91182" y="9836"/>
                  </a:cubicBezTo>
                  <a:cubicBezTo>
                    <a:pt x="89801" y="9371"/>
                    <a:pt x="88421" y="8921"/>
                    <a:pt x="87010" y="8456"/>
                  </a:cubicBezTo>
                  <a:cubicBezTo>
                    <a:pt x="84218" y="7541"/>
                    <a:pt x="81395" y="6750"/>
                    <a:pt x="78557" y="5959"/>
                  </a:cubicBezTo>
                  <a:cubicBezTo>
                    <a:pt x="75734" y="5168"/>
                    <a:pt x="72834" y="4485"/>
                    <a:pt x="69965" y="3818"/>
                  </a:cubicBezTo>
                  <a:cubicBezTo>
                    <a:pt x="59160" y="1471"/>
                    <a:pt x="48012" y="1"/>
                    <a:pt x="36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2" name="Google Shape;4922;p69"/>
            <p:cNvSpPr/>
            <p:nvPr/>
          </p:nvSpPr>
          <p:spPr>
            <a:xfrm>
              <a:off x="7113788" y="781106"/>
              <a:ext cx="1350667" cy="367436"/>
            </a:xfrm>
            <a:custGeom>
              <a:avLst/>
              <a:gdLst/>
              <a:ahLst/>
              <a:cxnLst/>
              <a:rect l="l" t="t" r="r" b="b"/>
              <a:pathLst>
                <a:path w="109855" h="29885" extrusionOk="0">
                  <a:moveTo>
                    <a:pt x="26990" y="0"/>
                  </a:moveTo>
                  <a:cubicBezTo>
                    <a:pt x="25224" y="0"/>
                    <a:pt x="23469" y="26"/>
                    <a:pt x="21714" y="59"/>
                  </a:cubicBezTo>
                  <a:cubicBezTo>
                    <a:pt x="20473" y="152"/>
                    <a:pt x="19263" y="183"/>
                    <a:pt x="18053" y="261"/>
                  </a:cubicBezTo>
                  <a:lnTo>
                    <a:pt x="14424" y="556"/>
                  </a:lnTo>
                  <a:cubicBezTo>
                    <a:pt x="12005" y="850"/>
                    <a:pt x="9601" y="1191"/>
                    <a:pt x="7181" y="1564"/>
                  </a:cubicBezTo>
                  <a:cubicBezTo>
                    <a:pt x="4762" y="2029"/>
                    <a:pt x="2373" y="2541"/>
                    <a:pt x="0" y="3192"/>
                  </a:cubicBezTo>
                  <a:cubicBezTo>
                    <a:pt x="2404" y="3859"/>
                    <a:pt x="4793" y="4402"/>
                    <a:pt x="7119" y="4867"/>
                  </a:cubicBezTo>
                  <a:cubicBezTo>
                    <a:pt x="9492" y="5441"/>
                    <a:pt x="11834" y="5891"/>
                    <a:pt x="14161" y="6356"/>
                  </a:cubicBezTo>
                  <a:lnTo>
                    <a:pt x="17650" y="7116"/>
                  </a:lnTo>
                  <a:cubicBezTo>
                    <a:pt x="18767" y="7302"/>
                    <a:pt x="19930" y="7519"/>
                    <a:pt x="21093" y="7767"/>
                  </a:cubicBezTo>
                  <a:cubicBezTo>
                    <a:pt x="23451" y="8310"/>
                    <a:pt x="25731" y="8760"/>
                    <a:pt x="28026" y="9225"/>
                  </a:cubicBezTo>
                  <a:cubicBezTo>
                    <a:pt x="37177" y="11180"/>
                    <a:pt x="46265" y="13134"/>
                    <a:pt x="55261" y="15352"/>
                  </a:cubicBezTo>
                  <a:cubicBezTo>
                    <a:pt x="64257" y="17523"/>
                    <a:pt x="73206" y="19880"/>
                    <a:pt x="82248" y="22393"/>
                  </a:cubicBezTo>
                  <a:cubicBezTo>
                    <a:pt x="84497" y="23060"/>
                    <a:pt x="86745" y="23680"/>
                    <a:pt x="89025" y="24270"/>
                  </a:cubicBezTo>
                  <a:cubicBezTo>
                    <a:pt x="91274" y="24952"/>
                    <a:pt x="93570" y="25572"/>
                    <a:pt x="95850" y="26193"/>
                  </a:cubicBezTo>
                  <a:cubicBezTo>
                    <a:pt x="98145" y="26860"/>
                    <a:pt x="100456" y="27527"/>
                    <a:pt x="102782" y="28101"/>
                  </a:cubicBezTo>
                  <a:cubicBezTo>
                    <a:pt x="105109" y="28767"/>
                    <a:pt x="107435" y="29388"/>
                    <a:pt x="109855" y="29884"/>
                  </a:cubicBezTo>
                  <a:cubicBezTo>
                    <a:pt x="108040" y="28225"/>
                    <a:pt x="106148" y="26674"/>
                    <a:pt x="104178" y="25138"/>
                  </a:cubicBezTo>
                  <a:cubicBezTo>
                    <a:pt x="102224" y="23680"/>
                    <a:pt x="100223" y="22315"/>
                    <a:pt x="98191" y="20935"/>
                  </a:cubicBezTo>
                  <a:cubicBezTo>
                    <a:pt x="96144" y="19632"/>
                    <a:pt x="94081" y="18329"/>
                    <a:pt x="91941" y="17135"/>
                  </a:cubicBezTo>
                  <a:cubicBezTo>
                    <a:pt x="89816" y="15972"/>
                    <a:pt x="87660" y="14840"/>
                    <a:pt x="85489" y="13754"/>
                  </a:cubicBezTo>
                  <a:cubicBezTo>
                    <a:pt x="76742" y="9520"/>
                    <a:pt x="67498" y="6263"/>
                    <a:pt x="57991" y="3937"/>
                  </a:cubicBezTo>
                  <a:cubicBezTo>
                    <a:pt x="48499" y="1610"/>
                    <a:pt x="38805" y="261"/>
                    <a:pt x="29050" y="13"/>
                  </a:cubicBezTo>
                  <a:cubicBezTo>
                    <a:pt x="28361" y="4"/>
                    <a:pt x="27675" y="0"/>
                    <a:pt x="269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69"/>
            <p:cNvSpPr/>
            <p:nvPr/>
          </p:nvSpPr>
          <p:spPr>
            <a:xfrm>
              <a:off x="7192156" y="502268"/>
              <a:ext cx="900449" cy="299973"/>
            </a:xfrm>
            <a:custGeom>
              <a:avLst/>
              <a:gdLst/>
              <a:ahLst/>
              <a:cxnLst/>
              <a:rect l="l" t="t" r="r" b="b"/>
              <a:pathLst>
                <a:path w="73237" h="24398" extrusionOk="0">
                  <a:moveTo>
                    <a:pt x="7580" y="0"/>
                  </a:moveTo>
                  <a:cubicBezTo>
                    <a:pt x="5075" y="0"/>
                    <a:pt x="2560" y="114"/>
                    <a:pt x="1" y="497"/>
                  </a:cubicBezTo>
                  <a:cubicBezTo>
                    <a:pt x="1412" y="1506"/>
                    <a:pt x="2823" y="2374"/>
                    <a:pt x="4281" y="3212"/>
                  </a:cubicBezTo>
                  <a:cubicBezTo>
                    <a:pt x="5693" y="4018"/>
                    <a:pt x="7151" y="4825"/>
                    <a:pt x="8609" y="5569"/>
                  </a:cubicBezTo>
                  <a:cubicBezTo>
                    <a:pt x="10082" y="6329"/>
                    <a:pt x="11524" y="7089"/>
                    <a:pt x="12982" y="7740"/>
                  </a:cubicBezTo>
                  <a:cubicBezTo>
                    <a:pt x="14440" y="8438"/>
                    <a:pt x="15945" y="9121"/>
                    <a:pt x="17403" y="9741"/>
                  </a:cubicBezTo>
                  <a:cubicBezTo>
                    <a:pt x="23281" y="12316"/>
                    <a:pt x="29236" y="14534"/>
                    <a:pt x="35285" y="16488"/>
                  </a:cubicBezTo>
                  <a:cubicBezTo>
                    <a:pt x="41334" y="18442"/>
                    <a:pt x="47460" y="20195"/>
                    <a:pt x="53695" y="21606"/>
                  </a:cubicBezTo>
                  <a:cubicBezTo>
                    <a:pt x="55292" y="21994"/>
                    <a:pt x="56859" y="22319"/>
                    <a:pt x="58441" y="22614"/>
                  </a:cubicBezTo>
                  <a:cubicBezTo>
                    <a:pt x="60038" y="22909"/>
                    <a:pt x="61605" y="23203"/>
                    <a:pt x="63233" y="23452"/>
                  </a:cubicBezTo>
                  <a:cubicBezTo>
                    <a:pt x="64862" y="23700"/>
                    <a:pt x="66490" y="23901"/>
                    <a:pt x="68165" y="24072"/>
                  </a:cubicBezTo>
                  <a:cubicBezTo>
                    <a:pt x="69825" y="24227"/>
                    <a:pt x="71500" y="24398"/>
                    <a:pt x="73237" y="24398"/>
                  </a:cubicBezTo>
                  <a:cubicBezTo>
                    <a:pt x="70740" y="21994"/>
                    <a:pt x="68088" y="19977"/>
                    <a:pt x="65312" y="18116"/>
                  </a:cubicBezTo>
                  <a:cubicBezTo>
                    <a:pt x="63931" y="17186"/>
                    <a:pt x="62551" y="16317"/>
                    <a:pt x="61140" y="15449"/>
                  </a:cubicBezTo>
                  <a:cubicBezTo>
                    <a:pt x="59728" y="14611"/>
                    <a:pt x="58317" y="13820"/>
                    <a:pt x="56859" y="13014"/>
                  </a:cubicBezTo>
                  <a:cubicBezTo>
                    <a:pt x="51120" y="9943"/>
                    <a:pt x="45072" y="7430"/>
                    <a:pt x="38899" y="5398"/>
                  </a:cubicBezTo>
                  <a:cubicBezTo>
                    <a:pt x="32741" y="3367"/>
                    <a:pt x="26398" y="1816"/>
                    <a:pt x="19900" y="901"/>
                  </a:cubicBezTo>
                  <a:cubicBezTo>
                    <a:pt x="18302" y="653"/>
                    <a:pt x="16674" y="497"/>
                    <a:pt x="15045" y="327"/>
                  </a:cubicBezTo>
                  <a:cubicBezTo>
                    <a:pt x="13370" y="203"/>
                    <a:pt x="11742" y="63"/>
                    <a:pt x="10082" y="32"/>
                  </a:cubicBezTo>
                  <a:cubicBezTo>
                    <a:pt x="9248" y="13"/>
                    <a:pt x="8415" y="0"/>
                    <a:pt x="75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69"/>
            <p:cNvSpPr/>
            <p:nvPr/>
          </p:nvSpPr>
          <p:spPr>
            <a:xfrm>
              <a:off x="7320307" y="355822"/>
              <a:ext cx="384243" cy="122606"/>
            </a:xfrm>
            <a:custGeom>
              <a:avLst/>
              <a:gdLst/>
              <a:ahLst/>
              <a:cxnLst/>
              <a:rect l="l" t="t" r="r" b="b"/>
              <a:pathLst>
                <a:path w="31252" h="9972" extrusionOk="0">
                  <a:moveTo>
                    <a:pt x="8530" y="1"/>
                  </a:moveTo>
                  <a:cubicBezTo>
                    <a:pt x="7150" y="1"/>
                    <a:pt x="5739" y="78"/>
                    <a:pt x="4327" y="249"/>
                  </a:cubicBezTo>
                  <a:cubicBezTo>
                    <a:pt x="2900" y="466"/>
                    <a:pt x="1458" y="745"/>
                    <a:pt x="0" y="1288"/>
                  </a:cubicBezTo>
                  <a:cubicBezTo>
                    <a:pt x="590" y="1831"/>
                    <a:pt x="1210" y="2265"/>
                    <a:pt x="1784" y="2668"/>
                  </a:cubicBezTo>
                  <a:cubicBezTo>
                    <a:pt x="2420" y="3072"/>
                    <a:pt x="3009" y="3459"/>
                    <a:pt x="3629" y="3832"/>
                  </a:cubicBezTo>
                  <a:cubicBezTo>
                    <a:pt x="4824" y="4592"/>
                    <a:pt x="6049" y="5212"/>
                    <a:pt x="7290" y="5755"/>
                  </a:cubicBezTo>
                  <a:cubicBezTo>
                    <a:pt x="9756" y="6825"/>
                    <a:pt x="12299" y="7709"/>
                    <a:pt x="14827" y="8376"/>
                  </a:cubicBezTo>
                  <a:cubicBezTo>
                    <a:pt x="17417" y="9027"/>
                    <a:pt x="19992" y="9539"/>
                    <a:pt x="22706" y="9787"/>
                  </a:cubicBezTo>
                  <a:cubicBezTo>
                    <a:pt x="23777" y="9899"/>
                    <a:pt x="24878" y="9971"/>
                    <a:pt x="26000" y="9971"/>
                  </a:cubicBezTo>
                  <a:cubicBezTo>
                    <a:pt x="26276" y="9971"/>
                    <a:pt x="26553" y="9967"/>
                    <a:pt x="26832" y="9958"/>
                  </a:cubicBezTo>
                  <a:cubicBezTo>
                    <a:pt x="27545" y="9927"/>
                    <a:pt x="28243" y="9927"/>
                    <a:pt x="29003" y="9849"/>
                  </a:cubicBezTo>
                  <a:cubicBezTo>
                    <a:pt x="29763" y="9772"/>
                    <a:pt x="30461" y="9694"/>
                    <a:pt x="31252" y="9524"/>
                  </a:cubicBezTo>
                  <a:cubicBezTo>
                    <a:pt x="30244" y="8314"/>
                    <a:pt x="29127" y="7399"/>
                    <a:pt x="27933" y="6453"/>
                  </a:cubicBezTo>
                  <a:cubicBezTo>
                    <a:pt x="26770" y="5584"/>
                    <a:pt x="25544" y="4824"/>
                    <a:pt x="24350" y="4157"/>
                  </a:cubicBezTo>
                  <a:cubicBezTo>
                    <a:pt x="21900" y="2824"/>
                    <a:pt x="19372" y="1877"/>
                    <a:pt x="16689" y="1164"/>
                  </a:cubicBezTo>
                  <a:cubicBezTo>
                    <a:pt x="14036" y="466"/>
                    <a:pt x="11322" y="32"/>
                    <a:pt x="85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69"/>
            <p:cNvSpPr/>
            <p:nvPr/>
          </p:nvSpPr>
          <p:spPr>
            <a:xfrm>
              <a:off x="9007144" y="358687"/>
              <a:ext cx="517165" cy="1425421"/>
            </a:xfrm>
            <a:custGeom>
              <a:avLst/>
              <a:gdLst/>
              <a:ahLst/>
              <a:cxnLst/>
              <a:rect l="l" t="t" r="r" b="b"/>
              <a:pathLst>
                <a:path w="42063" h="115935" extrusionOk="0">
                  <a:moveTo>
                    <a:pt x="42063" y="0"/>
                  </a:moveTo>
                  <a:cubicBezTo>
                    <a:pt x="39969" y="1660"/>
                    <a:pt x="37968" y="3428"/>
                    <a:pt x="35968" y="5212"/>
                  </a:cubicBezTo>
                  <a:cubicBezTo>
                    <a:pt x="34045" y="7088"/>
                    <a:pt x="32230" y="9011"/>
                    <a:pt x="30384" y="10966"/>
                  </a:cubicBezTo>
                  <a:lnTo>
                    <a:pt x="27810" y="14052"/>
                  </a:lnTo>
                  <a:cubicBezTo>
                    <a:pt x="26941" y="15107"/>
                    <a:pt x="26104" y="16130"/>
                    <a:pt x="25266" y="17170"/>
                  </a:cubicBezTo>
                  <a:cubicBezTo>
                    <a:pt x="23684" y="19294"/>
                    <a:pt x="22149" y="21497"/>
                    <a:pt x="20598" y="23715"/>
                  </a:cubicBezTo>
                  <a:cubicBezTo>
                    <a:pt x="14720" y="32664"/>
                    <a:pt x="10005" y="42419"/>
                    <a:pt x="6593" y="52609"/>
                  </a:cubicBezTo>
                  <a:cubicBezTo>
                    <a:pt x="3165" y="62768"/>
                    <a:pt x="978" y="73392"/>
                    <a:pt x="265" y="84093"/>
                  </a:cubicBezTo>
                  <a:cubicBezTo>
                    <a:pt x="125" y="86808"/>
                    <a:pt x="48" y="89475"/>
                    <a:pt x="1" y="92143"/>
                  </a:cubicBezTo>
                  <a:cubicBezTo>
                    <a:pt x="79" y="94826"/>
                    <a:pt x="218" y="97478"/>
                    <a:pt x="342" y="100146"/>
                  </a:cubicBezTo>
                  <a:cubicBezTo>
                    <a:pt x="621" y="102813"/>
                    <a:pt x="916" y="105481"/>
                    <a:pt x="1288" y="108102"/>
                  </a:cubicBezTo>
                  <a:cubicBezTo>
                    <a:pt x="1785" y="110723"/>
                    <a:pt x="2327" y="113360"/>
                    <a:pt x="2994" y="115935"/>
                  </a:cubicBezTo>
                  <a:cubicBezTo>
                    <a:pt x="3615" y="113313"/>
                    <a:pt x="4111" y="110692"/>
                    <a:pt x="4623" y="108118"/>
                  </a:cubicBezTo>
                  <a:cubicBezTo>
                    <a:pt x="5166" y="105543"/>
                    <a:pt x="5646" y="103000"/>
                    <a:pt x="6112" y="100456"/>
                  </a:cubicBezTo>
                  <a:cubicBezTo>
                    <a:pt x="6655" y="97959"/>
                    <a:pt x="7197" y="95415"/>
                    <a:pt x="7709" y="92918"/>
                  </a:cubicBezTo>
                  <a:cubicBezTo>
                    <a:pt x="8330" y="90421"/>
                    <a:pt x="8872" y="87955"/>
                    <a:pt x="9415" y="85458"/>
                  </a:cubicBezTo>
                  <a:cubicBezTo>
                    <a:pt x="11788" y="75548"/>
                    <a:pt x="14549" y="65839"/>
                    <a:pt x="17744" y="56300"/>
                  </a:cubicBezTo>
                  <a:cubicBezTo>
                    <a:pt x="20939" y="46762"/>
                    <a:pt x="24646" y="37379"/>
                    <a:pt x="28740" y="28057"/>
                  </a:cubicBezTo>
                  <a:cubicBezTo>
                    <a:pt x="29826" y="25731"/>
                    <a:pt x="30896" y="23420"/>
                    <a:pt x="31904" y="21047"/>
                  </a:cubicBezTo>
                  <a:cubicBezTo>
                    <a:pt x="32447" y="19884"/>
                    <a:pt x="33021" y="18767"/>
                    <a:pt x="33564" y="17604"/>
                  </a:cubicBezTo>
                  <a:lnTo>
                    <a:pt x="35192" y="14114"/>
                  </a:lnTo>
                  <a:cubicBezTo>
                    <a:pt x="36355" y="11819"/>
                    <a:pt x="37519" y="9477"/>
                    <a:pt x="38604" y="7119"/>
                  </a:cubicBezTo>
                  <a:cubicBezTo>
                    <a:pt x="39814" y="4824"/>
                    <a:pt x="40977" y="2466"/>
                    <a:pt x="420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6" name="Google Shape;4926;p69"/>
            <p:cNvSpPr/>
            <p:nvPr/>
          </p:nvSpPr>
          <p:spPr>
            <a:xfrm>
              <a:off x="8795867" y="70934"/>
              <a:ext cx="507624" cy="1527248"/>
            </a:xfrm>
            <a:custGeom>
              <a:avLst/>
              <a:gdLst/>
              <a:ahLst/>
              <a:cxnLst/>
              <a:rect l="l" t="t" r="r" b="b"/>
              <a:pathLst>
                <a:path w="41287" h="124217" extrusionOk="0">
                  <a:moveTo>
                    <a:pt x="41287" y="0"/>
                  </a:moveTo>
                  <a:cubicBezTo>
                    <a:pt x="40124" y="838"/>
                    <a:pt x="38991" y="1707"/>
                    <a:pt x="37875" y="2575"/>
                  </a:cubicBezTo>
                  <a:cubicBezTo>
                    <a:pt x="36851" y="3490"/>
                    <a:pt x="35765" y="4421"/>
                    <a:pt x="34680" y="5367"/>
                  </a:cubicBezTo>
                  <a:cubicBezTo>
                    <a:pt x="33625" y="6344"/>
                    <a:pt x="32633" y="7336"/>
                    <a:pt x="31593" y="8345"/>
                  </a:cubicBezTo>
                  <a:cubicBezTo>
                    <a:pt x="30585" y="9384"/>
                    <a:pt x="29639" y="10407"/>
                    <a:pt x="28631" y="11462"/>
                  </a:cubicBezTo>
                  <a:lnTo>
                    <a:pt x="25839" y="14719"/>
                  </a:lnTo>
                  <a:cubicBezTo>
                    <a:pt x="24909" y="15836"/>
                    <a:pt x="24040" y="16968"/>
                    <a:pt x="23156" y="18085"/>
                  </a:cubicBezTo>
                  <a:cubicBezTo>
                    <a:pt x="22288" y="19248"/>
                    <a:pt x="21450" y="20411"/>
                    <a:pt x="20628" y="21574"/>
                  </a:cubicBezTo>
                  <a:cubicBezTo>
                    <a:pt x="19853" y="22738"/>
                    <a:pt x="19046" y="23963"/>
                    <a:pt x="18255" y="25173"/>
                  </a:cubicBezTo>
                  <a:cubicBezTo>
                    <a:pt x="12098" y="34835"/>
                    <a:pt x="7476" y="45583"/>
                    <a:pt x="4436" y="56704"/>
                  </a:cubicBezTo>
                  <a:cubicBezTo>
                    <a:pt x="1412" y="67839"/>
                    <a:pt x="0" y="79410"/>
                    <a:pt x="404" y="90902"/>
                  </a:cubicBezTo>
                  <a:cubicBezTo>
                    <a:pt x="481" y="92329"/>
                    <a:pt x="574" y="93771"/>
                    <a:pt x="652" y="95198"/>
                  </a:cubicBezTo>
                  <a:cubicBezTo>
                    <a:pt x="776" y="96641"/>
                    <a:pt x="884" y="98068"/>
                    <a:pt x="1055" y="99479"/>
                  </a:cubicBezTo>
                  <a:cubicBezTo>
                    <a:pt x="1272" y="100890"/>
                    <a:pt x="1427" y="102302"/>
                    <a:pt x="1644" y="103729"/>
                  </a:cubicBezTo>
                  <a:cubicBezTo>
                    <a:pt x="1939" y="105140"/>
                    <a:pt x="2187" y="106520"/>
                    <a:pt x="2435" y="107932"/>
                  </a:cubicBezTo>
                  <a:cubicBezTo>
                    <a:pt x="2761" y="109312"/>
                    <a:pt x="3056" y="110723"/>
                    <a:pt x="3381" y="112104"/>
                  </a:cubicBezTo>
                  <a:cubicBezTo>
                    <a:pt x="3754" y="113469"/>
                    <a:pt x="4141" y="114849"/>
                    <a:pt x="4545" y="116229"/>
                  </a:cubicBezTo>
                  <a:cubicBezTo>
                    <a:pt x="5010" y="117579"/>
                    <a:pt x="5460" y="118928"/>
                    <a:pt x="5925" y="120262"/>
                  </a:cubicBezTo>
                  <a:cubicBezTo>
                    <a:pt x="6468" y="121596"/>
                    <a:pt x="6980" y="122914"/>
                    <a:pt x="7554" y="124217"/>
                  </a:cubicBezTo>
                  <a:cubicBezTo>
                    <a:pt x="7600" y="122805"/>
                    <a:pt x="7631" y="121378"/>
                    <a:pt x="7554" y="119998"/>
                  </a:cubicBezTo>
                  <a:cubicBezTo>
                    <a:pt x="7585" y="118587"/>
                    <a:pt x="7662" y="117175"/>
                    <a:pt x="7662" y="115795"/>
                  </a:cubicBezTo>
                  <a:cubicBezTo>
                    <a:pt x="7771" y="114384"/>
                    <a:pt x="7802" y="113003"/>
                    <a:pt x="7848" y="111623"/>
                  </a:cubicBezTo>
                  <a:cubicBezTo>
                    <a:pt x="7941" y="110258"/>
                    <a:pt x="7972" y="108878"/>
                    <a:pt x="8050" y="107497"/>
                  </a:cubicBezTo>
                  <a:lnTo>
                    <a:pt x="8313" y="103403"/>
                  </a:lnTo>
                  <a:cubicBezTo>
                    <a:pt x="8422" y="102038"/>
                    <a:pt x="8515" y="100658"/>
                    <a:pt x="8639" y="99324"/>
                  </a:cubicBezTo>
                  <a:cubicBezTo>
                    <a:pt x="8794" y="98006"/>
                    <a:pt x="8934" y="96625"/>
                    <a:pt x="9042" y="95291"/>
                  </a:cubicBezTo>
                  <a:cubicBezTo>
                    <a:pt x="9213" y="93927"/>
                    <a:pt x="9399" y="92593"/>
                    <a:pt x="9508" y="91259"/>
                  </a:cubicBezTo>
                  <a:cubicBezTo>
                    <a:pt x="10842" y="80495"/>
                    <a:pt x="12889" y="70011"/>
                    <a:pt x="15681" y="59712"/>
                  </a:cubicBezTo>
                  <a:cubicBezTo>
                    <a:pt x="18472" y="49414"/>
                    <a:pt x="22055" y="39333"/>
                    <a:pt x="26336" y="29438"/>
                  </a:cubicBezTo>
                  <a:lnTo>
                    <a:pt x="28011" y="25731"/>
                  </a:lnTo>
                  <a:cubicBezTo>
                    <a:pt x="28585" y="24490"/>
                    <a:pt x="29174" y="23265"/>
                    <a:pt x="29717" y="22024"/>
                  </a:cubicBezTo>
                  <a:cubicBezTo>
                    <a:pt x="30291" y="20830"/>
                    <a:pt x="30911" y="19605"/>
                    <a:pt x="31500" y="18364"/>
                  </a:cubicBezTo>
                  <a:lnTo>
                    <a:pt x="33330" y="14704"/>
                  </a:lnTo>
                  <a:cubicBezTo>
                    <a:pt x="33951" y="13494"/>
                    <a:pt x="34633" y="12269"/>
                    <a:pt x="35254" y="11028"/>
                  </a:cubicBezTo>
                  <a:cubicBezTo>
                    <a:pt x="35921" y="9834"/>
                    <a:pt x="36587" y="8608"/>
                    <a:pt x="37208" y="7368"/>
                  </a:cubicBezTo>
                  <a:cubicBezTo>
                    <a:pt x="37906" y="6173"/>
                    <a:pt x="38588" y="4948"/>
                    <a:pt x="39255" y="3707"/>
                  </a:cubicBezTo>
                  <a:cubicBezTo>
                    <a:pt x="39953" y="2498"/>
                    <a:pt x="40620" y="1303"/>
                    <a:pt x="412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7" name="Google Shape;4927;p69"/>
            <p:cNvSpPr/>
            <p:nvPr/>
          </p:nvSpPr>
          <p:spPr>
            <a:xfrm>
              <a:off x="8598876" y="1517"/>
              <a:ext cx="363280" cy="1392433"/>
            </a:xfrm>
            <a:custGeom>
              <a:avLst/>
              <a:gdLst/>
              <a:ahLst/>
              <a:cxnLst/>
              <a:rect l="l" t="t" r="r" b="b"/>
              <a:pathLst>
                <a:path w="29547" h="113252" extrusionOk="0">
                  <a:moveTo>
                    <a:pt x="29547" y="1"/>
                  </a:moveTo>
                  <a:lnTo>
                    <a:pt x="29547" y="1"/>
                  </a:lnTo>
                  <a:cubicBezTo>
                    <a:pt x="28632" y="838"/>
                    <a:pt x="27701" y="1754"/>
                    <a:pt x="26786" y="2622"/>
                  </a:cubicBezTo>
                  <a:cubicBezTo>
                    <a:pt x="25917" y="3537"/>
                    <a:pt x="25049" y="4468"/>
                    <a:pt x="24211" y="5414"/>
                  </a:cubicBezTo>
                  <a:cubicBezTo>
                    <a:pt x="23374" y="6360"/>
                    <a:pt x="22583" y="7306"/>
                    <a:pt x="21792" y="8314"/>
                  </a:cubicBezTo>
                  <a:cubicBezTo>
                    <a:pt x="21001" y="9322"/>
                    <a:pt x="20256" y="10315"/>
                    <a:pt x="19497" y="11370"/>
                  </a:cubicBezTo>
                  <a:cubicBezTo>
                    <a:pt x="18783" y="12393"/>
                    <a:pt x="18085" y="13432"/>
                    <a:pt x="17372" y="14518"/>
                  </a:cubicBezTo>
                  <a:cubicBezTo>
                    <a:pt x="16705" y="15604"/>
                    <a:pt x="16038" y="16689"/>
                    <a:pt x="15371" y="17775"/>
                  </a:cubicBezTo>
                  <a:cubicBezTo>
                    <a:pt x="14735" y="18861"/>
                    <a:pt x="14068" y="19993"/>
                    <a:pt x="13494" y="21110"/>
                  </a:cubicBezTo>
                  <a:cubicBezTo>
                    <a:pt x="12905" y="22242"/>
                    <a:pt x="12285" y="23358"/>
                    <a:pt x="11742" y="24522"/>
                  </a:cubicBezTo>
                  <a:cubicBezTo>
                    <a:pt x="7353" y="33703"/>
                    <a:pt x="4266" y="43552"/>
                    <a:pt x="2420" y="53525"/>
                  </a:cubicBezTo>
                  <a:cubicBezTo>
                    <a:pt x="575" y="63513"/>
                    <a:pt x="1" y="73765"/>
                    <a:pt x="792" y="83892"/>
                  </a:cubicBezTo>
                  <a:cubicBezTo>
                    <a:pt x="916" y="85149"/>
                    <a:pt x="1040" y="86451"/>
                    <a:pt x="1164" y="87692"/>
                  </a:cubicBezTo>
                  <a:cubicBezTo>
                    <a:pt x="1304" y="88933"/>
                    <a:pt x="1490" y="90189"/>
                    <a:pt x="1660" y="91430"/>
                  </a:cubicBezTo>
                  <a:cubicBezTo>
                    <a:pt x="1878" y="92671"/>
                    <a:pt x="2033" y="93943"/>
                    <a:pt x="2281" y="95183"/>
                  </a:cubicBezTo>
                  <a:cubicBezTo>
                    <a:pt x="2545" y="96409"/>
                    <a:pt x="2839" y="97634"/>
                    <a:pt x="3087" y="98875"/>
                  </a:cubicBezTo>
                  <a:cubicBezTo>
                    <a:pt x="3382" y="100084"/>
                    <a:pt x="3661" y="101341"/>
                    <a:pt x="4002" y="102550"/>
                  </a:cubicBezTo>
                  <a:cubicBezTo>
                    <a:pt x="4328" y="103745"/>
                    <a:pt x="4716" y="104970"/>
                    <a:pt x="5088" y="106164"/>
                  </a:cubicBezTo>
                  <a:cubicBezTo>
                    <a:pt x="5445" y="107389"/>
                    <a:pt x="5910" y="108599"/>
                    <a:pt x="6329" y="109762"/>
                  </a:cubicBezTo>
                  <a:cubicBezTo>
                    <a:pt x="6810" y="110926"/>
                    <a:pt x="7275" y="112089"/>
                    <a:pt x="7818" y="113252"/>
                  </a:cubicBezTo>
                  <a:cubicBezTo>
                    <a:pt x="7957" y="112011"/>
                    <a:pt x="8035" y="110739"/>
                    <a:pt x="8143" y="109623"/>
                  </a:cubicBezTo>
                  <a:cubicBezTo>
                    <a:pt x="8237" y="108335"/>
                    <a:pt x="8314" y="107110"/>
                    <a:pt x="8361" y="105869"/>
                  </a:cubicBezTo>
                  <a:lnTo>
                    <a:pt x="8826" y="98502"/>
                  </a:lnTo>
                  <a:cubicBezTo>
                    <a:pt x="8997" y="96052"/>
                    <a:pt x="9152" y="93648"/>
                    <a:pt x="9369" y="91213"/>
                  </a:cubicBezTo>
                  <a:lnTo>
                    <a:pt x="9694" y="87599"/>
                  </a:lnTo>
                  <a:lnTo>
                    <a:pt x="10020" y="84001"/>
                  </a:lnTo>
                  <a:cubicBezTo>
                    <a:pt x="10966" y="74431"/>
                    <a:pt x="12269" y="64971"/>
                    <a:pt x="13975" y="55649"/>
                  </a:cubicBezTo>
                  <a:cubicBezTo>
                    <a:pt x="15681" y="46282"/>
                    <a:pt x="17852" y="37038"/>
                    <a:pt x="20427" y="27825"/>
                  </a:cubicBezTo>
                  <a:lnTo>
                    <a:pt x="21435" y="24367"/>
                  </a:lnTo>
                  <a:cubicBezTo>
                    <a:pt x="21776" y="23203"/>
                    <a:pt x="22164" y="22087"/>
                    <a:pt x="22490" y="20923"/>
                  </a:cubicBezTo>
                  <a:cubicBezTo>
                    <a:pt x="22816" y="19760"/>
                    <a:pt x="23250" y="18628"/>
                    <a:pt x="23576" y="17465"/>
                  </a:cubicBezTo>
                  <a:cubicBezTo>
                    <a:pt x="23901" y="16302"/>
                    <a:pt x="24335" y="15185"/>
                    <a:pt x="24692" y="14022"/>
                  </a:cubicBezTo>
                  <a:lnTo>
                    <a:pt x="25855" y="10563"/>
                  </a:lnTo>
                  <a:cubicBezTo>
                    <a:pt x="26228" y="9400"/>
                    <a:pt x="26693" y="8237"/>
                    <a:pt x="27065" y="7073"/>
                  </a:cubicBezTo>
                  <a:cubicBezTo>
                    <a:pt x="27468" y="5910"/>
                    <a:pt x="27903" y="4747"/>
                    <a:pt x="28306" y="3584"/>
                  </a:cubicBezTo>
                  <a:cubicBezTo>
                    <a:pt x="28709" y="2374"/>
                    <a:pt x="29174" y="1211"/>
                    <a:pt x="295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8" name="Google Shape;4928;p69"/>
            <p:cNvSpPr/>
            <p:nvPr/>
          </p:nvSpPr>
          <p:spPr>
            <a:xfrm>
              <a:off x="8325620" y="59869"/>
              <a:ext cx="231318" cy="1086571"/>
            </a:xfrm>
            <a:custGeom>
              <a:avLst/>
              <a:gdLst/>
              <a:ahLst/>
              <a:cxnLst/>
              <a:rect l="l" t="t" r="r" b="b"/>
              <a:pathLst>
                <a:path w="18814" h="88375" extrusionOk="0">
                  <a:moveTo>
                    <a:pt x="18814" y="1"/>
                  </a:moveTo>
                  <a:lnTo>
                    <a:pt x="18814" y="1"/>
                  </a:lnTo>
                  <a:cubicBezTo>
                    <a:pt x="17433" y="1428"/>
                    <a:pt x="16146" y="2948"/>
                    <a:pt x="14936" y="4499"/>
                  </a:cubicBezTo>
                  <a:cubicBezTo>
                    <a:pt x="13773" y="6081"/>
                    <a:pt x="12688" y="7709"/>
                    <a:pt x="11602" y="9369"/>
                  </a:cubicBezTo>
                  <a:cubicBezTo>
                    <a:pt x="10609" y="11075"/>
                    <a:pt x="9648" y="12781"/>
                    <a:pt x="8733" y="14533"/>
                  </a:cubicBezTo>
                  <a:cubicBezTo>
                    <a:pt x="7895" y="16270"/>
                    <a:pt x="7104" y="18054"/>
                    <a:pt x="6313" y="19900"/>
                  </a:cubicBezTo>
                  <a:cubicBezTo>
                    <a:pt x="3335" y="27189"/>
                    <a:pt x="1521" y="34991"/>
                    <a:pt x="761" y="42854"/>
                  </a:cubicBezTo>
                  <a:cubicBezTo>
                    <a:pt x="1" y="50733"/>
                    <a:pt x="357" y="58674"/>
                    <a:pt x="1846" y="66428"/>
                  </a:cubicBezTo>
                  <a:cubicBezTo>
                    <a:pt x="2281" y="68352"/>
                    <a:pt x="2715" y="70275"/>
                    <a:pt x="3227" y="72183"/>
                  </a:cubicBezTo>
                  <a:cubicBezTo>
                    <a:pt x="3832" y="74106"/>
                    <a:pt x="4405" y="75967"/>
                    <a:pt x="5072" y="77812"/>
                  </a:cubicBezTo>
                  <a:cubicBezTo>
                    <a:pt x="5801" y="79627"/>
                    <a:pt x="6561" y="81442"/>
                    <a:pt x="7399" y="83225"/>
                  </a:cubicBezTo>
                  <a:cubicBezTo>
                    <a:pt x="8267" y="84962"/>
                    <a:pt x="9213" y="86715"/>
                    <a:pt x="10299" y="88375"/>
                  </a:cubicBezTo>
                  <a:cubicBezTo>
                    <a:pt x="10454" y="86374"/>
                    <a:pt x="10516" y="84420"/>
                    <a:pt x="10578" y="82651"/>
                  </a:cubicBezTo>
                  <a:cubicBezTo>
                    <a:pt x="10656" y="80759"/>
                    <a:pt x="10687" y="78836"/>
                    <a:pt x="10687" y="76959"/>
                  </a:cubicBezTo>
                  <a:cubicBezTo>
                    <a:pt x="10826" y="75036"/>
                    <a:pt x="10857" y="73175"/>
                    <a:pt x="10857" y="71329"/>
                  </a:cubicBezTo>
                  <a:cubicBezTo>
                    <a:pt x="10966" y="69453"/>
                    <a:pt x="10997" y="67623"/>
                    <a:pt x="11044" y="65793"/>
                  </a:cubicBezTo>
                  <a:cubicBezTo>
                    <a:pt x="11323" y="58441"/>
                    <a:pt x="11741" y="51245"/>
                    <a:pt x="12455" y="44033"/>
                  </a:cubicBezTo>
                  <a:cubicBezTo>
                    <a:pt x="13168" y="36821"/>
                    <a:pt x="14083" y="29671"/>
                    <a:pt x="15200" y="22412"/>
                  </a:cubicBezTo>
                  <a:cubicBezTo>
                    <a:pt x="15541" y="20629"/>
                    <a:pt x="15821" y="18814"/>
                    <a:pt x="16084" y="16968"/>
                  </a:cubicBezTo>
                  <a:cubicBezTo>
                    <a:pt x="16410" y="15123"/>
                    <a:pt x="16736" y="13308"/>
                    <a:pt x="16984" y="11431"/>
                  </a:cubicBezTo>
                  <a:cubicBezTo>
                    <a:pt x="17356" y="9601"/>
                    <a:pt x="17697" y="7725"/>
                    <a:pt x="17945" y="5801"/>
                  </a:cubicBezTo>
                  <a:cubicBezTo>
                    <a:pt x="18271" y="3925"/>
                    <a:pt x="18597" y="2002"/>
                    <a:pt x="188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9" name="Google Shape;4929;p69"/>
            <p:cNvSpPr/>
            <p:nvPr/>
          </p:nvSpPr>
          <p:spPr>
            <a:xfrm>
              <a:off x="7974376" y="8771"/>
              <a:ext cx="153700" cy="832372"/>
            </a:xfrm>
            <a:custGeom>
              <a:avLst/>
              <a:gdLst/>
              <a:ahLst/>
              <a:cxnLst/>
              <a:rect l="l" t="t" r="r" b="b"/>
              <a:pathLst>
                <a:path w="12501" h="67700" extrusionOk="0">
                  <a:moveTo>
                    <a:pt x="11570" y="0"/>
                  </a:moveTo>
                  <a:cubicBezTo>
                    <a:pt x="10547" y="1164"/>
                    <a:pt x="9585" y="2373"/>
                    <a:pt x="8670" y="3614"/>
                  </a:cubicBezTo>
                  <a:cubicBezTo>
                    <a:pt x="7801" y="4855"/>
                    <a:pt x="6995" y="6204"/>
                    <a:pt x="6250" y="7538"/>
                  </a:cubicBezTo>
                  <a:cubicBezTo>
                    <a:pt x="5584" y="8872"/>
                    <a:pt x="4901" y="10252"/>
                    <a:pt x="4281" y="11664"/>
                  </a:cubicBezTo>
                  <a:cubicBezTo>
                    <a:pt x="3707" y="13075"/>
                    <a:pt x="3195" y="14502"/>
                    <a:pt x="2699" y="15944"/>
                  </a:cubicBezTo>
                  <a:cubicBezTo>
                    <a:pt x="869" y="21760"/>
                    <a:pt x="0" y="27887"/>
                    <a:pt x="78" y="33982"/>
                  </a:cubicBezTo>
                  <a:cubicBezTo>
                    <a:pt x="155" y="40077"/>
                    <a:pt x="1132" y="46141"/>
                    <a:pt x="3117" y="51926"/>
                  </a:cubicBezTo>
                  <a:cubicBezTo>
                    <a:pt x="3629" y="53353"/>
                    <a:pt x="4203" y="54765"/>
                    <a:pt x="4793" y="56176"/>
                  </a:cubicBezTo>
                  <a:cubicBezTo>
                    <a:pt x="5444" y="57556"/>
                    <a:pt x="6142" y="58937"/>
                    <a:pt x="6871" y="60271"/>
                  </a:cubicBezTo>
                  <a:cubicBezTo>
                    <a:pt x="7662" y="61604"/>
                    <a:pt x="8499" y="62907"/>
                    <a:pt x="9368" y="64148"/>
                  </a:cubicBezTo>
                  <a:cubicBezTo>
                    <a:pt x="10298" y="65373"/>
                    <a:pt x="11291" y="66567"/>
                    <a:pt x="12377" y="67700"/>
                  </a:cubicBezTo>
                  <a:cubicBezTo>
                    <a:pt x="12501" y="66133"/>
                    <a:pt x="12454" y="64613"/>
                    <a:pt x="12392" y="63233"/>
                  </a:cubicBezTo>
                  <a:cubicBezTo>
                    <a:pt x="12423" y="61728"/>
                    <a:pt x="12392" y="60271"/>
                    <a:pt x="12346" y="58813"/>
                  </a:cubicBezTo>
                  <a:cubicBezTo>
                    <a:pt x="12346" y="57370"/>
                    <a:pt x="12315" y="55943"/>
                    <a:pt x="12237" y="54532"/>
                  </a:cubicBezTo>
                  <a:cubicBezTo>
                    <a:pt x="12237" y="53121"/>
                    <a:pt x="12191" y="51709"/>
                    <a:pt x="12113" y="50329"/>
                  </a:cubicBezTo>
                  <a:cubicBezTo>
                    <a:pt x="11958" y="44745"/>
                    <a:pt x="11787" y="39317"/>
                    <a:pt x="11756" y="33904"/>
                  </a:cubicBezTo>
                  <a:cubicBezTo>
                    <a:pt x="11679" y="28445"/>
                    <a:pt x="11710" y="23032"/>
                    <a:pt x="11756" y="17480"/>
                  </a:cubicBezTo>
                  <a:cubicBezTo>
                    <a:pt x="11787" y="16115"/>
                    <a:pt x="11834" y="14688"/>
                    <a:pt x="11787" y="13277"/>
                  </a:cubicBezTo>
                  <a:cubicBezTo>
                    <a:pt x="11834" y="11865"/>
                    <a:pt x="11834" y="10438"/>
                    <a:pt x="11787" y="8996"/>
                  </a:cubicBezTo>
                  <a:cubicBezTo>
                    <a:pt x="11787" y="7538"/>
                    <a:pt x="11834" y="6065"/>
                    <a:pt x="11756" y="4576"/>
                  </a:cubicBezTo>
                  <a:cubicBezTo>
                    <a:pt x="11787" y="3071"/>
                    <a:pt x="11756" y="1582"/>
                    <a:pt x="115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0" name="Google Shape;4930;p69"/>
            <p:cNvSpPr/>
            <p:nvPr/>
          </p:nvSpPr>
          <p:spPr>
            <a:xfrm>
              <a:off x="7637038" y="163799"/>
              <a:ext cx="164384" cy="389592"/>
            </a:xfrm>
            <a:custGeom>
              <a:avLst/>
              <a:gdLst/>
              <a:ahLst/>
              <a:cxnLst/>
              <a:rect l="l" t="t" r="r" b="b"/>
              <a:pathLst>
                <a:path w="13370" h="31687" extrusionOk="0">
                  <a:moveTo>
                    <a:pt x="3087" y="1"/>
                  </a:moveTo>
                  <a:cubicBezTo>
                    <a:pt x="2544" y="668"/>
                    <a:pt x="2125" y="1365"/>
                    <a:pt x="1753" y="2079"/>
                  </a:cubicBezTo>
                  <a:cubicBezTo>
                    <a:pt x="1427" y="2839"/>
                    <a:pt x="1133" y="3568"/>
                    <a:pt x="885" y="4328"/>
                  </a:cubicBezTo>
                  <a:cubicBezTo>
                    <a:pt x="668" y="5072"/>
                    <a:pt x="450" y="5863"/>
                    <a:pt x="342" y="6654"/>
                  </a:cubicBezTo>
                  <a:cubicBezTo>
                    <a:pt x="233" y="7430"/>
                    <a:pt x="156" y="8221"/>
                    <a:pt x="125" y="9027"/>
                  </a:cubicBezTo>
                  <a:cubicBezTo>
                    <a:pt x="1" y="12176"/>
                    <a:pt x="668" y="15262"/>
                    <a:pt x="1753" y="18100"/>
                  </a:cubicBezTo>
                  <a:cubicBezTo>
                    <a:pt x="2839" y="20954"/>
                    <a:pt x="4328" y="23529"/>
                    <a:pt x="6251" y="25809"/>
                  </a:cubicBezTo>
                  <a:cubicBezTo>
                    <a:pt x="7197" y="26941"/>
                    <a:pt x="8252" y="28011"/>
                    <a:pt x="9415" y="29019"/>
                  </a:cubicBezTo>
                  <a:cubicBezTo>
                    <a:pt x="10578" y="29981"/>
                    <a:pt x="11834" y="30927"/>
                    <a:pt x="13323" y="31687"/>
                  </a:cubicBezTo>
                  <a:cubicBezTo>
                    <a:pt x="13370" y="30849"/>
                    <a:pt x="13370" y="30058"/>
                    <a:pt x="13339" y="29360"/>
                  </a:cubicBezTo>
                  <a:cubicBezTo>
                    <a:pt x="13308" y="28569"/>
                    <a:pt x="13199" y="27825"/>
                    <a:pt x="13091" y="27065"/>
                  </a:cubicBezTo>
                  <a:cubicBezTo>
                    <a:pt x="13013" y="26320"/>
                    <a:pt x="12889" y="25622"/>
                    <a:pt x="12718" y="24894"/>
                  </a:cubicBezTo>
                  <a:cubicBezTo>
                    <a:pt x="12579" y="24196"/>
                    <a:pt x="12424" y="23482"/>
                    <a:pt x="12253" y="22831"/>
                  </a:cubicBezTo>
                  <a:cubicBezTo>
                    <a:pt x="11540" y="20070"/>
                    <a:pt x="10671" y="17573"/>
                    <a:pt x="9756" y="15107"/>
                  </a:cubicBezTo>
                  <a:cubicBezTo>
                    <a:pt x="8779" y="12641"/>
                    <a:pt x="7833" y="10315"/>
                    <a:pt x="6747" y="7895"/>
                  </a:cubicBezTo>
                  <a:cubicBezTo>
                    <a:pt x="6453" y="7259"/>
                    <a:pt x="6204" y="6670"/>
                    <a:pt x="5910" y="6049"/>
                  </a:cubicBezTo>
                  <a:cubicBezTo>
                    <a:pt x="5631" y="5476"/>
                    <a:pt x="5367" y="4793"/>
                    <a:pt x="5041" y="4173"/>
                  </a:cubicBezTo>
                  <a:cubicBezTo>
                    <a:pt x="4747" y="3521"/>
                    <a:pt x="4467" y="2839"/>
                    <a:pt x="4126" y="2172"/>
                  </a:cubicBezTo>
                  <a:cubicBezTo>
                    <a:pt x="3847" y="1459"/>
                    <a:pt x="3490" y="761"/>
                    <a:pt x="30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1" name="Google Shape;4931;p69"/>
            <p:cNvSpPr/>
            <p:nvPr/>
          </p:nvSpPr>
          <p:spPr>
            <a:xfrm>
              <a:off x="9164274" y="645099"/>
              <a:ext cx="579906" cy="1298045"/>
            </a:xfrm>
            <a:custGeom>
              <a:avLst/>
              <a:gdLst/>
              <a:ahLst/>
              <a:cxnLst/>
              <a:rect l="l" t="t" r="r" b="b"/>
              <a:pathLst>
                <a:path w="47166" h="105575" extrusionOk="0">
                  <a:moveTo>
                    <a:pt x="47166" y="1"/>
                  </a:moveTo>
                  <a:lnTo>
                    <a:pt x="47166" y="1"/>
                  </a:lnTo>
                  <a:cubicBezTo>
                    <a:pt x="45072" y="1412"/>
                    <a:pt x="43071" y="2917"/>
                    <a:pt x="41117" y="4499"/>
                  </a:cubicBezTo>
                  <a:cubicBezTo>
                    <a:pt x="39240" y="6127"/>
                    <a:pt x="37379" y="7833"/>
                    <a:pt x="35533" y="9539"/>
                  </a:cubicBezTo>
                  <a:lnTo>
                    <a:pt x="32928" y="12253"/>
                  </a:lnTo>
                  <a:cubicBezTo>
                    <a:pt x="32044" y="13168"/>
                    <a:pt x="31222" y="14099"/>
                    <a:pt x="30338" y="15014"/>
                  </a:cubicBezTo>
                  <a:cubicBezTo>
                    <a:pt x="28709" y="16891"/>
                    <a:pt x="27143" y="18845"/>
                    <a:pt x="25561" y="20799"/>
                  </a:cubicBezTo>
                  <a:cubicBezTo>
                    <a:pt x="19388" y="28771"/>
                    <a:pt x="14254" y="37550"/>
                    <a:pt x="10222" y="46762"/>
                  </a:cubicBezTo>
                  <a:cubicBezTo>
                    <a:pt x="6189" y="55975"/>
                    <a:pt x="3227" y="65684"/>
                    <a:pt x="1521" y="75595"/>
                  </a:cubicBezTo>
                  <a:cubicBezTo>
                    <a:pt x="1133" y="78092"/>
                    <a:pt x="792" y="80558"/>
                    <a:pt x="513" y="83055"/>
                  </a:cubicBezTo>
                  <a:cubicBezTo>
                    <a:pt x="296" y="85567"/>
                    <a:pt x="125" y="88064"/>
                    <a:pt x="1" y="90561"/>
                  </a:cubicBezTo>
                  <a:cubicBezTo>
                    <a:pt x="1" y="93058"/>
                    <a:pt x="1" y="95571"/>
                    <a:pt x="78" y="98068"/>
                  </a:cubicBezTo>
                  <a:cubicBezTo>
                    <a:pt x="249" y="100565"/>
                    <a:pt x="466" y="103062"/>
                    <a:pt x="838" y="105575"/>
                  </a:cubicBezTo>
                  <a:cubicBezTo>
                    <a:pt x="1753" y="103186"/>
                    <a:pt x="2544" y="100813"/>
                    <a:pt x="3258" y="98533"/>
                  </a:cubicBezTo>
                  <a:cubicBezTo>
                    <a:pt x="4095" y="96207"/>
                    <a:pt x="4824" y="93849"/>
                    <a:pt x="5584" y="91569"/>
                  </a:cubicBezTo>
                  <a:cubicBezTo>
                    <a:pt x="6360" y="89258"/>
                    <a:pt x="7151" y="86979"/>
                    <a:pt x="7911" y="84683"/>
                  </a:cubicBezTo>
                  <a:cubicBezTo>
                    <a:pt x="8779" y="82434"/>
                    <a:pt x="9586" y="80154"/>
                    <a:pt x="10330" y="77905"/>
                  </a:cubicBezTo>
                  <a:cubicBezTo>
                    <a:pt x="13587" y="68910"/>
                    <a:pt x="17061" y="60116"/>
                    <a:pt x="20877" y="51462"/>
                  </a:cubicBezTo>
                  <a:cubicBezTo>
                    <a:pt x="24708" y="42792"/>
                    <a:pt x="28833" y="34277"/>
                    <a:pt x="33253" y="25793"/>
                  </a:cubicBezTo>
                  <a:cubicBezTo>
                    <a:pt x="34417" y="23699"/>
                    <a:pt x="35533" y="21575"/>
                    <a:pt x="36619" y="19403"/>
                  </a:cubicBezTo>
                  <a:cubicBezTo>
                    <a:pt x="37208" y="18380"/>
                    <a:pt x="37782" y="17341"/>
                    <a:pt x="38372" y="16255"/>
                  </a:cubicBezTo>
                  <a:lnTo>
                    <a:pt x="40078" y="13044"/>
                  </a:lnTo>
                  <a:cubicBezTo>
                    <a:pt x="41303" y="10920"/>
                    <a:pt x="42497" y="8810"/>
                    <a:pt x="43629" y="6592"/>
                  </a:cubicBezTo>
                  <a:cubicBezTo>
                    <a:pt x="44886" y="4468"/>
                    <a:pt x="46049" y="2296"/>
                    <a:pt x="471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2" name="Google Shape;4932;p69"/>
            <p:cNvSpPr/>
            <p:nvPr/>
          </p:nvSpPr>
          <p:spPr>
            <a:xfrm>
              <a:off x="9244179" y="993490"/>
              <a:ext cx="581049" cy="1049956"/>
            </a:xfrm>
            <a:custGeom>
              <a:avLst/>
              <a:gdLst/>
              <a:ahLst/>
              <a:cxnLst/>
              <a:rect l="l" t="t" r="r" b="b"/>
              <a:pathLst>
                <a:path w="47259" h="85397" extrusionOk="0">
                  <a:moveTo>
                    <a:pt x="47258" y="1"/>
                  </a:moveTo>
                  <a:lnTo>
                    <a:pt x="47258" y="1"/>
                  </a:lnTo>
                  <a:cubicBezTo>
                    <a:pt x="45521" y="1242"/>
                    <a:pt x="43893" y="2529"/>
                    <a:pt x="42264" y="3909"/>
                  </a:cubicBezTo>
                  <a:cubicBezTo>
                    <a:pt x="40667" y="5290"/>
                    <a:pt x="39116" y="6701"/>
                    <a:pt x="37627" y="8159"/>
                  </a:cubicBezTo>
                  <a:cubicBezTo>
                    <a:pt x="36169" y="9617"/>
                    <a:pt x="34711" y="11106"/>
                    <a:pt x="33299" y="12657"/>
                  </a:cubicBezTo>
                  <a:cubicBezTo>
                    <a:pt x="31935" y="14239"/>
                    <a:pt x="30554" y="15805"/>
                    <a:pt x="29220" y="17403"/>
                  </a:cubicBezTo>
                  <a:cubicBezTo>
                    <a:pt x="23963" y="23855"/>
                    <a:pt x="19325" y="30787"/>
                    <a:pt x="15293" y="38077"/>
                  </a:cubicBezTo>
                  <a:cubicBezTo>
                    <a:pt x="11307" y="45366"/>
                    <a:pt x="7895" y="52982"/>
                    <a:pt x="5212" y="60845"/>
                  </a:cubicBezTo>
                  <a:cubicBezTo>
                    <a:pt x="4576" y="62815"/>
                    <a:pt x="3955" y="64800"/>
                    <a:pt x="3366" y="66801"/>
                  </a:cubicBezTo>
                  <a:cubicBezTo>
                    <a:pt x="2777" y="68863"/>
                    <a:pt x="2280" y="70849"/>
                    <a:pt x="1815" y="72896"/>
                  </a:cubicBezTo>
                  <a:cubicBezTo>
                    <a:pt x="1412" y="74928"/>
                    <a:pt x="993" y="76975"/>
                    <a:pt x="652" y="79053"/>
                  </a:cubicBezTo>
                  <a:cubicBezTo>
                    <a:pt x="373" y="81194"/>
                    <a:pt x="109" y="83256"/>
                    <a:pt x="0" y="85397"/>
                  </a:cubicBezTo>
                  <a:cubicBezTo>
                    <a:pt x="1334" y="83722"/>
                    <a:pt x="2497" y="82016"/>
                    <a:pt x="3645" y="80278"/>
                  </a:cubicBezTo>
                  <a:cubicBezTo>
                    <a:pt x="4839" y="78572"/>
                    <a:pt x="5972" y="76866"/>
                    <a:pt x="7057" y="75114"/>
                  </a:cubicBezTo>
                  <a:cubicBezTo>
                    <a:pt x="8174" y="73361"/>
                    <a:pt x="9260" y="71655"/>
                    <a:pt x="10314" y="69903"/>
                  </a:cubicBezTo>
                  <a:cubicBezTo>
                    <a:pt x="11400" y="68181"/>
                    <a:pt x="12455" y="66428"/>
                    <a:pt x="13463" y="64691"/>
                  </a:cubicBezTo>
                  <a:cubicBezTo>
                    <a:pt x="17635" y="57774"/>
                    <a:pt x="21590" y="50764"/>
                    <a:pt x="25467" y="43769"/>
                  </a:cubicBezTo>
                  <a:cubicBezTo>
                    <a:pt x="29391" y="36774"/>
                    <a:pt x="33191" y="29733"/>
                    <a:pt x="36898" y="22521"/>
                  </a:cubicBezTo>
                  <a:cubicBezTo>
                    <a:pt x="37859" y="20737"/>
                    <a:pt x="38774" y="18923"/>
                    <a:pt x="39643" y="17077"/>
                  </a:cubicBezTo>
                  <a:cubicBezTo>
                    <a:pt x="40573" y="15231"/>
                    <a:pt x="41442" y="13417"/>
                    <a:pt x="42326" y="11524"/>
                  </a:cubicBezTo>
                  <a:cubicBezTo>
                    <a:pt x="43226" y="9663"/>
                    <a:pt x="44063" y="7787"/>
                    <a:pt x="44901" y="5863"/>
                  </a:cubicBezTo>
                  <a:cubicBezTo>
                    <a:pt x="45707" y="3956"/>
                    <a:pt x="46545" y="2033"/>
                    <a:pt x="472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69"/>
            <p:cNvSpPr/>
            <p:nvPr/>
          </p:nvSpPr>
          <p:spPr>
            <a:xfrm>
              <a:off x="8163154" y="2027229"/>
              <a:ext cx="1085046" cy="285096"/>
            </a:xfrm>
            <a:custGeom>
              <a:avLst/>
              <a:gdLst/>
              <a:ahLst/>
              <a:cxnLst/>
              <a:rect l="l" t="t" r="r" b="b"/>
              <a:pathLst>
                <a:path w="88251" h="23188" extrusionOk="0">
                  <a:moveTo>
                    <a:pt x="72061" y="0"/>
                  </a:moveTo>
                  <a:cubicBezTo>
                    <a:pt x="69721" y="0"/>
                    <a:pt x="67375" y="92"/>
                    <a:pt x="65032" y="264"/>
                  </a:cubicBezTo>
                  <a:cubicBezTo>
                    <a:pt x="63109" y="450"/>
                    <a:pt x="61155" y="605"/>
                    <a:pt x="59232" y="807"/>
                  </a:cubicBezTo>
                  <a:cubicBezTo>
                    <a:pt x="57308" y="1101"/>
                    <a:pt x="55385" y="1350"/>
                    <a:pt x="53478" y="1644"/>
                  </a:cubicBezTo>
                  <a:cubicBezTo>
                    <a:pt x="51570" y="2017"/>
                    <a:pt x="49693" y="2404"/>
                    <a:pt x="47770" y="2777"/>
                  </a:cubicBezTo>
                  <a:lnTo>
                    <a:pt x="42109" y="4141"/>
                  </a:lnTo>
                  <a:lnTo>
                    <a:pt x="36526" y="5770"/>
                  </a:lnTo>
                  <a:lnTo>
                    <a:pt x="31020" y="7616"/>
                  </a:lnTo>
                  <a:lnTo>
                    <a:pt x="25607" y="9694"/>
                  </a:lnTo>
                  <a:cubicBezTo>
                    <a:pt x="23823" y="10423"/>
                    <a:pt x="22071" y="11183"/>
                    <a:pt x="20287" y="11974"/>
                  </a:cubicBezTo>
                  <a:cubicBezTo>
                    <a:pt x="13199" y="15138"/>
                    <a:pt x="6422" y="18906"/>
                    <a:pt x="1" y="23187"/>
                  </a:cubicBezTo>
                  <a:cubicBezTo>
                    <a:pt x="6840" y="19635"/>
                    <a:pt x="13804" y="16332"/>
                    <a:pt x="20923" y="13478"/>
                  </a:cubicBezTo>
                  <a:lnTo>
                    <a:pt x="26289" y="11400"/>
                  </a:lnTo>
                  <a:lnTo>
                    <a:pt x="31702" y="9477"/>
                  </a:lnTo>
                  <a:lnTo>
                    <a:pt x="37146" y="7740"/>
                  </a:lnTo>
                  <a:lnTo>
                    <a:pt x="42698" y="6142"/>
                  </a:lnTo>
                  <a:lnTo>
                    <a:pt x="48282" y="4731"/>
                  </a:lnTo>
                  <a:lnTo>
                    <a:pt x="53896" y="3568"/>
                  </a:lnTo>
                  <a:cubicBezTo>
                    <a:pt x="55758" y="3242"/>
                    <a:pt x="57681" y="2947"/>
                    <a:pt x="59557" y="2621"/>
                  </a:cubicBezTo>
                  <a:lnTo>
                    <a:pt x="65265" y="1861"/>
                  </a:lnTo>
                  <a:cubicBezTo>
                    <a:pt x="69541" y="1391"/>
                    <a:pt x="73831" y="1141"/>
                    <a:pt x="78136" y="1141"/>
                  </a:cubicBezTo>
                  <a:cubicBezTo>
                    <a:pt x="81498" y="1141"/>
                    <a:pt x="84870" y="1294"/>
                    <a:pt x="88250" y="1613"/>
                  </a:cubicBezTo>
                  <a:cubicBezTo>
                    <a:pt x="82943" y="496"/>
                    <a:pt x="77515" y="0"/>
                    <a:pt x="720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4" name="Google Shape;4934;p69"/>
            <p:cNvSpPr/>
            <p:nvPr/>
          </p:nvSpPr>
          <p:spPr>
            <a:xfrm>
              <a:off x="7628075" y="1820107"/>
              <a:ext cx="1545371" cy="195503"/>
            </a:xfrm>
            <a:custGeom>
              <a:avLst/>
              <a:gdLst/>
              <a:ahLst/>
              <a:cxnLst/>
              <a:rect l="l" t="t" r="r" b="b"/>
              <a:pathLst>
                <a:path w="125691" h="15901" extrusionOk="0">
                  <a:moveTo>
                    <a:pt x="80897" y="0"/>
                  </a:moveTo>
                  <a:cubicBezTo>
                    <a:pt x="80191" y="0"/>
                    <a:pt x="79483" y="6"/>
                    <a:pt x="78774" y="18"/>
                  </a:cubicBezTo>
                  <a:cubicBezTo>
                    <a:pt x="76060" y="49"/>
                    <a:pt x="73392" y="173"/>
                    <a:pt x="70678" y="391"/>
                  </a:cubicBezTo>
                  <a:cubicBezTo>
                    <a:pt x="68010" y="561"/>
                    <a:pt x="65312" y="856"/>
                    <a:pt x="62644" y="1135"/>
                  </a:cubicBezTo>
                  <a:cubicBezTo>
                    <a:pt x="57309" y="1818"/>
                    <a:pt x="51973" y="2609"/>
                    <a:pt x="46685" y="3570"/>
                  </a:cubicBezTo>
                  <a:cubicBezTo>
                    <a:pt x="44063" y="4051"/>
                    <a:pt x="41396" y="4547"/>
                    <a:pt x="38775" y="5059"/>
                  </a:cubicBezTo>
                  <a:cubicBezTo>
                    <a:pt x="36122" y="5555"/>
                    <a:pt x="33486" y="6098"/>
                    <a:pt x="30865" y="6641"/>
                  </a:cubicBezTo>
                  <a:cubicBezTo>
                    <a:pt x="25576" y="7711"/>
                    <a:pt x="20318" y="8936"/>
                    <a:pt x="15154" y="10394"/>
                  </a:cubicBezTo>
                  <a:cubicBezTo>
                    <a:pt x="9958" y="11868"/>
                    <a:pt x="4871" y="13651"/>
                    <a:pt x="1" y="15900"/>
                  </a:cubicBezTo>
                  <a:cubicBezTo>
                    <a:pt x="5041" y="14070"/>
                    <a:pt x="10190" y="12597"/>
                    <a:pt x="15417" y="11402"/>
                  </a:cubicBezTo>
                  <a:cubicBezTo>
                    <a:pt x="20613" y="10193"/>
                    <a:pt x="25855" y="9231"/>
                    <a:pt x="31159" y="8270"/>
                  </a:cubicBezTo>
                  <a:cubicBezTo>
                    <a:pt x="36448" y="7370"/>
                    <a:pt x="41706" y="6362"/>
                    <a:pt x="46995" y="5524"/>
                  </a:cubicBezTo>
                  <a:cubicBezTo>
                    <a:pt x="52283" y="4656"/>
                    <a:pt x="57572" y="3818"/>
                    <a:pt x="62861" y="3229"/>
                  </a:cubicBezTo>
                  <a:cubicBezTo>
                    <a:pt x="68165" y="2577"/>
                    <a:pt x="73485" y="2174"/>
                    <a:pt x="78820" y="1988"/>
                  </a:cubicBezTo>
                  <a:cubicBezTo>
                    <a:pt x="80162" y="1934"/>
                    <a:pt x="81496" y="1914"/>
                    <a:pt x="82828" y="1914"/>
                  </a:cubicBezTo>
                  <a:cubicBezTo>
                    <a:pt x="84160" y="1914"/>
                    <a:pt x="85489" y="1934"/>
                    <a:pt x="86823" y="1957"/>
                  </a:cubicBezTo>
                  <a:cubicBezTo>
                    <a:pt x="88157" y="2019"/>
                    <a:pt x="89491" y="2050"/>
                    <a:pt x="90825" y="2128"/>
                  </a:cubicBezTo>
                  <a:cubicBezTo>
                    <a:pt x="92143" y="2205"/>
                    <a:pt x="93477" y="2298"/>
                    <a:pt x="94811" y="2422"/>
                  </a:cubicBezTo>
                  <a:cubicBezTo>
                    <a:pt x="105404" y="3368"/>
                    <a:pt x="115935" y="5834"/>
                    <a:pt x="125690" y="10332"/>
                  </a:cubicBezTo>
                  <a:cubicBezTo>
                    <a:pt x="121037" y="7649"/>
                    <a:pt x="116028" y="5586"/>
                    <a:pt x="110848" y="4051"/>
                  </a:cubicBezTo>
                  <a:cubicBezTo>
                    <a:pt x="109560" y="3617"/>
                    <a:pt x="108242" y="3337"/>
                    <a:pt x="106939" y="2965"/>
                  </a:cubicBezTo>
                  <a:cubicBezTo>
                    <a:pt x="105605" y="2671"/>
                    <a:pt x="104318" y="2345"/>
                    <a:pt x="102984" y="2097"/>
                  </a:cubicBezTo>
                  <a:cubicBezTo>
                    <a:pt x="100348" y="1507"/>
                    <a:pt x="97649" y="1120"/>
                    <a:pt x="94981" y="794"/>
                  </a:cubicBezTo>
                  <a:cubicBezTo>
                    <a:pt x="92298" y="468"/>
                    <a:pt x="89600" y="251"/>
                    <a:pt x="86885" y="127"/>
                  </a:cubicBezTo>
                  <a:cubicBezTo>
                    <a:pt x="84881" y="47"/>
                    <a:pt x="82893" y="0"/>
                    <a:pt x="80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5" name="Google Shape;4935;p69"/>
            <p:cNvSpPr/>
            <p:nvPr/>
          </p:nvSpPr>
          <p:spPr>
            <a:xfrm>
              <a:off x="7309819" y="1618420"/>
              <a:ext cx="1752074" cy="180183"/>
            </a:xfrm>
            <a:custGeom>
              <a:avLst/>
              <a:gdLst/>
              <a:ahLst/>
              <a:cxnLst/>
              <a:rect l="l" t="t" r="r" b="b"/>
              <a:pathLst>
                <a:path w="142503" h="14655" extrusionOk="0">
                  <a:moveTo>
                    <a:pt x="78274" y="1"/>
                  </a:moveTo>
                  <a:cubicBezTo>
                    <a:pt x="76082" y="1"/>
                    <a:pt x="73888" y="26"/>
                    <a:pt x="71685" y="60"/>
                  </a:cubicBezTo>
                  <a:cubicBezTo>
                    <a:pt x="65606" y="230"/>
                    <a:pt x="59541" y="603"/>
                    <a:pt x="53493" y="1176"/>
                  </a:cubicBezTo>
                  <a:cubicBezTo>
                    <a:pt x="47444" y="1766"/>
                    <a:pt x="41395" y="2479"/>
                    <a:pt x="35393" y="3348"/>
                  </a:cubicBezTo>
                  <a:cubicBezTo>
                    <a:pt x="29406" y="4185"/>
                    <a:pt x="23404" y="5100"/>
                    <a:pt x="17448" y="6403"/>
                  </a:cubicBezTo>
                  <a:cubicBezTo>
                    <a:pt x="11493" y="7691"/>
                    <a:pt x="5615" y="9319"/>
                    <a:pt x="0" y="11645"/>
                  </a:cubicBezTo>
                  <a:cubicBezTo>
                    <a:pt x="5801" y="9769"/>
                    <a:pt x="11710" y="8450"/>
                    <a:pt x="17666" y="7442"/>
                  </a:cubicBezTo>
                  <a:cubicBezTo>
                    <a:pt x="23606" y="6403"/>
                    <a:pt x="29654" y="5705"/>
                    <a:pt x="35657" y="4976"/>
                  </a:cubicBezTo>
                  <a:cubicBezTo>
                    <a:pt x="41705" y="4263"/>
                    <a:pt x="47692" y="3643"/>
                    <a:pt x="53741" y="3146"/>
                  </a:cubicBezTo>
                  <a:cubicBezTo>
                    <a:pt x="59743" y="2634"/>
                    <a:pt x="65776" y="2309"/>
                    <a:pt x="71825" y="2138"/>
                  </a:cubicBezTo>
                  <a:cubicBezTo>
                    <a:pt x="73872" y="2080"/>
                    <a:pt x="75919" y="2051"/>
                    <a:pt x="77967" y="2051"/>
                  </a:cubicBezTo>
                  <a:cubicBezTo>
                    <a:pt x="81940" y="2051"/>
                    <a:pt x="85918" y="2161"/>
                    <a:pt x="89909" y="2386"/>
                  </a:cubicBezTo>
                  <a:lnTo>
                    <a:pt x="92158" y="2495"/>
                  </a:lnTo>
                  <a:lnTo>
                    <a:pt x="94407" y="2665"/>
                  </a:lnTo>
                  <a:cubicBezTo>
                    <a:pt x="95911" y="2743"/>
                    <a:pt x="97416" y="2960"/>
                    <a:pt x="98905" y="3084"/>
                  </a:cubicBezTo>
                  <a:cubicBezTo>
                    <a:pt x="101914" y="3410"/>
                    <a:pt x="104907" y="3782"/>
                    <a:pt x="107869" y="4278"/>
                  </a:cubicBezTo>
                  <a:cubicBezTo>
                    <a:pt x="119796" y="6202"/>
                    <a:pt x="131459" y="9583"/>
                    <a:pt x="142502" y="14654"/>
                  </a:cubicBezTo>
                  <a:cubicBezTo>
                    <a:pt x="131878" y="8776"/>
                    <a:pt x="120168" y="4868"/>
                    <a:pt x="108102" y="2665"/>
                  </a:cubicBezTo>
                  <a:cubicBezTo>
                    <a:pt x="102131" y="1502"/>
                    <a:pt x="96067" y="851"/>
                    <a:pt x="89971" y="385"/>
                  </a:cubicBezTo>
                  <a:cubicBezTo>
                    <a:pt x="88436" y="246"/>
                    <a:pt x="86947" y="215"/>
                    <a:pt x="85396" y="137"/>
                  </a:cubicBezTo>
                  <a:cubicBezTo>
                    <a:pt x="83860" y="91"/>
                    <a:pt x="82372" y="13"/>
                    <a:pt x="80821" y="13"/>
                  </a:cubicBezTo>
                  <a:cubicBezTo>
                    <a:pt x="79972" y="5"/>
                    <a:pt x="79123" y="1"/>
                    <a:pt x="78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69"/>
            <p:cNvSpPr/>
            <p:nvPr/>
          </p:nvSpPr>
          <p:spPr>
            <a:xfrm>
              <a:off x="7066305" y="1342864"/>
              <a:ext cx="1837316" cy="273822"/>
            </a:xfrm>
            <a:custGeom>
              <a:avLst/>
              <a:gdLst/>
              <a:ahLst/>
              <a:cxnLst/>
              <a:rect l="l" t="t" r="r" b="b"/>
              <a:pathLst>
                <a:path w="149436" h="22271" extrusionOk="0">
                  <a:moveTo>
                    <a:pt x="43657" y="0"/>
                  </a:moveTo>
                  <a:cubicBezTo>
                    <a:pt x="43389" y="0"/>
                    <a:pt x="43122" y="4"/>
                    <a:pt x="42853" y="14"/>
                  </a:cubicBezTo>
                  <a:lnTo>
                    <a:pt x="38076" y="91"/>
                  </a:lnTo>
                  <a:cubicBezTo>
                    <a:pt x="25312" y="386"/>
                    <a:pt x="12579" y="1518"/>
                    <a:pt x="0" y="3643"/>
                  </a:cubicBezTo>
                  <a:cubicBezTo>
                    <a:pt x="12272" y="2428"/>
                    <a:pt x="24573" y="1764"/>
                    <a:pt x="36861" y="1764"/>
                  </a:cubicBezTo>
                  <a:cubicBezTo>
                    <a:pt x="37277" y="1764"/>
                    <a:pt x="37692" y="1765"/>
                    <a:pt x="38107" y="1766"/>
                  </a:cubicBezTo>
                  <a:lnTo>
                    <a:pt x="42853" y="1798"/>
                  </a:lnTo>
                  <a:cubicBezTo>
                    <a:pt x="44451" y="1798"/>
                    <a:pt x="46017" y="1875"/>
                    <a:pt x="47615" y="1922"/>
                  </a:cubicBezTo>
                  <a:lnTo>
                    <a:pt x="52361" y="2030"/>
                  </a:lnTo>
                  <a:lnTo>
                    <a:pt x="57107" y="2325"/>
                  </a:lnTo>
                  <a:cubicBezTo>
                    <a:pt x="58704" y="2449"/>
                    <a:pt x="60271" y="2495"/>
                    <a:pt x="61853" y="2620"/>
                  </a:cubicBezTo>
                  <a:lnTo>
                    <a:pt x="66614" y="2992"/>
                  </a:lnTo>
                  <a:cubicBezTo>
                    <a:pt x="69794" y="3209"/>
                    <a:pt x="72911" y="3597"/>
                    <a:pt x="76075" y="3938"/>
                  </a:cubicBezTo>
                  <a:lnTo>
                    <a:pt x="78432" y="4186"/>
                  </a:lnTo>
                  <a:lnTo>
                    <a:pt x="80805" y="4481"/>
                  </a:lnTo>
                  <a:lnTo>
                    <a:pt x="85505" y="5101"/>
                  </a:lnTo>
                  <a:cubicBezTo>
                    <a:pt x="87102" y="5318"/>
                    <a:pt x="88638" y="5566"/>
                    <a:pt x="90220" y="5814"/>
                  </a:cubicBezTo>
                  <a:lnTo>
                    <a:pt x="94935" y="6574"/>
                  </a:lnTo>
                  <a:cubicBezTo>
                    <a:pt x="95710" y="6683"/>
                    <a:pt x="96470" y="6807"/>
                    <a:pt x="97261" y="6978"/>
                  </a:cubicBezTo>
                  <a:lnTo>
                    <a:pt x="99587" y="7381"/>
                  </a:lnTo>
                  <a:lnTo>
                    <a:pt x="104256" y="8265"/>
                  </a:lnTo>
                  <a:lnTo>
                    <a:pt x="113577" y="10250"/>
                  </a:lnTo>
                  <a:lnTo>
                    <a:pt x="118214" y="11382"/>
                  </a:lnTo>
                  <a:cubicBezTo>
                    <a:pt x="119765" y="11739"/>
                    <a:pt x="121301" y="12096"/>
                    <a:pt x="122852" y="12499"/>
                  </a:cubicBezTo>
                  <a:lnTo>
                    <a:pt x="127489" y="13709"/>
                  </a:lnTo>
                  <a:lnTo>
                    <a:pt x="129769" y="14329"/>
                  </a:lnTo>
                  <a:cubicBezTo>
                    <a:pt x="130514" y="14515"/>
                    <a:pt x="131305" y="14779"/>
                    <a:pt x="132065" y="14981"/>
                  </a:cubicBezTo>
                  <a:lnTo>
                    <a:pt x="136640" y="16330"/>
                  </a:lnTo>
                  <a:cubicBezTo>
                    <a:pt x="138129" y="16795"/>
                    <a:pt x="139680" y="17230"/>
                    <a:pt x="141169" y="17741"/>
                  </a:cubicBezTo>
                  <a:cubicBezTo>
                    <a:pt x="142689" y="18238"/>
                    <a:pt x="144131" y="18827"/>
                    <a:pt x="145558" y="19587"/>
                  </a:cubicBezTo>
                  <a:cubicBezTo>
                    <a:pt x="146256" y="19944"/>
                    <a:pt x="146923" y="20316"/>
                    <a:pt x="147590" y="20781"/>
                  </a:cubicBezTo>
                  <a:cubicBezTo>
                    <a:pt x="148226" y="21231"/>
                    <a:pt x="148846" y="21727"/>
                    <a:pt x="149435" y="22270"/>
                  </a:cubicBezTo>
                  <a:cubicBezTo>
                    <a:pt x="148892" y="21696"/>
                    <a:pt x="148303" y="21153"/>
                    <a:pt x="147807" y="20781"/>
                  </a:cubicBezTo>
                  <a:cubicBezTo>
                    <a:pt x="147171" y="20285"/>
                    <a:pt x="146504" y="19820"/>
                    <a:pt x="145837" y="19401"/>
                  </a:cubicBezTo>
                  <a:cubicBezTo>
                    <a:pt x="144488" y="18579"/>
                    <a:pt x="143014" y="17912"/>
                    <a:pt x="141525" y="17338"/>
                  </a:cubicBezTo>
                  <a:cubicBezTo>
                    <a:pt x="140067" y="16749"/>
                    <a:pt x="138517" y="16206"/>
                    <a:pt x="137012" y="15710"/>
                  </a:cubicBezTo>
                  <a:lnTo>
                    <a:pt x="132483" y="14159"/>
                  </a:lnTo>
                  <a:cubicBezTo>
                    <a:pt x="131692" y="13895"/>
                    <a:pt x="130948" y="13647"/>
                    <a:pt x="130203" y="13399"/>
                  </a:cubicBezTo>
                  <a:lnTo>
                    <a:pt x="127908" y="12685"/>
                  </a:lnTo>
                  <a:lnTo>
                    <a:pt x="123333" y="11305"/>
                  </a:lnTo>
                  <a:cubicBezTo>
                    <a:pt x="121782" y="10793"/>
                    <a:pt x="120246" y="10405"/>
                    <a:pt x="118695" y="10002"/>
                  </a:cubicBezTo>
                  <a:lnTo>
                    <a:pt x="114073" y="8761"/>
                  </a:lnTo>
                  <a:cubicBezTo>
                    <a:pt x="110987" y="7970"/>
                    <a:pt x="107870" y="7272"/>
                    <a:pt x="104737" y="6559"/>
                  </a:cubicBezTo>
                  <a:lnTo>
                    <a:pt x="100037" y="5597"/>
                  </a:lnTo>
                  <a:lnTo>
                    <a:pt x="97711" y="5132"/>
                  </a:lnTo>
                  <a:cubicBezTo>
                    <a:pt x="96935" y="4961"/>
                    <a:pt x="96129" y="4791"/>
                    <a:pt x="95338" y="4667"/>
                  </a:cubicBezTo>
                  <a:lnTo>
                    <a:pt x="90623" y="3876"/>
                  </a:lnTo>
                  <a:cubicBezTo>
                    <a:pt x="89041" y="3581"/>
                    <a:pt x="87474" y="3333"/>
                    <a:pt x="85877" y="3116"/>
                  </a:cubicBezTo>
                  <a:lnTo>
                    <a:pt x="81131" y="2464"/>
                  </a:lnTo>
                  <a:lnTo>
                    <a:pt x="78758" y="2139"/>
                  </a:lnTo>
                  <a:lnTo>
                    <a:pt x="76401" y="1875"/>
                  </a:lnTo>
                  <a:cubicBezTo>
                    <a:pt x="73237" y="1549"/>
                    <a:pt x="70057" y="1177"/>
                    <a:pt x="66862" y="976"/>
                  </a:cubicBezTo>
                  <a:lnTo>
                    <a:pt x="62070" y="603"/>
                  </a:lnTo>
                  <a:cubicBezTo>
                    <a:pt x="60488" y="464"/>
                    <a:pt x="58875" y="433"/>
                    <a:pt x="57277" y="355"/>
                  </a:cubicBezTo>
                  <a:lnTo>
                    <a:pt x="52500" y="138"/>
                  </a:lnTo>
                  <a:lnTo>
                    <a:pt x="47708" y="60"/>
                  </a:lnTo>
                  <a:lnTo>
                    <a:pt x="45288" y="14"/>
                  </a:lnTo>
                  <a:cubicBezTo>
                    <a:pt x="44730" y="14"/>
                    <a:pt x="44192" y="0"/>
                    <a:pt x="436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7" name="Google Shape;4937;p69"/>
            <p:cNvSpPr/>
            <p:nvPr/>
          </p:nvSpPr>
          <p:spPr>
            <a:xfrm>
              <a:off x="7051046" y="1055850"/>
              <a:ext cx="1651009" cy="343252"/>
            </a:xfrm>
            <a:custGeom>
              <a:avLst/>
              <a:gdLst/>
              <a:ahLst/>
              <a:cxnLst/>
              <a:rect l="l" t="t" r="r" b="b"/>
              <a:pathLst>
                <a:path w="134283" h="27918" extrusionOk="0">
                  <a:moveTo>
                    <a:pt x="28413" y="1"/>
                  </a:moveTo>
                  <a:cubicBezTo>
                    <a:pt x="18859" y="1"/>
                    <a:pt x="9293" y="923"/>
                    <a:pt x="1" y="2994"/>
                  </a:cubicBezTo>
                  <a:cubicBezTo>
                    <a:pt x="7623" y="1889"/>
                    <a:pt x="15287" y="1368"/>
                    <a:pt x="22941" y="1368"/>
                  </a:cubicBezTo>
                  <a:cubicBezTo>
                    <a:pt x="26781" y="1368"/>
                    <a:pt x="30619" y="1499"/>
                    <a:pt x="34447" y="1753"/>
                  </a:cubicBezTo>
                  <a:lnTo>
                    <a:pt x="38728" y="2110"/>
                  </a:lnTo>
                  <a:cubicBezTo>
                    <a:pt x="40139" y="2234"/>
                    <a:pt x="41597" y="2311"/>
                    <a:pt x="43009" y="2529"/>
                  </a:cubicBezTo>
                  <a:lnTo>
                    <a:pt x="47305" y="3025"/>
                  </a:lnTo>
                  <a:lnTo>
                    <a:pt x="48391" y="3149"/>
                  </a:lnTo>
                  <a:lnTo>
                    <a:pt x="49476" y="3320"/>
                  </a:lnTo>
                  <a:lnTo>
                    <a:pt x="51601" y="3645"/>
                  </a:lnTo>
                  <a:cubicBezTo>
                    <a:pt x="53012" y="3893"/>
                    <a:pt x="54439" y="4048"/>
                    <a:pt x="55851" y="4312"/>
                  </a:cubicBezTo>
                  <a:lnTo>
                    <a:pt x="60100" y="5103"/>
                  </a:lnTo>
                  <a:lnTo>
                    <a:pt x="62225" y="5475"/>
                  </a:lnTo>
                  <a:lnTo>
                    <a:pt x="64365" y="5941"/>
                  </a:lnTo>
                  <a:lnTo>
                    <a:pt x="68569" y="6840"/>
                  </a:lnTo>
                  <a:cubicBezTo>
                    <a:pt x="69980" y="7135"/>
                    <a:pt x="71360" y="7461"/>
                    <a:pt x="72772" y="7802"/>
                  </a:cubicBezTo>
                  <a:cubicBezTo>
                    <a:pt x="74183" y="8143"/>
                    <a:pt x="75610" y="8438"/>
                    <a:pt x="76975" y="8810"/>
                  </a:cubicBezTo>
                  <a:cubicBezTo>
                    <a:pt x="79735" y="9554"/>
                    <a:pt x="82558" y="10221"/>
                    <a:pt x="85319" y="11012"/>
                  </a:cubicBezTo>
                  <a:lnTo>
                    <a:pt x="89491" y="12144"/>
                  </a:lnTo>
                  <a:lnTo>
                    <a:pt x="93648" y="13339"/>
                  </a:lnTo>
                  <a:cubicBezTo>
                    <a:pt x="96439" y="14130"/>
                    <a:pt x="99200" y="15014"/>
                    <a:pt x="101945" y="15836"/>
                  </a:cubicBezTo>
                  <a:cubicBezTo>
                    <a:pt x="107451" y="17542"/>
                    <a:pt x="113003" y="19217"/>
                    <a:pt x="118416" y="21125"/>
                  </a:cubicBezTo>
                  <a:cubicBezTo>
                    <a:pt x="123876" y="23001"/>
                    <a:pt x="129211" y="25157"/>
                    <a:pt x="134283" y="27918"/>
                  </a:cubicBezTo>
                  <a:cubicBezTo>
                    <a:pt x="129459" y="24738"/>
                    <a:pt x="124170" y="22272"/>
                    <a:pt x="118540" y="20303"/>
                  </a:cubicBezTo>
                  <a:cubicBezTo>
                    <a:pt x="113174" y="18131"/>
                    <a:pt x="107715" y="16270"/>
                    <a:pt x="102255" y="14393"/>
                  </a:cubicBezTo>
                  <a:cubicBezTo>
                    <a:pt x="99526" y="13463"/>
                    <a:pt x="96780" y="12501"/>
                    <a:pt x="94020" y="11679"/>
                  </a:cubicBezTo>
                  <a:lnTo>
                    <a:pt x="89894" y="10376"/>
                  </a:lnTo>
                  <a:lnTo>
                    <a:pt x="85722" y="9167"/>
                  </a:lnTo>
                  <a:cubicBezTo>
                    <a:pt x="82977" y="8329"/>
                    <a:pt x="80139" y="7631"/>
                    <a:pt x="77347" y="6887"/>
                  </a:cubicBezTo>
                  <a:cubicBezTo>
                    <a:pt x="75967" y="6499"/>
                    <a:pt x="74555" y="6173"/>
                    <a:pt x="73144" y="5832"/>
                  </a:cubicBezTo>
                  <a:cubicBezTo>
                    <a:pt x="71764" y="5491"/>
                    <a:pt x="70352" y="5119"/>
                    <a:pt x="68941" y="4824"/>
                  </a:cubicBezTo>
                  <a:lnTo>
                    <a:pt x="64691" y="3955"/>
                  </a:lnTo>
                  <a:lnTo>
                    <a:pt x="62551" y="3490"/>
                  </a:lnTo>
                  <a:lnTo>
                    <a:pt x="60426" y="3118"/>
                  </a:lnTo>
                  <a:lnTo>
                    <a:pt x="56145" y="2373"/>
                  </a:lnTo>
                  <a:cubicBezTo>
                    <a:pt x="54718" y="2110"/>
                    <a:pt x="53276" y="1955"/>
                    <a:pt x="51849" y="1753"/>
                  </a:cubicBezTo>
                  <a:cubicBezTo>
                    <a:pt x="46095" y="916"/>
                    <a:pt x="40326" y="404"/>
                    <a:pt x="34525" y="125"/>
                  </a:cubicBezTo>
                  <a:cubicBezTo>
                    <a:pt x="32490" y="43"/>
                    <a:pt x="30452" y="1"/>
                    <a:pt x="284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8" name="Google Shape;4938;p69"/>
            <p:cNvSpPr/>
            <p:nvPr/>
          </p:nvSpPr>
          <p:spPr>
            <a:xfrm>
              <a:off x="7114353" y="817425"/>
              <a:ext cx="1350102" cy="331117"/>
            </a:xfrm>
            <a:custGeom>
              <a:avLst/>
              <a:gdLst/>
              <a:ahLst/>
              <a:cxnLst/>
              <a:rect l="l" t="t" r="r" b="b"/>
              <a:pathLst>
                <a:path w="109809" h="26931" extrusionOk="0">
                  <a:moveTo>
                    <a:pt x="10084" y="0"/>
                  </a:moveTo>
                  <a:cubicBezTo>
                    <a:pt x="6719" y="0"/>
                    <a:pt x="3356" y="93"/>
                    <a:pt x="1" y="285"/>
                  </a:cubicBezTo>
                  <a:cubicBezTo>
                    <a:pt x="9539" y="610"/>
                    <a:pt x="19000" y="1308"/>
                    <a:pt x="28399" y="2549"/>
                  </a:cubicBezTo>
                  <a:cubicBezTo>
                    <a:pt x="30725" y="2890"/>
                    <a:pt x="33114" y="3231"/>
                    <a:pt x="35440" y="3557"/>
                  </a:cubicBezTo>
                  <a:lnTo>
                    <a:pt x="42435" y="4751"/>
                  </a:lnTo>
                  <a:lnTo>
                    <a:pt x="49399" y="6132"/>
                  </a:lnTo>
                  <a:lnTo>
                    <a:pt x="56316" y="7729"/>
                  </a:lnTo>
                  <a:lnTo>
                    <a:pt x="63202" y="9466"/>
                  </a:lnTo>
                  <a:lnTo>
                    <a:pt x="70027" y="11452"/>
                  </a:lnTo>
                  <a:lnTo>
                    <a:pt x="76804" y="13576"/>
                  </a:lnTo>
                  <a:cubicBezTo>
                    <a:pt x="79022" y="14352"/>
                    <a:pt x="81271" y="15143"/>
                    <a:pt x="83520" y="15903"/>
                  </a:cubicBezTo>
                  <a:cubicBezTo>
                    <a:pt x="92438" y="19144"/>
                    <a:pt x="101185" y="22851"/>
                    <a:pt x="109809" y="26930"/>
                  </a:cubicBezTo>
                  <a:cubicBezTo>
                    <a:pt x="101604" y="22045"/>
                    <a:pt x="92981" y="17888"/>
                    <a:pt x="84109" y="14445"/>
                  </a:cubicBezTo>
                  <a:cubicBezTo>
                    <a:pt x="81860" y="13576"/>
                    <a:pt x="79643" y="12739"/>
                    <a:pt x="77394" y="11917"/>
                  </a:cubicBezTo>
                  <a:lnTo>
                    <a:pt x="70616" y="9621"/>
                  </a:lnTo>
                  <a:lnTo>
                    <a:pt x="63730" y="7590"/>
                  </a:lnTo>
                  <a:lnTo>
                    <a:pt x="56812" y="5744"/>
                  </a:lnTo>
                  <a:lnTo>
                    <a:pt x="49802" y="4162"/>
                  </a:lnTo>
                  <a:lnTo>
                    <a:pt x="42776" y="2813"/>
                  </a:lnTo>
                  <a:lnTo>
                    <a:pt x="35688" y="1727"/>
                  </a:lnTo>
                  <a:cubicBezTo>
                    <a:pt x="33331" y="1448"/>
                    <a:pt x="30942" y="1153"/>
                    <a:pt x="28585" y="905"/>
                  </a:cubicBezTo>
                  <a:cubicBezTo>
                    <a:pt x="22433" y="313"/>
                    <a:pt x="16255" y="0"/>
                    <a:pt x="10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69"/>
            <p:cNvSpPr/>
            <p:nvPr/>
          </p:nvSpPr>
          <p:spPr>
            <a:xfrm>
              <a:off x="7193681" y="507616"/>
              <a:ext cx="898924" cy="294625"/>
            </a:xfrm>
            <a:custGeom>
              <a:avLst/>
              <a:gdLst/>
              <a:ahLst/>
              <a:cxnLst/>
              <a:rect l="l" t="t" r="r" b="b"/>
              <a:pathLst>
                <a:path w="73113" h="23963" extrusionOk="0">
                  <a:moveTo>
                    <a:pt x="1" y="0"/>
                  </a:moveTo>
                  <a:lnTo>
                    <a:pt x="18426" y="5630"/>
                  </a:lnTo>
                  <a:cubicBezTo>
                    <a:pt x="19915" y="6096"/>
                    <a:pt x="21451" y="6576"/>
                    <a:pt x="23002" y="7042"/>
                  </a:cubicBezTo>
                  <a:lnTo>
                    <a:pt x="27577" y="8500"/>
                  </a:lnTo>
                  <a:lnTo>
                    <a:pt x="32152" y="9942"/>
                  </a:lnTo>
                  <a:lnTo>
                    <a:pt x="36728" y="11446"/>
                  </a:lnTo>
                  <a:lnTo>
                    <a:pt x="41303" y="12935"/>
                  </a:lnTo>
                  <a:cubicBezTo>
                    <a:pt x="42792" y="13432"/>
                    <a:pt x="44281" y="13975"/>
                    <a:pt x="45832" y="14486"/>
                  </a:cubicBezTo>
                  <a:lnTo>
                    <a:pt x="50376" y="16037"/>
                  </a:lnTo>
                  <a:cubicBezTo>
                    <a:pt x="51865" y="16580"/>
                    <a:pt x="53416" y="17123"/>
                    <a:pt x="54905" y="17619"/>
                  </a:cubicBezTo>
                  <a:lnTo>
                    <a:pt x="73113" y="23963"/>
                  </a:lnTo>
                  <a:cubicBezTo>
                    <a:pt x="67374" y="21062"/>
                    <a:pt x="61465" y="18472"/>
                    <a:pt x="55572" y="16068"/>
                  </a:cubicBezTo>
                  <a:cubicBezTo>
                    <a:pt x="54083" y="15494"/>
                    <a:pt x="52563" y="14905"/>
                    <a:pt x="51074" y="14331"/>
                  </a:cubicBezTo>
                  <a:lnTo>
                    <a:pt x="46530" y="12625"/>
                  </a:lnTo>
                  <a:cubicBezTo>
                    <a:pt x="45041" y="12036"/>
                    <a:pt x="43490" y="11540"/>
                    <a:pt x="42001" y="10997"/>
                  </a:cubicBezTo>
                  <a:lnTo>
                    <a:pt x="37425" y="9446"/>
                  </a:lnTo>
                  <a:lnTo>
                    <a:pt x="32850" y="7988"/>
                  </a:lnTo>
                  <a:lnTo>
                    <a:pt x="28213" y="6576"/>
                  </a:lnTo>
                  <a:lnTo>
                    <a:pt x="23544" y="5274"/>
                  </a:lnTo>
                  <a:cubicBezTo>
                    <a:pt x="21993" y="4824"/>
                    <a:pt x="20427" y="4436"/>
                    <a:pt x="18876" y="4033"/>
                  </a:cubicBezTo>
                  <a:cubicBezTo>
                    <a:pt x="12626" y="2466"/>
                    <a:pt x="6344" y="1055"/>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0" name="Google Shape;4940;p69"/>
            <p:cNvSpPr/>
            <p:nvPr/>
          </p:nvSpPr>
          <p:spPr>
            <a:xfrm>
              <a:off x="7320873" y="371842"/>
              <a:ext cx="383678" cy="101077"/>
            </a:xfrm>
            <a:custGeom>
              <a:avLst/>
              <a:gdLst/>
              <a:ahLst/>
              <a:cxnLst/>
              <a:rect l="l" t="t" r="r" b="b"/>
              <a:pathLst>
                <a:path w="31206" h="8221" extrusionOk="0">
                  <a:moveTo>
                    <a:pt x="1" y="1"/>
                  </a:moveTo>
                  <a:cubicBezTo>
                    <a:pt x="2591" y="931"/>
                    <a:pt x="5165" y="1660"/>
                    <a:pt x="7756" y="2420"/>
                  </a:cubicBezTo>
                  <a:cubicBezTo>
                    <a:pt x="10346" y="3180"/>
                    <a:pt x="12920" y="3893"/>
                    <a:pt x="15510" y="4545"/>
                  </a:cubicBezTo>
                  <a:cubicBezTo>
                    <a:pt x="18085" y="5212"/>
                    <a:pt x="20675" y="5894"/>
                    <a:pt x="23296" y="6499"/>
                  </a:cubicBezTo>
                  <a:cubicBezTo>
                    <a:pt x="25917" y="7135"/>
                    <a:pt x="28492" y="7755"/>
                    <a:pt x="31206" y="8221"/>
                  </a:cubicBezTo>
                  <a:cubicBezTo>
                    <a:pt x="28787" y="6933"/>
                    <a:pt x="26289" y="5894"/>
                    <a:pt x="23777" y="4871"/>
                  </a:cubicBezTo>
                  <a:cubicBezTo>
                    <a:pt x="21249" y="3909"/>
                    <a:pt x="18643" y="3134"/>
                    <a:pt x="16022" y="2420"/>
                  </a:cubicBezTo>
                  <a:cubicBezTo>
                    <a:pt x="13417" y="1753"/>
                    <a:pt x="10749" y="1164"/>
                    <a:pt x="8081" y="745"/>
                  </a:cubicBezTo>
                  <a:cubicBezTo>
                    <a:pt x="5398" y="326"/>
                    <a:pt x="2746" y="3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1" name="Google Shape;4941;p69"/>
            <p:cNvSpPr/>
            <p:nvPr/>
          </p:nvSpPr>
          <p:spPr>
            <a:xfrm>
              <a:off x="9034230" y="358490"/>
              <a:ext cx="489698" cy="1425618"/>
            </a:xfrm>
            <a:custGeom>
              <a:avLst/>
              <a:gdLst/>
              <a:ahLst/>
              <a:cxnLst/>
              <a:rect l="l" t="t" r="r" b="b"/>
              <a:pathLst>
                <a:path w="39829" h="115951" extrusionOk="0">
                  <a:moveTo>
                    <a:pt x="39829" y="1"/>
                  </a:moveTo>
                  <a:lnTo>
                    <a:pt x="39829" y="1"/>
                  </a:lnTo>
                  <a:cubicBezTo>
                    <a:pt x="32912" y="7787"/>
                    <a:pt x="26863" y="16410"/>
                    <a:pt x="21714" y="25483"/>
                  </a:cubicBezTo>
                  <a:cubicBezTo>
                    <a:pt x="20473" y="27779"/>
                    <a:pt x="19201" y="30090"/>
                    <a:pt x="18007" y="32416"/>
                  </a:cubicBezTo>
                  <a:lnTo>
                    <a:pt x="14626" y="39488"/>
                  </a:lnTo>
                  <a:lnTo>
                    <a:pt x="11633" y="46731"/>
                  </a:lnTo>
                  <a:lnTo>
                    <a:pt x="8918" y="54098"/>
                  </a:lnTo>
                  <a:lnTo>
                    <a:pt x="6592" y="61605"/>
                  </a:lnTo>
                  <a:lnTo>
                    <a:pt x="4622" y="69189"/>
                  </a:lnTo>
                  <a:lnTo>
                    <a:pt x="3040" y="76897"/>
                  </a:lnTo>
                  <a:cubicBezTo>
                    <a:pt x="2590" y="79503"/>
                    <a:pt x="2203" y="82078"/>
                    <a:pt x="1799" y="84652"/>
                  </a:cubicBezTo>
                  <a:cubicBezTo>
                    <a:pt x="419" y="95028"/>
                    <a:pt x="0" y="105528"/>
                    <a:pt x="791" y="115951"/>
                  </a:cubicBezTo>
                  <a:cubicBezTo>
                    <a:pt x="900" y="105544"/>
                    <a:pt x="1737" y="95168"/>
                    <a:pt x="3366" y="84947"/>
                  </a:cubicBezTo>
                  <a:cubicBezTo>
                    <a:pt x="3831" y="82403"/>
                    <a:pt x="4312" y="79875"/>
                    <a:pt x="4777" y="77332"/>
                  </a:cubicBezTo>
                  <a:lnTo>
                    <a:pt x="6530" y="69748"/>
                  </a:lnTo>
                  <a:lnTo>
                    <a:pt x="8624" y="62225"/>
                  </a:lnTo>
                  <a:lnTo>
                    <a:pt x="10950" y="54827"/>
                  </a:lnTo>
                  <a:lnTo>
                    <a:pt x="13571" y="47538"/>
                  </a:lnTo>
                  <a:lnTo>
                    <a:pt x="16472" y="40326"/>
                  </a:lnTo>
                  <a:lnTo>
                    <a:pt x="19666" y="33238"/>
                  </a:lnTo>
                  <a:cubicBezTo>
                    <a:pt x="20830" y="30912"/>
                    <a:pt x="21993" y="28616"/>
                    <a:pt x="23156" y="26290"/>
                  </a:cubicBezTo>
                  <a:cubicBezTo>
                    <a:pt x="28011" y="17108"/>
                    <a:pt x="33625" y="8376"/>
                    <a:pt x="398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69"/>
            <p:cNvSpPr/>
            <p:nvPr/>
          </p:nvSpPr>
          <p:spPr>
            <a:xfrm>
              <a:off x="8843731" y="70172"/>
              <a:ext cx="459759" cy="1528010"/>
            </a:xfrm>
            <a:custGeom>
              <a:avLst/>
              <a:gdLst/>
              <a:ahLst/>
              <a:cxnLst/>
              <a:rect l="l" t="t" r="r" b="b"/>
              <a:pathLst>
                <a:path w="37394" h="124279" extrusionOk="0">
                  <a:moveTo>
                    <a:pt x="37394" y="0"/>
                  </a:moveTo>
                  <a:lnTo>
                    <a:pt x="37394" y="0"/>
                  </a:lnTo>
                  <a:cubicBezTo>
                    <a:pt x="29701" y="7988"/>
                    <a:pt x="23110" y="17123"/>
                    <a:pt x="17697" y="26910"/>
                  </a:cubicBezTo>
                  <a:cubicBezTo>
                    <a:pt x="14983" y="31780"/>
                    <a:pt x="12625" y="36882"/>
                    <a:pt x="10485" y="42031"/>
                  </a:cubicBezTo>
                  <a:cubicBezTo>
                    <a:pt x="8406" y="47258"/>
                    <a:pt x="6654" y="52578"/>
                    <a:pt x="5149" y="57960"/>
                  </a:cubicBezTo>
                  <a:cubicBezTo>
                    <a:pt x="3738" y="63388"/>
                    <a:pt x="2575" y="68832"/>
                    <a:pt x="1737" y="74369"/>
                  </a:cubicBezTo>
                  <a:cubicBezTo>
                    <a:pt x="946" y="79921"/>
                    <a:pt x="404" y="85505"/>
                    <a:pt x="295" y="91088"/>
                  </a:cubicBezTo>
                  <a:cubicBezTo>
                    <a:pt x="0" y="102255"/>
                    <a:pt x="1070" y="113453"/>
                    <a:pt x="3661" y="124279"/>
                  </a:cubicBezTo>
                  <a:cubicBezTo>
                    <a:pt x="1892" y="113282"/>
                    <a:pt x="1319" y="102209"/>
                    <a:pt x="1939" y="91119"/>
                  </a:cubicBezTo>
                  <a:cubicBezTo>
                    <a:pt x="2265" y="85613"/>
                    <a:pt x="2808" y="80107"/>
                    <a:pt x="3723" y="74664"/>
                  </a:cubicBezTo>
                  <a:cubicBezTo>
                    <a:pt x="4591" y="69204"/>
                    <a:pt x="5754" y="63822"/>
                    <a:pt x="7212" y="58503"/>
                  </a:cubicBezTo>
                  <a:cubicBezTo>
                    <a:pt x="8624" y="53167"/>
                    <a:pt x="10376" y="47910"/>
                    <a:pt x="12361" y="42791"/>
                  </a:cubicBezTo>
                  <a:cubicBezTo>
                    <a:pt x="14331" y="37673"/>
                    <a:pt x="16658" y="32633"/>
                    <a:pt x="19155" y="27716"/>
                  </a:cubicBezTo>
                  <a:cubicBezTo>
                    <a:pt x="24226" y="17883"/>
                    <a:pt x="30353" y="8593"/>
                    <a:pt x="37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3" name="Google Shape;4943;p69"/>
            <p:cNvSpPr/>
            <p:nvPr/>
          </p:nvSpPr>
          <p:spPr>
            <a:xfrm>
              <a:off x="8654179" y="-8"/>
              <a:ext cx="307215" cy="1393958"/>
            </a:xfrm>
            <a:custGeom>
              <a:avLst/>
              <a:gdLst/>
              <a:ahLst/>
              <a:cxnLst/>
              <a:rect l="l" t="t" r="r" b="b"/>
              <a:pathLst>
                <a:path w="24987" h="113376" extrusionOk="0">
                  <a:moveTo>
                    <a:pt x="24987" y="1"/>
                  </a:moveTo>
                  <a:cubicBezTo>
                    <a:pt x="19124" y="7926"/>
                    <a:pt x="14409" y="16751"/>
                    <a:pt x="10749" y="25917"/>
                  </a:cubicBezTo>
                  <a:cubicBezTo>
                    <a:pt x="8857" y="30493"/>
                    <a:pt x="7337" y="35208"/>
                    <a:pt x="5956" y="39954"/>
                  </a:cubicBezTo>
                  <a:cubicBezTo>
                    <a:pt x="4576" y="44700"/>
                    <a:pt x="3490" y="49539"/>
                    <a:pt x="2575" y="54409"/>
                  </a:cubicBezTo>
                  <a:cubicBezTo>
                    <a:pt x="1707" y="59294"/>
                    <a:pt x="1024" y="64211"/>
                    <a:pt x="621" y="69127"/>
                  </a:cubicBezTo>
                  <a:cubicBezTo>
                    <a:pt x="218" y="74044"/>
                    <a:pt x="1" y="78991"/>
                    <a:pt x="47" y="83954"/>
                  </a:cubicBezTo>
                  <a:cubicBezTo>
                    <a:pt x="125" y="93865"/>
                    <a:pt x="1164" y="103760"/>
                    <a:pt x="3320" y="113376"/>
                  </a:cubicBezTo>
                  <a:cubicBezTo>
                    <a:pt x="2032" y="103620"/>
                    <a:pt x="1490" y="93787"/>
                    <a:pt x="1691" y="84016"/>
                  </a:cubicBezTo>
                  <a:cubicBezTo>
                    <a:pt x="1800" y="79115"/>
                    <a:pt x="2095" y="74230"/>
                    <a:pt x="2606" y="69360"/>
                  </a:cubicBezTo>
                  <a:cubicBezTo>
                    <a:pt x="3087" y="64490"/>
                    <a:pt x="3770" y="59604"/>
                    <a:pt x="4669" y="54827"/>
                  </a:cubicBezTo>
                  <a:cubicBezTo>
                    <a:pt x="5507" y="49988"/>
                    <a:pt x="6577" y="45211"/>
                    <a:pt x="7880" y="40496"/>
                  </a:cubicBezTo>
                  <a:cubicBezTo>
                    <a:pt x="9136" y="35750"/>
                    <a:pt x="10625" y="31129"/>
                    <a:pt x="12300" y="26491"/>
                  </a:cubicBezTo>
                  <a:cubicBezTo>
                    <a:pt x="15665" y="17325"/>
                    <a:pt x="19869" y="8407"/>
                    <a:pt x="249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4" name="Google Shape;4944;p69"/>
            <p:cNvSpPr/>
            <p:nvPr/>
          </p:nvSpPr>
          <p:spPr>
            <a:xfrm>
              <a:off x="8386456" y="60066"/>
              <a:ext cx="168773" cy="1086374"/>
            </a:xfrm>
            <a:custGeom>
              <a:avLst/>
              <a:gdLst/>
              <a:ahLst/>
              <a:cxnLst/>
              <a:rect l="l" t="t" r="r" b="b"/>
              <a:pathLst>
                <a:path w="13727" h="88359" extrusionOk="0">
                  <a:moveTo>
                    <a:pt x="13726" y="0"/>
                  </a:moveTo>
                  <a:cubicBezTo>
                    <a:pt x="10004" y="6592"/>
                    <a:pt x="7104" y="13664"/>
                    <a:pt x="4886" y="20954"/>
                  </a:cubicBezTo>
                  <a:cubicBezTo>
                    <a:pt x="4405" y="22800"/>
                    <a:pt x="3909" y="24614"/>
                    <a:pt x="3397" y="26460"/>
                  </a:cubicBezTo>
                  <a:lnTo>
                    <a:pt x="2156" y="32043"/>
                  </a:lnTo>
                  <a:lnTo>
                    <a:pt x="1210" y="37658"/>
                  </a:lnTo>
                  <a:lnTo>
                    <a:pt x="497" y="43319"/>
                  </a:lnTo>
                  <a:lnTo>
                    <a:pt x="124" y="49026"/>
                  </a:lnTo>
                  <a:cubicBezTo>
                    <a:pt x="78" y="50918"/>
                    <a:pt x="47" y="52811"/>
                    <a:pt x="0" y="54718"/>
                  </a:cubicBezTo>
                  <a:lnTo>
                    <a:pt x="186" y="60426"/>
                  </a:lnTo>
                  <a:cubicBezTo>
                    <a:pt x="357" y="62318"/>
                    <a:pt x="466" y="64210"/>
                    <a:pt x="652" y="66118"/>
                  </a:cubicBezTo>
                  <a:cubicBezTo>
                    <a:pt x="1443" y="73640"/>
                    <a:pt x="2932" y="81147"/>
                    <a:pt x="5351" y="88359"/>
                  </a:cubicBezTo>
                  <a:cubicBezTo>
                    <a:pt x="3800" y="80960"/>
                    <a:pt x="2714" y="73454"/>
                    <a:pt x="2141" y="66071"/>
                  </a:cubicBezTo>
                  <a:cubicBezTo>
                    <a:pt x="2094" y="64179"/>
                    <a:pt x="2001" y="62318"/>
                    <a:pt x="1923" y="60441"/>
                  </a:cubicBezTo>
                  <a:lnTo>
                    <a:pt x="1923" y="54827"/>
                  </a:lnTo>
                  <a:cubicBezTo>
                    <a:pt x="2017" y="52935"/>
                    <a:pt x="2063" y="51073"/>
                    <a:pt x="2141" y="49197"/>
                  </a:cubicBezTo>
                  <a:lnTo>
                    <a:pt x="2606" y="43582"/>
                  </a:lnTo>
                  <a:lnTo>
                    <a:pt x="3226" y="37999"/>
                  </a:lnTo>
                  <a:lnTo>
                    <a:pt x="4095" y="32446"/>
                  </a:lnTo>
                  <a:lnTo>
                    <a:pt x="5180" y="26910"/>
                  </a:lnTo>
                  <a:cubicBezTo>
                    <a:pt x="5646" y="25064"/>
                    <a:pt x="6080" y="23234"/>
                    <a:pt x="6483" y="21404"/>
                  </a:cubicBezTo>
                  <a:cubicBezTo>
                    <a:pt x="8360" y="14114"/>
                    <a:pt x="10826" y="6995"/>
                    <a:pt x="137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69"/>
            <p:cNvSpPr/>
            <p:nvPr/>
          </p:nvSpPr>
          <p:spPr>
            <a:xfrm>
              <a:off x="8034253" y="8390"/>
              <a:ext cx="92299" cy="832753"/>
            </a:xfrm>
            <a:custGeom>
              <a:avLst/>
              <a:gdLst/>
              <a:ahLst/>
              <a:cxnLst/>
              <a:rect l="l" t="t" r="r" b="b"/>
              <a:pathLst>
                <a:path w="7507" h="67731" extrusionOk="0">
                  <a:moveTo>
                    <a:pt x="6700" y="0"/>
                  </a:moveTo>
                  <a:lnTo>
                    <a:pt x="6700" y="0"/>
                  </a:lnTo>
                  <a:cubicBezTo>
                    <a:pt x="4343" y="5305"/>
                    <a:pt x="2668" y="10888"/>
                    <a:pt x="1551" y="16580"/>
                  </a:cubicBezTo>
                  <a:cubicBezTo>
                    <a:pt x="1303" y="17991"/>
                    <a:pt x="1039" y="19418"/>
                    <a:pt x="838" y="20861"/>
                  </a:cubicBezTo>
                  <a:lnTo>
                    <a:pt x="326" y="25188"/>
                  </a:lnTo>
                  <a:lnTo>
                    <a:pt x="78" y="29577"/>
                  </a:lnTo>
                  <a:lnTo>
                    <a:pt x="0" y="33951"/>
                  </a:lnTo>
                  <a:lnTo>
                    <a:pt x="171" y="38340"/>
                  </a:lnTo>
                  <a:cubicBezTo>
                    <a:pt x="295" y="39751"/>
                    <a:pt x="419" y="41209"/>
                    <a:pt x="543" y="42652"/>
                  </a:cubicBezTo>
                  <a:lnTo>
                    <a:pt x="1117" y="46979"/>
                  </a:lnTo>
                  <a:cubicBezTo>
                    <a:pt x="1411" y="48437"/>
                    <a:pt x="1660" y="49848"/>
                    <a:pt x="1954" y="51259"/>
                  </a:cubicBezTo>
                  <a:cubicBezTo>
                    <a:pt x="3211" y="56936"/>
                    <a:pt x="4994" y="62519"/>
                    <a:pt x="7507" y="67731"/>
                  </a:cubicBezTo>
                  <a:cubicBezTo>
                    <a:pt x="5832" y="62209"/>
                    <a:pt x="4498" y="56610"/>
                    <a:pt x="3552" y="50918"/>
                  </a:cubicBezTo>
                  <a:cubicBezTo>
                    <a:pt x="3366" y="49507"/>
                    <a:pt x="3180" y="48080"/>
                    <a:pt x="2962" y="46669"/>
                  </a:cubicBezTo>
                  <a:lnTo>
                    <a:pt x="2497" y="42435"/>
                  </a:lnTo>
                  <a:cubicBezTo>
                    <a:pt x="2420" y="41008"/>
                    <a:pt x="2280" y="39596"/>
                    <a:pt x="2202" y="38185"/>
                  </a:cubicBezTo>
                  <a:lnTo>
                    <a:pt x="2094" y="33904"/>
                  </a:lnTo>
                  <a:lnTo>
                    <a:pt x="2125" y="29608"/>
                  </a:lnTo>
                  <a:lnTo>
                    <a:pt x="2342" y="25327"/>
                  </a:lnTo>
                  <a:lnTo>
                    <a:pt x="2652" y="21078"/>
                  </a:lnTo>
                  <a:cubicBezTo>
                    <a:pt x="2823" y="19666"/>
                    <a:pt x="2978" y="18255"/>
                    <a:pt x="3164" y="16828"/>
                  </a:cubicBezTo>
                  <a:cubicBezTo>
                    <a:pt x="3955" y="11167"/>
                    <a:pt x="5149" y="5584"/>
                    <a:pt x="6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69"/>
            <p:cNvSpPr/>
            <p:nvPr/>
          </p:nvSpPr>
          <p:spPr>
            <a:xfrm>
              <a:off x="7665268" y="163417"/>
              <a:ext cx="135589" cy="389973"/>
            </a:xfrm>
            <a:custGeom>
              <a:avLst/>
              <a:gdLst/>
              <a:ahLst/>
              <a:cxnLst/>
              <a:rect l="l" t="t" r="r" b="b"/>
              <a:pathLst>
                <a:path w="11028" h="31718" extrusionOk="0">
                  <a:moveTo>
                    <a:pt x="838" y="1"/>
                  </a:moveTo>
                  <a:cubicBezTo>
                    <a:pt x="78" y="2761"/>
                    <a:pt x="0" y="5724"/>
                    <a:pt x="326" y="8593"/>
                  </a:cubicBezTo>
                  <a:cubicBezTo>
                    <a:pt x="682" y="11462"/>
                    <a:pt x="1411" y="14285"/>
                    <a:pt x="2466" y="16968"/>
                  </a:cubicBezTo>
                  <a:cubicBezTo>
                    <a:pt x="3443" y="19636"/>
                    <a:pt x="4746" y="22226"/>
                    <a:pt x="6204" y="24676"/>
                  </a:cubicBezTo>
                  <a:cubicBezTo>
                    <a:pt x="7662" y="27142"/>
                    <a:pt x="9244" y="29469"/>
                    <a:pt x="11027" y="31718"/>
                  </a:cubicBezTo>
                  <a:cubicBezTo>
                    <a:pt x="9988" y="29050"/>
                    <a:pt x="8825" y="26460"/>
                    <a:pt x="7755" y="23932"/>
                  </a:cubicBezTo>
                  <a:cubicBezTo>
                    <a:pt x="6623" y="21326"/>
                    <a:pt x="5506" y="18783"/>
                    <a:pt x="4498" y="16208"/>
                  </a:cubicBezTo>
                  <a:cubicBezTo>
                    <a:pt x="3490" y="13587"/>
                    <a:pt x="2621" y="11012"/>
                    <a:pt x="2001" y="8298"/>
                  </a:cubicBezTo>
                  <a:cubicBezTo>
                    <a:pt x="1380" y="5631"/>
                    <a:pt x="1008" y="2823"/>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7" name="Google Shape;4947;p69"/>
            <p:cNvSpPr/>
            <p:nvPr/>
          </p:nvSpPr>
          <p:spPr>
            <a:xfrm>
              <a:off x="9174577" y="645676"/>
              <a:ext cx="569799" cy="1297467"/>
            </a:xfrm>
            <a:custGeom>
              <a:avLst/>
              <a:gdLst/>
              <a:ahLst/>
              <a:cxnLst/>
              <a:rect l="l" t="t" r="r" b="b"/>
              <a:pathLst>
                <a:path w="46344" h="105528" extrusionOk="0">
                  <a:moveTo>
                    <a:pt x="46343" y="0"/>
                  </a:moveTo>
                  <a:cubicBezTo>
                    <a:pt x="39472" y="6964"/>
                    <a:pt x="33346" y="14672"/>
                    <a:pt x="27887" y="22830"/>
                  </a:cubicBezTo>
                  <a:cubicBezTo>
                    <a:pt x="26553" y="24878"/>
                    <a:pt x="25234" y="26972"/>
                    <a:pt x="23932" y="29034"/>
                  </a:cubicBezTo>
                  <a:lnTo>
                    <a:pt x="20271" y="35424"/>
                  </a:lnTo>
                  <a:lnTo>
                    <a:pt x="16906" y="41954"/>
                  </a:lnTo>
                  <a:lnTo>
                    <a:pt x="13773" y="48623"/>
                  </a:lnTo>
                  <a:lnTo>
                    <a:pt x="10981" y="55401"/>
                  </a:lnTo>
                  <a:lnTo>
                    <a:pt x="8453" y="62333"/>
                  </a:lnTo>
                  <a:lnTo>
                    <a:pt x="6235" y="69359"/>
                  </a:lnTo>
                  <a:cubicBezTo>
                    <a:pt x="5553" y="71732"/>
                    <a:pt x="4948" y="74121"/>
                    <a:pt x="4312" y="76478"/>
                  </a:cubicBezTo>
                  <a:cubicBezTo>
                    <a:pt x="1986" y="86017"/>
                    <a:pt x="497" y="95772"/>
                    <a:pt x="0" y="105528"/>
                  </a:cubicBezTo>
                  <a:cubicBezTo>
                    <a:pt x="1381" y="95803"/>
                    <a:pt x="3273" y="86265"/>
                    <a:pt x="5894" y="76912"/>
                  </a:cubicBezTo>
                  <a:cubicBezTo>
                    <a:pt x="6592" y="74586"/>
                    <a:pt x="7305" y="72228"/>
                    <a:pt x="7972" y="69902"/>
                  </a:cubicBezTo>
                  <a:lnTo>
                    <a:pt x="10299" y="62985"/>
                  </a:lnTo>
                  <a:lnTo>
                    <a:pt x="12873" y="56161"/>
                  </a:lnTo>
                  <a:lnTo>
                    <a:pt x="15696" y="49460"/>
                  </a:lnTo>
                  <a:lnTo>
                    <a:pt x="18751" y="42822"/>
                  </a:lnTo>
                  <a:lnTo>
                    <a:pt x="22040" y="36324"/>
                  </a:lnTo>
                  <a:lnTo>
                    <a:pt x="25529" y="29949"/>
                  </a:lnTo>
                  <a:cubicBezTo>
                    <a:pt x="26801" y="27871"/>
                    <a:pt x="28026" y="25777"/>
                    <a:pt x="29267" y="23715"/>
                  </a:cubicBezTo>
                  <a:cubicBezTo>
                    <a:pt x="34432" y="15448"/>
                    <a:pt x="40139" y="7538"/>
                    <a:pt x="46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69"/>
            <p:cNvSpPr/>
            <p:nvPr/>
          </p:nvSpPr>
          <p:spPr>
            <a:xfrm>
              <a:off x="9244179" y="994068"/>
              <a:ext cx="581812" cy="1049378"/>
            </a:xfrm>
            <a:custGeom>
              <a:avLst/>
              <a:gdLst/>
              <a:ahLst/>
              <a:cxnLst/>
              <a:rect l="l" t="t" r="r" b="b"/>
              <a:pathLst>
                <a:path w="47321" h="85350" extrusionOk="0">
                  <a:moveTo>
                    <a:pt x="47320" y="0"/>
                  </a:moveTo>
                  <a:lnTo>
                    <a:pt x="47320" y="0"/>
                  </a:lnTo>
                  <a:cubicBezTo>
                    <a:pt x="41985" y="6235"/>
                    <a:pt x="37037" y="12765"/>
                    <a:pt x="32415" y="19511"/>
                  </a:cubicBezTo>
                  <a:cubicBezTo>
                    <a:pt x="31252" y="21217"/>
                    <a:pt x="30120" y="22924"/>
                    <a:pt x="29003" y="24630"/>
                  </a:cubicBezTo>
                  <a:lnTo>
                    <a:pt x="25700" y="29779"/>
                  </a:lnTo>
                  <a:lnTo>
                    <a:pt x="22551" y="35083"/>
                  </a:lnTo>
                  <a:lnTo>
                    <a:pt x="19496" y="40403"/>
                  </a:lnTo>
                  <a:lnTo>
                    <a:pt x="16596" y="45816"/>
                  </a:lnTo>
                  <a:lnTo>
                    <a:pt x="13804" y="51260"/>
                  </a:lnTo>
                  <a:lnTo>
                    <a:pt x="11121" y="56812"/>
                  </a:lnTo>
                  <a:cubicBezTo>
                    <a:pt x="10299" y="58658"/>
                    <a:pt x="9461" y="60519"/>
                    <a:pt x="8624" y="62395"/>
                  </a:cubicBezTo>
                  <a:cubicBezTo>
                    <a:pt x="5336" y="69902"/>
                    <a:pt x="2420" y="77548"/>
                    <a:pt x="0" y="85350"/>
                  </a:cubicBezTo>
                  <a:cubicBezTo>
                    <a:pt x="3195" y="77843"/>
                    <a:pt x="6530" y="70414"/>
                    <a:pt x="10221" y="63202"/>
                  </a:cubicBezTo>
                  <a:cubicBezTo>
                    <a:pt x="11136" y="61372"/>
                    <a:pt x="12051" y="59542"/>
                    <a:pt x="12935" y="57696"/>
                  </a:cubicBezTo>
                  <a:lnTo>
                    <a:pt x="15681" y="52252"/>
                  </a:lnTo>
                  <a:lnTo>
                    <a:pt x="18519" y="46839"/>
                  </a:lnTo>
                  <a:lnTo>
                    <a:pt x="21419" y="41473"/>
                  </a:lnTo>
                  <a:lnTo>
                    <a:pt x="24428" y="36138"/>
                  </a:lnTo>
                  <a:lnTo>
                    <a:pt x="27514" y="30895"/>
                  </a:lnTo>
                  <a:lnTo>
                    <a:pt x="30632" y="25638"/>
                  </a:lnTo>
                  <a:cubicBezTo>
                    <a:pt x="31702" y="23870"/>
                    <a:pt x="32741" y="22164"/>
                    <a:pt x="33827" y="20426"/>
                  </a:cubicBezTo>
                  <a:cubicBezTo>
                    <a:pt x="38154" y="13494"/>
                    <a:pt x="42683" y="6747"/>
                    <a:pt x="473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69"/>
            <p:cNvSpPr/>
            <p:nvPr/>
          </p:nvSpPr>
          <p:spPr>
            <a:xfrm>
              <a:off x="7437577" y="266007"/>
              <a:ext cx="2117629" cy="2273432"/>
            </a:xfrm>
            <a:custGeom>
              <a:avLst/>
              <a:gdLst/>
              <a:ahLst/>
              <a:cxnLst/>
              <a:rect l="l" t="t" r="r" b="b"/>
              <a:pathLst>
                <a:path w="172235" h="184907" extrusionOk="0">
                  <a:moveTo>
                    <a:pt x="295" y="1"/>
                  </a:moveTo>
                  <a:lnTo>
                    <a:pt x="1" y="497"/>
                  </a:lnTo>
                  <a:lnTo>
                    <a:pt x="6173" y="5507"/>
                  </a:lnTo>
                  <a:cubicBezTo>
                    <a:pt x="7213" y="6329"/>
                    <a:pt x="8236" y="7166"/>
                    <a:pt x="9244" y="8004"/>
                  </a:cubicBezTo>
                  <a:lnTo>
                    <a:pt x="12300" y="10547"/>
                  </a:lnTo>
                  <a:cubicBezTo>
                    <a:pt x="14331" y="12253"/>
                    <a:pt x="16425" y="13913"/>
                    <a:pt x="18426" y="15619"/>
                  </a:cubicBezTo>
                  <a:lnTo>
                    <a:pt x="24444" y="20753"/>
                  </a:lnTo>
                  <a:cubicBezTo>
                    <a:pt x="32462" y="27623"/>
                    <a:pt x="40403" y="34618"/>
                    <a:pt x="48158" y="41799"/>
                  </a:cubicBezTo>
                  <a:lnTo>
                    <a:pt x="51027" y="44467"/>
                  </a:lnTo>
                  <a:lnTo>
                    <a:pt x="53896" y="47181"/>
                  </a:lnTo>
                  <a:lnTo>
                    <a:pt x="59697" y="52594"/>
                  </a:lnTo>
                  <a:cubicBezTo>
                    <a:pt x="63497" y="56254"/>
                    <a:pt x="67328" y="59914"/>
                    <a:pt x="71066" y="63621"/>
                  </a:cubicBezTo>
                  <a:cubicBezTo>
                    <a:pt x="72958" y="65467"/>
                    <a:pt x="74850" y="67281"/>
                    <a:pt x="76695" y="69158"/>
                  </a:cubicBezTo>
                  <a:lnTo>
                    <a:pt x="82279" y="74788"/>
                  </a:lnTo>
                  <a:cubicBezTo>
                    <a:pt x="84156" y="76649"/>
                    <a:pt x="85986" y="78572"/>
                    <a:pt x="87816" y="80449"/>
                  </a:cubicBezTo>
                  <a:cubicBezTo>
                    <a:pt x="89708" y="82310"/>
                    <a:pt x="91538" y="84233"/>
                    <a:pt x="93322" y="86141"/>
                  </a:cubicBezTo>
                  <a:lnTo>
                    <a:pt x="98735" y="91911"/>
                  </a:lnTo>
                  <a:lnTo>
                    <a:pt x="104070" y="97742"/>
                  </a:lnTo>
                  <a:lnTo>
                    <a:pt x="106738" y="100658"/>
                  </a:lnTo>
                  <a:lnTo>
                    <a:pt x="109359" y="103620"/>
                  </a:lnTo>
                  <a:cubicBezTo>
                    <a:pt x="111080" y="105621"/>
                    <a:pt x="112864" y="107575"/>
                    <a:pt x="114570" y="109576"/>
                  </a:cubicBezTo>
                  <a:lnTo>
                    <a:pt x="124946" y="121487"/>
                  </a:lnTo>
                  <a:cubicBezTo>
                    <a:pt x="126652" y="123488"/>
                    <a:pt x="128435" y="125489"/>
                    <a:pt x="130110" y="127443"/>
                  </a:cubicBezTo>
                  <a:cubicBezTo>
                    <a:pt x="130933" y="128420"/>
                    <a:pt x="131817" y="129397"/>
                    <a:pt x="132639" y="130405"/>
                  </a:cubicBezTo>
                  <a:cubicBezTo>
                    <a:pt x="133476" y="131413"/>
                    <a:pt x="134314" y="132375"/>
                    <a:pt x="135151" y="133414"/>
                  </a:cubicBezTo>
                  <a:cubicBezTo>
                    <a:pt x="141820" y="141464"/>
                    <a:pt x="148024" y="149916"/>
                    <a:pt x="154073" y="158540"/>
                  </a:cubicBezTo>
                  <a:cubicBezTo>
                    <a:pt x="160060" y="167210"/>
                    <a:pt x="165814" y="176066"/>
                    <a:pt x="171692" y="184906"/>
                  </a:cubicBezTo>
                  <a:lnTo>
                    <a:pt x="172235" y="184611"/>
                  </a:lnTo>
                  <a:cubicBezTo>
                    <a:pt x="167954" y="174902"/>
                    <a:pt x="163161" y="165410"/>
                    <a:pt x="157826" y="156151"/>
                  </a:cubicBezTo>
                  <a:cubicBezTo>
                    <a:pt x="152537" y="146908"/>
                    <a:pt x="146659" y="137959"/>
                    <a:pt x="140130" y="129459"/>
                  </a:cubicBezTo>
                  <a:cubicBezTo>
                    <a:pt x="139292" y="128374"/>
                    <a:pt x="138455" y="127350"/>
                    <a:pt x="137633" y="126295"/>
                  </a:cubicBezTo>
                  <a:cubicBezTo>
                    <a:pt x="136795" y="125256"/>
                    <a:pt x="135958" y="124233"/>
                    <a:pt x="135089" y="123178"/>
                  </a:cubicBezTo>
                  <a:cubicBezTo>
                    <a:pt x="134252" y="122139"/>
                    <a:pt x="133383" y="121146"/>
                    <a:pt x="132514" y="120138"/>
                  </a:cubicBezTo>
                  <a:lnTo>
                    <a:pt x="129893" y="117129"/>
                  </a:lnTo>
                  <a:cubicBezTo>
                    <a:pt x="129025" y="116121"/>
                    <a:pt x="128141" y="115128"/>
                    <a:pt x="127272" y="114120"/>
                  </a:cubicBezTo>
                  <a:cubicBezTo>
                    <a:pt x="126388" y="113112"/>
                    <a:pt x="125520" y="112166"/>
                    <a:pt x="124605" y="111158"/>
                  </a:cubicBezTo>
                  <a:lnTo>
                    <a:pt x="119192" y="105326"/>
                  </a:lnTo>
                  <a:cubicBezTo>
                    <a:pt x="117393" y="103403"/>
                    <a:pt x="115531" y="101480"/>
                    <a:pt x="113686" y="99572"/>
                  </a:cubicBezTo>
                  <a:lnTo>
                    <a:pt x="110941" y="96672"/>
                  </a:lnTo>
                  <a:lnTo>
                    <a:pt x="108149" y="93849"/>
                  </a:lnTo>
                  <a:lnTo>
                    <a:pt x="102565" y="88188"/>
                  </a:lnTo>
                  <a:lnTo>
                    <a:pt x="96935" y="82558"/>
                  </a:lnTo>
                  <a:cubicBezTo>
                    <a:pt x="81891" y="67576"/>
                    <a:pt x="66320" y="53121"/>
                    <a:pt x="50190" y="39364"/>
                  </a:cubicBezTo>
                  <a:cubicBezTo>
                    <a:pt x="34044" y="25623"/>
                    <a:pt x="17402" y="12439"/>
                    <a:pt x="2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 Dream Vacation Planner by Slidesgo">
  <a:themeElements>
    <a:clrScheme name="Simple Light">
      <a:dk1>
        <a:srgbClr val="19423B"/>
      </a:dk1>
      <a:lt1>
        <a:srgbClr val="B6E4DC"/>
      </a:lt1>
      <a:dk2>
        <a:srgbClr val="93D7C9"/>
      </a:dk2>
      <a:lt2>
        <a:srgbClr val="F8C869"/>
      </a:lt2>
      <a:accent1>
        <a:srgbClr val="EE6651"/>
      </a:accent1>
      <a:accent2>
        <a:srgbClr val="FCFBEE"/>
      </a:accent2>
      <a:accent3>
        <a:srgbClr val="1A815C"/>
      </a:accent3>
      <a:accent4>
        <a:srgbClr val="D4ECE8"/>
      </a:accent4>
      <a:accent5>
        <a:srgbClr val="C98959"/>
      </a:accent5>
      <a:accent6>
        <a:srgbClr val="FFFFFF"/>
      </a:accent6>
      <a:hlink>
        <a:srgbClr val="1942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webextension1.xml><?xml version="1.0" encoding="utf-8"?>
<we:webextension xmlns:we="http://schemas.microsoft.com/office/webextensions/webextension/2010/11" id="{94E6F1AC-5FA4-5A43-BBEE-811D70274612}">
  <we:reference id="wa200003233" version="2.0.0.3" store="en-US" storeType="OMEX"/>
  <we:alternateReferences>
    <we:reference id="wa200003233" version="2.0.0.3" store="wa200003233" storeType="OMEX"/>
  </we:alternateReferences>
  <we:properties>
    <we:property name="artifactName" value="&quot;Avg Ticket Amount by Airline&quot;"/>
    <we:property name="artifactViewState" value="&quot;live&quot;"/>
    <we:property name="backgroundColor" value="&quot;#FFF&quot;"/>
    <we:property name="bookmark" value="&quot;H4sIAAAAAAAAA+1aWW/bRhD+KwJf8iIX3F2eebNkCwnqtkacuiiKINhjVmZCkcKScq0a/u+dXVK2LMmSYldOagsGZHGP2Tm+OXaoa09l1Tjn01/5CLy3Xq8sv464+dohXtcrmjGpCCEyZgkBpcMoCfwkxNlyXGdlUXlvr72amyHU51k14bklhIN/fep6PM9P+dA+aZ5X0PXGYKqy4Hn2DzSLcao2E7jpenA1zkvDLcmzmtdgyV7icnxGFshPDE/kss4u4Qxk3YwGKdXEl75POBOa+VSwAJdVzQLH2colOK6zvEbq9quYHl+NDXJ8PRM4TMOQKAAKIKJIcMqiFOnW07Gd7SN3w9Jkkuc42BCydM5n3NKuNzDlyFFs1apx5XFRZ/UUHwZ5NryoKxz66Cj6N6irPy7AgNvSLwuVNRJee+/dp2UQqqoRyi3JJ6OFGft0Vk6MhA+g7x7c4Teo4FNTovodA0dQ1VnhdN3pl5OiNlNcgkyc83zijIdnnGQoF4poJbPDuO/N7wUOqo4zUPXG7vl0gx+N+eb42Iq/JX1sxWXXuyj/7htADpT3ltx0b63mA+dKJSqSlCVBiH+UvCSrfTT8EvLO6cSMywq2M9hp63CdHNDfDDibdTctLsriYJsNv9Uo/q5hsCT2IgLsuZcumqANap4VrV+zAH04ZTwJYgqpilK2zvVbmByqS15IJLwoy+FwaGDIZxY+3oGgmfwKdedwZLHuJgeTog11ZFFs3wJ/JbR3YILDzOSo1mpJ+bvh4nQi8kx23pV5pvh0iZshFBaJg5wPVzBk0VBlxTBvM4zLI+5b47aezCcV2h9Uj5v+BTe1TWXiC+YMCwncXRoFpjd1qDjKzCzbkO4C898dETYANCkR93yZS3qtKabbR51vQIB19a4nwlQAJ0GUqkSrUOk4iPbOtTtYP6O32xIQHahziBzJ5ZS7Qxejr9nFltRu1dwW53b/qFRWtxeZUlB4zgkxuQmq/SAhXAlBuQbqb3TCneNnvm5rSvl1cP6eMcFVFmA6g8xUtasi7wMgfAT2oTJZO/Xjgn4LwS3y16MvZFym2tdBohPBEyL8MLFL16qHuxN6k7rGcxYUtP44ljDBJQ/9NBYyFRS00Huw7yoB7mP8LmL8KrRsDvNhGEYEAK8vMpIiZvZ2+/2R397LUAxTd45eEfKFzPo8h0Ih8Pv+4JD2BsdBLwyOj8lhvz84xkDVS3vk6Dgij71a7MxAm6M644xJkoSCShYrTkOQ8hnBtqFIvmjGP+tHXv4qJA7mnlm8EZihaze2FbgTbNycmUF1J/z9b+saR+P5xtGiSM/VQBpvUN4W7aNfYIRW5TnCZzrX52lxxGu+QlcNpq4dCuz/VXR7vMqkJdhQqrAYaV1hiVxVI6zqM2fUM7duA3HbT24pW/lXRvZbuXcLz82hPYlCCIIIgOhQKJ/Eal0FP2t0Uix9sOKP/IjSGPeL9Int6XweryclbrXx4iMXOXwWmqpAx/wgItQ/CCRjB4LR8IAmJOAhDanU4bNhOl/U+J/AzVZYpj5JTtY0M3E+PXm4lfkuww1GXkxPAIPqMru388tTM27PObqSe7/RSvN4yLVmu6Xo3dOJmiXjOaY8a9DO3YCdbkWZ6XAhmHY9yeUFqKO790ONxTLl/FLiee9VE+FHY+SkmsX72dPPWdEQOgFdf3sqeAwOV6Oj632wGfKBgDFDhnPI+2/D7JRnq5gXKHP6sMyphx7wo+TS1xGb5mPPk9PrEe5Q5d/Fm7k8uG3p+QoC3YMXvrmy4BWowTp4E+IHzhHbQP++htGLDfQbgt6mco3zWMVU+KAZY5By30/WvPVoyzVOE8pVLCMaQSC4kEw/8b30j3m9uP8CY4vbxaHGsRnj/9lr5Ce8ZiEvs2EhuVH/6+7cho6F5pIBTSSJeRJS6scR2+iUEY1ZECuMLn6UpEpqJp94h3ohTrl3x707PskdgUc6FrGCMKVEsCAlfLM7+rEADZpQRUWEKZIymezd0XbKQJcG9kly75VP80rlc+Zj+RxpEH5AI5ZErq2/Vic1XNWivPq297RKkwQioilTAR4XCKnijf7PONbUKlbcl6HCxCwjX+z9/3Wn4w2s3t567zyB7dbvd/kLwEcJu8ntnT+u6s6Vk7oacwmnvIAVPSY0KS8UqPb7Q30m96P+xulRpRne3bfd0Ha5/gW1c3M5fTAAAA==&quot;"/>
    <we:property name="creatorSessionId" value="&quot;152735b8-bfb2-4c2b-83ee-037a8a3f86de&quot;"/>
    <we:property name="creatorTenantId" value="&quot;a8eec281-aaa3-4dae-ac9b-9a398b9215e7&quot;"/>
    <we:property name="creatorUserId" value="&quot;1003200271F7A986&quot;"/>
    <we:property name="datasetId" value="&quot;6d14827e-f8bf-4373-9612-94a2288c0cb1&quot;"/>
    <we:property name="embedUrl" value="&quot;/reportEmbed?reportId=76696355-865d-4063-93e8-cd0383880af4&amp;groupId=23b8e4e3-070f-4ad6-a2e3-25ce53f70287&amp;w=2&amp;config=eyJjbHVzdGVyVXJsIjoiaHR0cHM6Ly9XQUJJLVVTLU5PUlRILUNFTlRSQUwtRi1QUklNQVJZLXJlZGlyZWN0LmFuYWx5c2lzLndpbmRvd3MubmV0IiwiZW1iZWRGZWF0dXJlcyI6eyJ1c2FnZU1ldHJpY3NWTmV4dCI6dHJ1ZX19&amp;disableSensitivityBanner=true&amp;storytellingAnnotations=true&amp;storytellingChangeViewModeShortcutKeys=true&quot;"/>
    <we:property name="initialStateBookmark" value="&quot;H4sIAAAAAAAAA+1abU/bSBD+K5G/9Es42bt+7bckJGpV2qLS6+l0qqrZ3dng1rEj2+HIIf77zdoOpEmIUyiUQoQU7H2ZnbdnZnbXF5aKi2kC83cwQeul1c+ybxPIv3Ucq2ulTdv792/e9j68+fKu93ZIzdm0jLO0sF5eWCXkYyw/xcUMEkOBGv/53LUgSY5hbN40JAV2rSnmRZZCEv+H9WDqKvMZXnYtPJ8mWQ6G5EkJJRqyZzSc3mlt5w9OK4Is4zM8QVnWrW7EtGNL23aAC81tJrhLw4p6QMXZxiHUruOkJOrmUcyH59OcOL5YSOpFnucoRIYofF8A435EdMv51PQOiLtxlscSEmqsCRk6nxbcsq41yrNJRbHRp6aRw7SMyzm9jJJ4fFoW1PSxomhfkq7+OsUcqymDLFVxLeGF9br6NQxiUdRCVUOS2WSlx7ydZLNc4gfU1y/V4pek4OM8I/VXDBxiUcZppevOIJulZT6nIcTEJ0hmlfFojaOY5CIRjWSmmea9+DOlRtWpDFS8MHM+X9JPbb4lPnbib00fO3HZtU6zfwc5EgfKeulcdq+sZiOAUqHyJeOh69Efc56S1T7mcIZJ53iWT7MCdzPYcQO4ToKEtxwrm3XbBqdZerDLhPcliX/fbrAm9qoHmHXPqmhCNighThtcRxwE07YbOqCEYKCR2TdDf6Ob3LNX14FuVSLb+HTDTk+dQSqpdZWX3nic4xgWDje8L71j3hnFeVFWGDMjRrO0Cb/eOuPGFEWcjpMmvFdBvHqqMWNhkcdNFyUQ8ZUitTEETctyhXl/XtniMM4XMZ5QOXyEghvsNRnTkJxkykh3GiuFKY2m4R4HGWlbu6EOBYSOsL3QDN2qHqhW6M/KktZZUdD25XjIBUjw7CgQMhIMtdB7Z9/d5rH8hmWnNzF5ZsXczi38XCazgvSOqg/54BTy8hG7+3bRjafXdRfN+bpUWTXOM989td3GWz63er7neb6DyLkrfSkCbnL/r/f8JmuRGHnZOXxGni9kPIAEU0WOP7BHPdYfDd2+5w6HTm8wGA0pUPWjvnM49J0dMeGsYuLeDNQe1TlwLp3QE0zyQAHzUMoHdLbjmUhi2XmVJbGC+ZpMp3X7F53AeIO/tdquIOJUFS+bxZogbe3MwxjTugAkwab1mjEW18J//7StrJ4ul9WrIj1UeT1tUd4OxfVbnJBVqV4+hPlSFdz4EZSwQVe1T11UXmD+b6LbhyKWhmBNqaBipIHCGrmiJLcqTyqjnlTjWoib3XZD2ci/MbJfyX2/7tke2kPfQ9f1ER3tCWU7gdpWwS+2gYxKH6r4fdtnLKD5Irrj5j1Z9tejjKaaePERRIJfhGbK1QEc+A6zD1zJ+YHgzDtgoeOCxzwmtfdgPp2savxvhHwnX2a2Ex5t2epRf3R080bvVUwTcnk6P0IKquvsXvWvdy24/QQEper0p5Hm9i7XmO2KovWdTtQiGS8xZRmDdq4bTHcjykKHK8G0a0mQp6gOr4/NaovFqsKlpPVeqzrCT6bESbGI94u3N3FaEzpCXf54KriNH272jq71wWTIGwLGwjMqQH5/SGi6LFPFPEGZo5tljixCwGPJpc8jNi3Hnjun10OaobJ/0xdLeXDX0vMZBLobN3xLZcEzUIMBeB3iRxUQm0D/usTJkw30LUGvrVwDCFTAhI2ac44R2Hbot5ZrwEIGKpA+89EVICTXdzy1f5zbiybkj3beXfQ0tS0Y/2mH7C0l+vdcbrhreXoHFhJy9VufzrWcWGiQHFkonQBCjzE78HkrKH0WcDdQFF1sP4yU1FzecQ/1REC5h+MejneCI4KvAxEo9CLmCO5GDrTD0Q4EatQOU0z4lCIZl+EejuakDHWW4z5J7lF5N1QqG7hN5bOvUdgu83noV8f6W3VS4nkpsvMfu6dV2gnRdzTjyqXlXCFV0Ip/DlRTq0CBLT1FiVn6ttjj/3mn4xZWr3a910jg94v7tbOSXy1sO+yFFwkEx/UjFWrlKR24Wzasv11U7z78DeQ2hNwPQzeoynzASo7d6RFHcv27wf0nHNXiP/0TjjW1t1/ycddRGHEI3YBhpPyIb/tCdw/CmznrxXkSp1g8EPLuFAr28LsP+C15QHVRUl1tbLh/ymZlMQWJx5DihlsU8gpIFarm+aablOqj/hrEZLpYJG1XL1cTGvb+B8aA+ht2MAAA&quot;"/>
    <we:property name="isFiltersActionButtonVisible" value="true"/>
    <we:property name="isFooterCollapsed" value="true"/>
    <we:property name="isVisualContainerHeaderHidden" value="false"/>
    <we:property name="numberOfAnnotations" value="0"/>
    <we:property name="pageDisplayName" value="&quot;Flights&quot;"/>
    <we:property name="pageName" value="&quot;492f10c001a3bf302b34&quot;"/>
    <we:property name="reportEmbeddedTime" value="&quot;2025-04-14T16:16:51.066Z&quot;"/>
    <we:property name="reportName" value="&quot;team9_dashboard&quot;"/>
    <we:property name="reportState" value="&quot;CONNECTED&quot;"/>
    <we:property name="reportUrl" value="&quot;/links/KNhgwVUWVU?ctid=a8eec281-aaa3-4dae-ac9b-9a398b9215e7&amp;bookmarkGuid=19162371-2603-4410-a9ab-fc788173ebb0&amp;visual=341de93a8472e9d69334&quot;"/>
  </we:properties>
  <we:bindings/>
  <we:snapshot xmlns:r="http://schemas.openxmlformats.org/officeDocument/2006/relationships"/>
</we:webextension>
</file>

<file path=ppt/webextensions/webextension2.xml><?xml version="1.0" encoding="utf-8"?>
<we:webextension xmlns:we="http://schemas.microsoft.com/office/webextensions/webextension/2010/11" id="{9A6BEB37-C31B-7D4E-8205-4A1A7B9C3011}">
  <we:reference id="wa200003233" version="2.0.0.3" store="en-US" storeType="OMEX"/>
  <we:alternateReferences>
    <we:reference id="wa200003233" version="2.0.0.3" store="wa200003233" storeType="OMEX"/>
  </we:alternateReferences>
  <we:properties>
    <we:property name="embedUrl" value="&quot;/reportEmbed?reportId=76696355-865d-4063-93e8-cd0383880af4&amp;groupId=23b8e4e3-070f-4ad6-a2e3-25ce53f70287&amp;w=2&amp;config=eyJjbHVzdGVyVXJsIjoiaHR0cHM6Ly9XQUJJLVVTLU5PUlRILUNFTlRSQUwtRi1QUklNQVJZLXJlZGlyZWN0LmFuYWx5c2lzLndpbmRvd3MubmV0IiwiZW1iZWRGZWF0dXJlcyI6eyJ1c2FnZU1ldHJpY3NWTmV4dCI6dHJ1ZX19&amp;disableSensitivityBanner=true&amp;storytellingAnnotations=true&amp;storytellingChangeViewModeShortcutKeys=true&quot;"/>
    <we:property name="bookmark" value="&quot;H4sIAAAAAAAAA+1a227bOBD9lUAveXEWEkXd+uYr2m3aDZIii8UiMIbk0GYrS4Ykp/EG+fclJdlxHNtKmjZx27xZJDWc2zkzpHVtCZVPY5h/hAlab6xOmn6ZQPblwLFaVlKP/fXX+w/t0/fDj+0PfT2cTguVJrn15toqIBthca7yGcRGgh7896JlQRyfwMg8SYhzbFlTzPI0gVj9h9ViPVVkM7xpWXg1jdMMjMizAgo0Yi/1cv2s93b+cPWOwAt1iWfIi2o0sJHbJIxCYH4gqE0FSr0srxaUmm1cYkSX23fTpACV6G3MGLge87nkyCmRnLm2LTwzLlVc1EvYvH81zbR12ub51Hilq3UdpZniEFulFRnmldLXVjeNZ5PyV//O+Fk6yzieVpr0k0IVcy3pZMZixQ/eprESMM+tG+2VkyzVPiunhXGKGRunX7sZ6idhvbFvWktN2uISEq5H19Voj0YZjqCoH/tP0PFtWmB8YLJDJaN1DUFk5dBgltQRcl5a3waf5lPkSio+iGG0prp7X/ULPZJru+M6eW/z6FNlEeOqCzEmArJu1x60SWfQpx2P9vtOu9sd9N3Q7UQdp9f3DaxS9lknqkkrLTfNBGadeZlZPZUtUtxp/Ujz65S60VCt4W/enqTCGDNWQmBipluWHdnEp6HrCz/wQxZhKNh2ZNR8wYDyQAQkpJEvQgQ3cAJt9nfHTW3d8M9UJesWjus5uQjwakSdfQLP2Eyu5aC35/BZUtJO2LSenytHqDkd4sGmqL+IQlvIu5FRYl2cumPIin3ji6oU67nPK8W2dmel1Y/Y+aJkI+RSMHC8yPYJsYEGDgsa2cgmkkkQzDcvBUgpi6JtbFQJMnLOFx0I0UmepZNSYt0jmZVL/Y9T/WpPS/kELMYhk0RQGcCR7xD7iHLXPWIu8Y5I6FDwiEe49PTrVZRt49C/x5hh7bhEqAV63615MH+4b6uHUtE1b/6DYCq13vUc4lnZrWmhx6owoCnNNsN6IbEd77hcuXXeb5gPynkTuIubdYi9VfqFjI/nx3iJ8X1zlvP3pxbWnEOmqqaxtvbb060O61KitRnBK0pZJuAHtwNmujZl4eM1xLcsDnyMonfbbVcRVcLol3O93ztRAXcy1ZrkCxgvnt6rpBJ0jLJ4PMK/JU83Z0/LOlWjcanCjswpAXv3bGGmLEPCv6DN/nab/V/V5mC7zYGlUd9Y5HINRU23qxXOmqA+UZofdSkvQTKtlFOY39L93V+vfO2v8G3d2kMBG9xXtfnXJSVvCe5hT78h0q/JYRXhi5tHdB6/AblvbYSWYfot3GAAXpW1QQnEuri9K3Dyyxa33UTfeKBGGlC0uQu6iQVBaBgG4fYWdl/OqCaNhioZfgXNd8loGKu8eMyNz+v57/X898TzXxOwAvCZ4NyPAvRkCFHIbbvxbBgQoIQzhzk0dIUDgQfwtLPhdLXXWLftufqI6W5YNLcTh7XKh9uPcM8GW+clYLvz+vBBl3EfEPJZ9uCavZN+25ejYbt3Oqy13R+FOijTDLer1UhzX6ZqneB2w5wGbogRsV0INdSjwPcgaoa5wyL0BPgIvudzlyCzX2GuYV7F72BP0f5zpTKHTDywWJP1Yv0cBj3gzx4HJGFCF0QROZHt0hCxEVvU5o4n0Beu5+seW0QheS2hBlttqcf2FVq/eSEtY7N31fQ566hPgDiSBhLBA8I9Kln5ycPOXQq8Klh69bidPBESEYILklLqU5/5ckdjvmf5uS9XmPvJiWvOewApdseZyosJ5Ae9O6T45AvLDuSKL24rzZdA8aLY3hOXFzqvirMyqmflugbh5kOllXvQpou/H5mfzedglzlS2JFkyEOiW91QEtlYxF2wUYpAgM094dKA+zZ7LeL7ew7+aT4B+Z5d870rrpc2tqmjLvG4qS6ksyKfAscTSHADQemQQiJQNNBS+WllBXrtUsXiJpJcvlAz7v8KOjFw/CkAAA==&quot;"/>
    <we:property name="datasetId" value="&quot;6d14827e-f8bf-4373-9612-94a2288c0cb1&quot;"/>
    <we:property name="pageName" value="&quot;70ec02898ab67d404def&quot;"/>
    <we:property name="reportUrl" value="&quot;/links/KNhgwVUWVU?ctid=a8eec281-aaa3-4dae-ac9b-9a398b9215e7&amp;bookmarkGuid=3fea8283-551f-4c60-8321-f8626da27579&amp;visual=090264836d6768b9e8db&quot;"/>
    <we:property name="artifactName" value="&quot;Daily Hotel Bookings Around Holidays&quot;"/>
    <we:property name="reportName" value="&quot;team9_dashboard&quot;"/>
    <we:property name="reportState" value="&quot;CONNECTED&quot;"/>
    <we:property name="pageDisplayName" value="&quot;Hotels&quot;"/>
    <we:property name="backgroundColor" value="&quot;#FFF&quot;"/>
    <we:property name="initialStateBookmark" value="&quot;H4sIAAAAAAAAA+1a227bOBD9lUAveXEWEkXd+uYr2m3aDZIii8UiMIbk0GYrS4Ykp/EG+fclJdlxHNtKmjZx27xZJDWc2zkzpHVtCZVPY5h/hAlab6xOmn6ZQPblwLFaVlKP/fXX+w/t0/fDj+0PfT2cTguVJrn15toqIBthca7yGcRGgh7896JlQRyfwMg8SYhzbFlTzPI0gVj9h9ViPVVkM7xpWXg1jdMMjMizAgo0Yi/1cv2s93b+cPWOwAt1iWfIi2o0sJHbJIxCYH4gqE0FSr0srxaUmm1cYkSX23fTpACV6G3MGLge87nkyCmRnLm2LTwzLlVc1EvYvH81zbR12ub51Hilq3UdpZniEFulFRnmldLXVjeNZ5PyV//O+Fk6yzieVpr0k0IVcy3pZMZixQ/eprESMM+tG+2VkyzVPiunhXGKGRunX7sZ6idhvbFvWktN2uISEq5H19Voj0YZjqCoH/tP0PFtWmB8YLJDJaN1DUFk5dBgltQRcl5a3waf5lPkSio+iGG0prp7X/ULPZJru+M6eW/z6FNlEeOqCzEmArJu1x60SWfQpx2P9vtOu9sd9N3Q7UQdp9f3DaxS9lknqkkrLTfNBGadeZlZPZUtUtxp/Ujz65S60VCt4W/enqTCGDNWQmBipluWHdnEp6HrCz/wQxZhKNh2ZNR8wYDyQAQkpJEvQgQ3cAJt9nfHTW3d8M9UJesWjus5uQjwakSdfQLP2Eyu5aC35/BZUtJO2LSenytHqDkd4sGmqL+IQlvIu5FRYl2cumPIin3ji6oU67nPK8W2dmel1Y/Y+aJkI+RSMHC8yPYJsYEGDgsa2cgmkkkQzDcvBUgpi6JtbFQJMnLOFx0I0UmepZNSYt0jmZVL/Y9T/WpPS/kELMYhk0RQGcCR7xD7iHLXPWIu8Y5I6FDwiEe49PTrVZRt49C/x5hh7bhEqAV63615MH+4b6uHUtE1b/6DYCq13vUc4lnZrWmhx6owoCnNNsN6IbEd77hcuXXeb5gPynkTuIubdYi9VfqFjI/nx3iJ8X1zlvP3pxbWnEOmqqaxtvbb060O61KitRnBK0pZJuAHtwNmujZl4eM1xLcsDnyMonfbbVcRVcLol3O93ztRAXcy1ZrkCxgvnt6rpBJ0jLJ4PMK/JU83Z0/LOlWjcanCjswpAXv3bGGmLEPCv6DN/nab/V/V5mC7zYGlUd9Y5HINRU23qxXOmqA+UZofdSkvQTKtlFOY39L93V+vfO2v8G3d2kMBG9xXtfnXJSVvCe5hT78h0q/JYRXhi5tHdB6/AblvbYSWYfot3GAAXpW1QQnEuri9K3Dyyxa33UTfeKBGGlC0uQu6iQVBaBgG4fYWdl/OqCaNhioZfgXNd8loGKu8eMyNz+v57/X898TzXxOwAvCZ4NyPAvRkCFHIbbvxbBgQoIQzhzk0dIUDgQfwtLPhdLXXWLftufqI6W5YNLcTh7XKh9uPcM8GW+clYLvz+vBBl3EfEPJZ9uCavZN+25ejYbt3Oqy13R+FOijTDLer1UhzX6ZqneB2w5wGbogRsV0INdSjwPcgaoa5wyL0BPgIvudzlyCzX2GuYV7F72BP0f5zpTKHTDywWJP1Yv0cBj3gzx4HJGFCF0QROZHt0hCxEVvU5o4n0Beu5+seW0QheS2hBlttqcf2FVq/eSEtY7N31fQ566hPgDiSBhLBA8I9Kln5ycPOXQq8Klh69bidPBESEYILklLqU5/5ckdjvmf5uS9XmPvJiWvOewApdseZyosJ5Ae9O6T45AvLDuSKL24rzZdA8aLY3hOXFzqvirMyqmflugbh5kOllXvQpou/H5mfzedglzlS2JFkyEOiW91QEtlYxF2wUYpAgM094dKA+zZ7LeL7ew7+aT4B+Z5d870rrpc2tqmjLvG4qS6ksyKfAscTSHADQemQQiJQNNBS+WllBXrtUsXiJpJcvlAz7v8KOjFw/CkAAA==&quot;"/>
    <we:property name="isFooterCollapsed" value="true"/>
    <we:property name="isFiltersActionButtonVisible" value="true"/>
    <we:property name="isVisualContainerHeaderHidden" value="false"/>
    <we:property name="reportEmbeddedTime" value="&quot;2025-04-14T00:53:11.191Z&quot;"/>
    <we:property name="creatorTenantId" value="&quot;a8eec281-aaa3-4dae-ac9b-9a398b9215e7&quot;"/>
    <we:property name="creatorUserId" value="&quot;1003200271F7A986&quot;"/>
    <we:property name="creatorSessionId" value="&quot;bb7fbb1c-9a01-4027-92b8-f9d81317549c&quot;"/>
    <we:property name="artifactViewState" value="&quot;live&quot;"/>
    <we:property name="numberOfAnnotations" value="0"/>
  </we:properties>
  <we:bindings/>
  <we:snapshot xmlns:r="http://schemas.openxmlformats.org/officeDocument/2006/relationships"/>
</we:webextension>
</file>

<file path=ppt/webextensions/webextension3.xml><?xml version="1.0" encoding="utf-8"?>
<we:webextension xmlns:we="http://schemas.microsoft.com/office/webextensions/webextension/2010/11" id="{6A1D6B43-7E4E-534B-9D57-9F55DAFD647B}">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FFFFFF&quot;"/>
    <we:property name="bookmark" value="&quot;H4sIAAAAAAAAA+1a227bRhD9FYMvfpELcskll3nzFQnqBEZsOCgKw9jLUNqEIgWScqwa/oN+QV/6i/2Ezi4pW7KoSxwrVpU+WCZ3lsOZ2bMzZxa8c5QuBykffeB9cN44B3n+pc+LLzue03GyeowASYIAgtDnCfFCn4WCojQfVDrPSufNnVPxogvVpS6HPDWKcPB3J2RCRJJQz3WpUDSMqOTOVcfhaXrGu2ZOwtMSOs4AijLPeKr/gFoFiqpiCPcdB24HaV5w86LzildgXnaD0/EeDfN+8dEOLit9A+cgq3o0iBnzGXF5KDnjvkiAAU4r6wnW3tYpOJ7otELt5lKMjm8HBfpxNw5D7AYgEhUkkkimkhhEGKLeajQw0kO0rpsXWvIUB2tFRs/l2FrScU6KvG81NsGucOZxVulqhDcXBc/KQV5U73MFF1ykxugLq9y9x7B96kEB9unDPFO6dvbOeWd/ja1QlrV/dko67D+RmLvzfFhI+AjJ44214x5jfVbkuBLWFmMCjuFbL3k6tMuJSk81+oTuGa/MME7cPRiWu3bmHPn5UHzlIzvl6h5/6jWdsGglSxcFqd30jtPLvx4WgKuinDeeffGNBRdGr+I6a5aZUVeGioTSVxElkQQm5VIkuCQRCVcidENCIggCEcffh4R0EgmnOT56hFqsg9ciIQi6iO+FHnH3Aun7e8IndI8wL+CUUCITuhJUPuTVbJxfAj/p00X4DXixEn6I6wWnC/CDcrpEHi6RR0vkbIk8Xiwn7hJ5bZ8Bfxv832p8pJC90SncQDob8Af5rGgc70te6DpDNuux2lY6G4pUy523eaoVH5V2CRs0Pmh0plZVmQRspk0Y5Ric7jwOGHHjyhgF01vR7TiSyx6oo8e6U2NOK2NfKfF971SdGvoDtKQcJ4rx3a86qxWdQlJ9ew55zvZqx3fH+ai7PWvCAmzfm4nTVdaInPvOVvpM5/tMt9XncL7P4bb6HM33OdpWn9l8n9m2+hzP9zneUp/rmt7qM3G31ef5OYxgDruy3KXUWTdtmjTbitmrmnk6JdIJZLrYGIrP2GtZ7twHbAzNRRey+p1Y6Ae1cRrKR6Y9ffXqVPm1WTEJHlijZY74DLIv3hK+vul38D/YHqW9CTvCJ1T+Ndt1GhaKduWFguJgZDUe6WLcPXudeQR0ewmqiW59iIC6Pk8cEzws008RBrPBa2p+YjdiQ9DfVdDfVoJO5hN0Ejj1RlEs5BDHUkQB8ynwCDv/x2w196xIhtyLFRNUuMqHIMHe5/+zov/GWRHW99aFWr8xn3TVO+7nn/Vs27wx9XejgTgZwBUQ+c/ff/25+4KF9oCXWk5W2WVlZd0gurK5TZBYuS5LvJgmLueMqmTBIWeD/X11wzNp09Y08N8DL4fFyvXro0aiUfb04Kmt+zfd6/3EIG4W7OvYgm2FdMKcXj1+naS8u9CiHxKYPLtuDH1OKvgy0FN5wKIglDG2bC6JKZajyKeSUXczULDQ2Z8eCgeQ5MVsnXouDISKmUJaIgWLMCNw5YLYDBg831HJCzXt6dwGhzxtcNbiQZ39SZIEEcSEUDcCFUaMyfj5od7vdgvo8nENPV4rG5l282SYjfvDjdigDx3Oq1vS8KqT9kyxFLipzuCwx4tqRfTOtOfrCOvcfriJ6ugZ1GW1N9d0BZhgHlPA8M8XNKIiorbzXBTJCm4rkd+2lL22zxCWbcJNKTWbQvoHk6T/qUs/ivHPpNwnwVuB8B/2Cl1WfV7uHE11mi/L/M3HJul4y86oKyvEVXVuV/Xczlui3HwLs7ae4tvwWW9Qj/kQchcgAOEmoBjQZP6Wao5EfHwgUZHirqTKDyIZuuL7jkQ2E5TTFWEFTDYmv9i5x3dULG8VbvuCPGTVMv/IP/z1ssOZ+vrazta56b49v+fDqhxwCWc8g5ZEg8vGMwVqSXqxX+E59iUYNm3I4IoPNNb9C2dvthpEKAAA&quot;"/>
    <we:property name="creatorSessionId" value="&quot;779d602e-f7f3-4d7a-ad63-cd10e309eed5&quot;"/>
    <we:property name="creatorTenantId" value="&quot;a8eec281-aaa3-4dae-ac9b-9a398b9215e7&quot;"/>
    <we:property name="creatorUserId" value="&quot;1003200271F7A986&quot;"/>
    <we:property name="datasetId" value="&quot;6d14827e-f8bf-4373-9612-94a2288c0cb1&quot;"/>
    <we:property name="embedUrl" value="&quot;/reportEmbed?reportId=76696355-865d-4063-93e8-cd0383880af4&amp;groupId=23b8e4e3-070f-4ad6-a2e3-25ce53f70287&amp;w=2&amp;config=eyJjbHVzdGVyVXJsIjoiaHR0cHM6Ly9XQUJJLVVTLU5PUlRILUNFTlRSQUwtRi1QUklNQVJZLXJlZGlyZWN0LmFuYWx5c2lzLndpbmRvd3MubmV0IiwiZW1iZWRGZWF0dXJlcyI6eyJ1c2FnZU1ldHJpY3NWTmV4dCI6dHJ1ZX19&amp;disableSensitivityBanner=true&amp;storytellingChangeViewModeShortcutKeys=true&quot;"/>
    <we:property name="initialStateBookmark" value="&quot;H4sIAAAAAAAAA+1a227bRhD9FYMvfpELanlb5s1XJIidGnbgoCgMYy9DaROKJEjKsWroD/oFfekv9hM6u6RsySIlxbFiVemDZXFnOTsze3bmzEL3llRFFrPRBzYA6411kKZfBiz/stO1OlZSj/366/uz/Yv3Nx/2z45xOM1KlSaF9ebeKlneg/JKFUMWaw04+Pt1x2JxfM56+ilicQEdK4O8SBMWqz+gmoyiMh/CuGPBXRanOdMqL0tWglZ7i9PxGdfu/uLgikyU6hYuQZTVqBtS6lBiM18wyhweAQWcVlQTjGWNU3A8UnGJ2vVXPjq+y3K0+H7iaWi7wCPpRoIIKqMQuO+j3nKUaekhWtdLcyVYjIOVIq3namIt6VgneTowGut4ljjzOClVOcKHjzlLiizNy7NUwkfGY230R6PcHmPYPvUhB/P2YZpIVTl7b70zn9pWKIrKPzMlHg6eSPTTZTrMBVxA9Phg7BhjrM/zFHfC2KJNwDFc9YrFQ7NxqPRUoU/onvZKD+PE3YNhsWtmtsgvh/wrG5kp12P8qPZ0yqKVLF0UpGbTO1Y//XqYA+6KtN50zcK3BlwYvZKppN5m6tnCl8QXjgw8EgigQixFgk0iHjHJfdsnJADX5WH4fUiIp5FwmuKrR6jFOHjDI4KgC9ie3yX2niscZ487xNsjtOsyj3hERN5KUPmQlvNxfgn8xE834Tdg+Ur4IXbXPV2AH5R7S+T+EnmwRE6XyMPFcmIvkVf2afA3wf+twldy0R+dwi3E8wF/kM+LJvG+YrmqMmS9H6sdpfMhj5XYeZvGSrJRYbawRuODRmtmV6VOwHralFGWxunO44AW165MUDB7FO2OJZjogzx6LC0V5pTU9hUC13snq9QwyNCSYpIoJk/vVVIpOoWo/PYc8pzj1YzvjnWhen1jwgJsj/XE2UKqRda4s5U+e+0+e9vqs9/us7+tPgftPgfb6jNt95luq89hu8/hlvpc1fRGn4m9rT635zCCOezacJdCJb24btJMK2a+VczTKpBOINPFFpB/xl7LcOcBYAuov/QgqdbEQp9VxikoHpn27LdXp8qvzYqJ+8AaDXPEd5B9sYbwDXS/g//B9CjNTdgRviHTr8muVbNQtCvNJeQHI6PxSOWT7rnbaSOg20tQdXSrSwTU9XnqmuBhm36KMOgDXlHzE3MQa4L+roTBthJ00k7QiWtVB0VSn0EYCh641PGABdj5P2ar1rsi4bNuKCn3uC0dcCPsff6/K/pv3BVhfW/cqPUb80mV/eNB+lnNt80bU383GojTAVwBkf/8/defuy9YaA9YocR0lV1WVtYNomuT2zgJpW3TqBt6kc0Y9WS04JKzxv6+vGWJMGlrFvhnwIphvnL9ulBINIq+yp7aun/bu9mPNOLmwb6OI9hUSKfM6VfjN1HMegst+iGBSZOb2tDnpIIvmZrJAwYFvgixZbNJ6GE5ChxPUM/eDBQsdPanh8IBRGk+X6eeCwMuQyqRlghOA8wITNrANwMGz3dUsFzOetra4JCnDc5aPKiyP4kiN4CQEM8OQPoBpSJ8fqj3e70cemxSQ4/XykZm3TwZJpP+cCMO6EOH8+qW1LzqpDlTLAVurBI47LO8XBG9c+35OsLa2g/XUR09g7qstnJFV4By2qUSKP453As8Hnim81wUyRLuSp7eNZQ9ynkgiNe1bY9Lzw88wZYewk0pNZtC+rNp0v/UpR/F+OdS7pPgrUD4z2CAu8rinaOZRvNlib/+rUk8ObFz6ooSYVVemk29NPOWKNc/hVlbS/Ft8KzOZ5c64DMbwAVuRyApeFH7iapvRBx8IZKBZLbwpOMGwrf5992IbCYmZwvCCpCsTX6xa4/vKFjdVajtC9KQVav8I/1w1ksO58rraztb5aZxc3pPh2WRMQHnLIGGRIPbxhIJckl6MT/Cs8wiGDalueCKL9TW/QvsN60zJigAAA==&quot;"/>
    <we:property name="isFiltersActionButtonVisible" value="true"/>
    <we:property name="isFooterCollapsed" value="true"/>
    <we:property name="isVisualContainerHeaderHidden" value="false"/>
    <we:property name="pageDisplayName" value="&quot;Ridership&quot;"/>
    <we:property name="pageName" value="&quot;49883820a6ca8a3bfe8e&quot;"/>
    <we:property name="reportEmbeddedTime" value="&quot;2025-04-14T16:32:49.626Z&quot;"/>
    <we:property name="reportName" value="&quot;team9_dashboard&quot;"/>
    <we:property name="reportState" value="&quot;CONNECTED&quot;"/>
    <we:property name="reportUrl" value="&quot;/links/KNhgwVUWVU?ctid=a8eec281-aaa3-4dae-ac9b-9a398b9215e7&amp;bookmarkGuid=5b55f560-fe90-476a-9b28-f6a42cbac140&quot;"/>
  </we:properties>
  <we:bindings/>
  <we:snapshot xmlns:r="http://schemas.openxmlformats.org/officeDocument/2006/relationships"/>
</we:webextension>
</file>

<file path=docMetadata/LabelInfo.xml><?xml version="1.0" encoding="utf-8"?>
<clbl:labelList xmlns:clbl="http://schemas.microsoft.com/office/2020/mipLabelMetadata">
  <clbl:label id="{a8eec281-aaa3-4dae-ac9b-9a398b9215e7}" enabled="0" method="" siteId="{a8eec281-aaa3-4dae-ac9b-9a398b9215e7}" removed="1"/>
</clbl:labelList>
</file>

<file path=docProps/app.xml><?xml version="1.0" encoding="utf-8"?>
<Properties xmlns="http://schemas.openxmlformats.org/officeDocument/2006/extended-properties" xmlns:vt="http://schemas.openxmlformats.org/officeDocument/2006/docPropsVTypes">
  <TotalTime>1261</TotalTime>
  <Words>654</Words>
  <Application>Microsoft Macintosh PowerPoint</Application>
  <PresentationFormat>On-screen Show (16:9)</PresentationFormat>
  <Paragraphs>53</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Bebas Neue</vt:lpstr>
      <vt:lpstr>Barlow Semi Condensed</vt:lpstr>
      <vt:lpstr>Barlow</vt:lpstr>
      <vt:lpstr>Anaheim</vt:lpstr>
      <vt:lpstr>Poppins</vt:lpstr>
      <vt:lpstr>Pacifico</vt:lpstr>
      <vt:lpstr>Arial</vt:lpstr>
      <vt:lpstr> Dream Vacation Planner by Slidesgo</vt:lpstr>
      <vt:lpstr>Holiday Horizons: Understanding Movement, Mobility &amp; Air</vt:lpstr>
      <vt:lpstr>Project Flow</vt:lpstr>
      <vt:lpstr>   Insights – Flights and Public Holidays</vt:lpstr>
      <vt:lpstr>Insights – Flights and Public Holidays</vt:lpstr>
      <vt:lpstr>Insights – Hotels and Public Holidays</vt:lpstr>
      <vt:lpstr>Insights – Hotels and Public Holidays</vt:lpstr>
      <vt:lpstr>           Impact of Ridership on Public Holidays</vt:lpstr>
      <vt:lpstr>Impact of Public Holidays AQI (PM2.5)</vt:lpstr>
      <vt:lpstr>     Impact of Public Holidays AQI (PM2.5)</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Nirmit Ajay Sachde</cp:lastModifiedBy>
  <cp:revision>2</cp:revision>
  <dcterms:modified xsi:type="dcterms:W3CDTF">2025-04-14T17:52:55Z</dcterms:modified>
</cp:coreProperties>
</file>